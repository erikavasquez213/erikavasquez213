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1525" r:id="rId2"/>
    <p:sldId id="1510" r:id="rId3"/>
    <p:sldId id="1529" r:id="rId4"/>
    <p:sldId id="1431" r:id="rId5"/>
    <p:sldId id="1518" r:id="rId6"/>
    <p:sldId id="1411" r:id="rId7"/>
    <p:sldId id="1511" r:id="rId8"/>
    <p:sldId id="1530" r:id="rId9"/>
    <p:sldId id="1531" r:id="rId10"/>
    <p:sldId id="1532" r:id="rId11"/>
    <p:sldId id="1535" r:id="rId12"/>
    <p:sldId id="1533" r:id="rId13"/>
    <p:sldId id="1534" r:id="rId14"/>
    <p:sldId id="1536" r:id="rId15"/>
    <p:sldId id="1528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lie Nayibe Serrano" initials="JNS" lastIdx="1" clrIdx="0">
    <p:extLst>
      <p:ext uri="{19B8F6BF-5375-455C-9EA6-DF929625EA0E}">
        <p15:presenceInfo xmlns:p15="http://schemas.microsoft.com/office/powerpoint/2012/main" userId="958601e767f18f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8EA"/>
    <a:srgbClr val="44A6B2"/>
    <a:srgbClr val="512373"/>
    <a:srgbClr val="5984A7"/>
    <a:srgbClr val="6B99A6"/>
    <a:srgbClr val="7030A0"/>
    <a:srgbClr val="7A9900"/>
    <a:srgbClr val="B6B6B5"/>
    <a:srgbClr val="003B6D"/>
    <a:srgbClr val="FFD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60"/>
  </p:normalViewPr>
  <p:slideViewPr>
    <p:cSldViewPr snapToGrid="0">
      <p:cViewPr varScale="1">
        <p:scale>
          <a:sx n="69" d="100"/>
          <a:sy n="69" d="100"/>
        </p:scale>
        <p:origin x="159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02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4EFCAFE-212C-4734-BC77-7E2EAA445D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0A26631-D6CC-4646-B826-30D44D5085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159EF-ED2B-408F-BCA3-D34D4F7DB760}" type="datetimeFigureOut">
              <a:rPr lang="es-CO" smtClean="0"/>
              <a:t>3/03/2025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D82AC57-3955-4BDA-8F61-BF1320FB63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9682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488C5-1697-4F06-B106-3EE216118B56}" type="datetimeFigureOut">
              <a:rPr lang="es-CO" smtClean="0"/>
              <a:t>3/03/2025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B8975-4C2E-4E2E-9D18-43E3EE8DFED9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9982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2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15F1CD4-2D85-4990-8D52-784E7B242A06}"/>
              </a:ext>
            </a:extLst>
          </p:cNvPr>
          <p:cNvSpPr/>
          <p:nvPr userDrawn="1"/>
        </p:nvSpPr>
        <p:spPr>
          <a:xfrm>
            <a:off x="-4381500" y="-865241"/>
            <a:ext cx="4381500" cy="997114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0B4A640-C0F4-4D20-B946-EBF2D1318CBD}"/>
              </a:ext>
            </a:extLst>
          </p:cNvPr>
          <p:cNvSpPr/>
          <p:nvPr userDrawn="1"/>
        </p:nvSpPr>
        <p:spPr>
          <a:xfrm>
            <a:off x="-2989942" y="6881452"/>
            <a:ext cx="5112648" cy="997114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68079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77B36BAB-6EE8-4AA4-B593-6F6EDBCFFE88}"/>
              </a:ext>
            </a:extLst>
          </p:cNvPr>
          <p:cNvSpPr>
            <a:spLocks/>
          </p:cNvSpPr>
          <p:nvPr/>
        </p:nvSpPr>
        <p:spPr bwMode="auto">
          <a:xfrm>
            <a:off x="3175" y="1588"/>
            <a:ext cx="10719231" cy="5884862"/>
          </a:xfrm>
          <a:custGeom>
            <a:avLst/>
            <a:gdLst>
              <a:gd name="T0" fmla="*/ 0 w 6797"/>
              <a:gd name="T1" fmla="*/ 3460 h 3730"/>
              <a:gd name="T2" fmla="*/ 1680 w 6797"/>
              <a:gd name="T3" fmla="*/ 3680 h 3730"/>
              <a:gd name="T4" fmla="*/ 3524 w 6797"/>
              <a:gd name="T5" fmla="*/ 3410 h 3730"/>
              <a:gd name="T6" fmla="*/ 4383 w 6797"/>
              <a:gd name="T7" fmla="*/ 2384 h 3730"/>
              <a:gd name="T8" fmla="*/ 3898 w 6797"/>
              <a:gd name="T9" fmla="*/ 1064 h 3730"/>
              <a:gd name="T10" fmla="*/ 5107 w 6797"/>
              <a:gd name="T11" fmla="*/ 1076 h 3730"/>
              <a:gd name="T12" fmla="*/ 5803 w 6797"/>
              <a:gd name="T13" fmla="*/ 457 h 3730"/>
              <a:gd name="T14" fmla="*/ 6747 w 6797"/>
              <a:gd name="T15" fmla="*/ 0 h 3730"/>
              <a:gd name="T16" fmla="*/ 0 w 6797"/>
              <a:gd name="T17" fmla="*/ 0 h 3730"/>
              <a:gd name="T18" fmla="*/ 0 w 6797"/>
              <a:gd name="T19" fmla="*/ 3460 h 37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797" h="3730">
                <a:moveTo>
                  <a:pt x="0" y="3460"/>
                </a:moveTo>
                <a:cubicBezTo>
                  <a:pt x="535" y="3260"/>
                  <a:pt x="1283" y="3707"/>
                  <a:pt x="1680" y="3680"/>
                </a:cubicBezTo>
                <a:cubicBezTo>
                  <a:pt x="2187" y="3647"/>
                  <a:pt x="2220" y="3078"/>
                  <a:pt x="3524" y="3410"/>
                </a:cubicBezTo>
                <a:cubicBezTo>
                  <a:pt x="4783" y="3730"/>
                  <a:pt x="5090" y="2805"/>
                  <a:pt x="4383" y="2384"/>
                </a:cubicBezTo>
                <a:cubicBezTo>
                  <a:pt x="3412" y="1805"/>
                  <a:pt x="3571" y="1246"/>
                  <a:pt x="3898" y="1064"/>
                </a:cubicBezTo>
                <a:cubicBezTo>
                  <a:pt x="4419" y="772"/>
                  <a:pt x="4671" y="1177"/>
                  <a:pt x="5107" y="1076"/>
                </a:cubicBezTo>
                <a:cubicBezTo>
                  <a:pt x="5560" y="972"/>
                  <a:pt x="5438" y="672"/>
                  <a:pt x="5803" y="457"/>
                </a:cubicBezTo>
                <a:cubicBezTo>
                  <a:pt x="6068" y="300"/>
                  <a:pt x="6797" y="356"/>
                  <a:pt x="6747" y="0"/>
                </a:cubicBezTo>
                <a:cubicBezTo>
                  <a:pt x="0" y="0"/>
                  <a:pt x="0" y="0"/>
                  <a:pt x="0" y="0"/>
                </a:cubicBezTo>
                <a:lnTo>
                  <a:pt x="0" y="3460"/>
                </a:lnTo>
                <a:close/>
              </a:path>
            </a:pathLst>
          </a:custGeom>
          <a:solidFill>
            <a:srgbClr val="7DCC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171" name="Group 177">
            <a:extLst>
              <a:ext uri="{FF2B5EF4-FFF2-40B4-BE49-F238E27FC236}">
                <a16:creationId xmlns:a16="http://schemas.microsoft.com/office/drawing/2014/main" id="{31CD6FA4-BA2F-4A29-90CA-9C054BAFBBF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1176" y="320278"/>
            <a:ext cx="4640819" cy="3976474"/>
            <a:chOff x="-2406" y="-503"/>
            <a:chExt cx="2899" cy="2484"/>
          </a:xfrm>
        </p:grpSpPr>
        <p:sp>
          <p:nvSpPr>
            <p:cNvPr id="1173" name="Freeform 178">
              <a:extLst>
                <a:ext uri="{FF2B5EF4-FFF2-40B4-BE49-F238E27FC236}">
                  <a16:creationId xmlns:a16="http://schemas.microsoft.com/office/drawing/2014/main" id="{4A4B77B5-0474-44B6-942B-883487845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29" y="1154"/>
              <a:ext cx="1010" cy="439"/>
            </a:xfrm>
            <a:custGeom>
              <a:avLst/>
              <a:gdLst>
                <a:gd name="T0" fmla="*/ 1010 w 1010"/>
                <a:gd name="T1" fmla="*/ 439 h 439"/>
                <a:gd name="T2" fmla="*/ 0 w 1010"/>
                <a:gd name="T3" fmla="*/ 430 h 439"/>
                <a:gd name="T4" fmla="*/ 119 w 1010"/>
                <a:gd name="T5" fmla="*/ 0 h 439"/>
                <a:gd name="T6" fmla="*/ 898 w 1010"/>
                <a:gd name="T7" fmla="*/ 7 h 439"/>
                <a:gd name="T8" fmla="*/ 1010 w 1010"/>
                <a:gd name="T9" fmla="*/ 439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0" h="439">
                  <a:moveTo>
                    <a:pt x="1010" y="439"/>
                  </a:moveTo>
                  <a:lnTo>
                    <a:pt x="0" y="430"/>
                  </a:lnTo>
                  <a:lnTo>
                    <a:pt x="119" y="0"/>
                  </a:lnTo>
                  <a:lnTo>
                    <a:pt x="898" y="7"/>
                  </a:lnTo>
                  <a:lnTo>
                    <a:pt x="1010" y="439"/>
                  </a:lnTo>
                  <a:close/>
                </a:path>
              </a:pathLst>
            </a:custGeom>
            <a:solidFill>
              <a:srgbClr val="F9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4" name="Freeform 179">
              <a:extLst>
                <a:ext uri="{FF2B5EF4-FFF2-40B4-BE49-F238E27FC236}">
                  <a16:creationId xmlns:a16="http://schemas.microsoft.com/office/drawing/2014/main" id="{07F9A5AF-EE15-4B07-8EBD-57DD321CB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06" y="-503"/>
              <a:ext cx="2785" cy="1787"/>
            </a:xfrm>
            <a:custGeom>
              <a:avLst/>
              <a:gdLst>
                <a:gd name="T0" fmla="*/ 1114 w 1172"/>
                <a:gd name="T1" fmla="*/ 751 h 752"/>
                <a:gd name="T2" fmla="*/ 52 w 1172"/>
                <a:gd name="T3" fmla="*/ 742 h 752"/>
                <a:gd name="T4" fmla="*/ 0 w 1172"/>
                <a:gd name="T5" fmla="*/ 689 h 752"/>
                <a:gd name="T6" fmla="*/ 6 w 1172"/>
                <a:gd name="T7" fmla="*/ 52 h 752"/>
                <a:gd name="T8" fmla="*/ 58 w 1172"/>
                <a:gd name="T9" fmla="*/ 0 h 752"/>
                <a:gd name="T10" fmla="*/ 1120 w 1172"/>
                <a:gd name="T11" fmla="*/ 9 h 752"/>
                <a:gd name="T12" fmla="*/ 1172 w 1172"/>
                <a:gd name="T13" fmla="*/ 62 h 752"/>
                <a:gd name="T14" fmla="*/ 1166 w 1172"/>
                <a:gd name="T15" fmla="*/ 700 h 752"/>
                <a:gd name="T16" fmla="*/ 1114 w 1172"/>
                <a:gd name="T17" fmla="*/ 751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2" h="752">
                  <a:moveTo>
                    <a:pt x="1114" y="751"/>
                  </a:moveTo>
                  <a:cubicBezTo>
                    <a:pt x="52" y="742"/>
                    <a:pt x="52" y="742"/>
                    <a:pt x="52" y="742"/>
                  </a:cubicBezTo>
                  <a:cubicBezTo>
                    <a:pt x="23" y="742"/>
                    <a:pt x="0" y="718"/>
                    <a:pt x="0" y="689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6" y="23"/>
                    <a:pt x="30" y="0"/>
                    <a:pt x="58" y="0"/>
                  </a:cubicBezTo>
                  <a:cubicBezTo>
                    <a:pt x="1120" y="9"/>
                    <a:pt x="1120" y="9"/>
                    <a:pt x="1120" y="9"/>
                  </a:cubicBezTo>
                  <a:cubicBezTo>
                    <a:pt x="1149" y="10"/>
                    <a:pt x="1172" y="33"/>
                    <a:pt x="1172" y="62"/>
                  </a:cubicBezTo>
                  <a:cubicBezTo>
                    <a:pt x="1166" y="700"/>
                    <a:pt x="1166" y="700"/>
                    <a:pt x="1166" y="700"/>
                  </a:cubicBezTo>
                  <a:cubicBezTo>
                    <a:pt x="1166" y="729"/>
                    <a:pt x="1142" y="752"/>
                    <a:pt x="1114" y="75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5" name="Freeform 180">
              <a:extLst>
                <a:ext uri="{FF2B5EF4-FFF2-40B4-BE49-F238E27FC236}">
                  <a16:creationId xmlns:a16="http://schemas.microsoft.com/office/drawing/2014/main" id="{1E5672D9-A55A-442C-B9F1-EAA083DF4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06" y="-394"/>
              <a:ext cx="2587" cy="1346"/>
            </a:xfrm>
            <a:custGeom>
              <a:avLst/>
              <a:gdLst>
                <a:gd name="T0" fmla="*/ 2576 w 2587"/>
                <a:gd name="T1" fmla="*/ 1346 h 1346"/>
                <a:gd name="T2" fmla="*/ 0 w 2587"/>
                <a:gd name="T3" fmla="*/ 1322 h 1346"/>
                <a:gd name="T4" fmla="*/ 12 w 2587"/>
                <a:gd name="T5" fmla="*/ 0 h 1346"/>
                <a:gd name="T6" fmla="*/ 2587 w 2587"/>
                <a:gd name="T7" fmla="*/ 24 h 1346"/>
                <a:gd name="T8" fmla="*/ 2576 w 2587"/>
                <a:gd name="T9" fmla="*/ 1346 h 1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7" h="1346">
                  <a:moveTo>
                    <a:pt x="2576" y="1346"/>
                  </a:moveTo>
                  <a:lnTo>
                    <a:pt x="0" y="1322"/>
                  </a:lnTo>
                  <a:lnTo>
                    <a:pt x="12" y="0"/>
                  </a:lnTo>
                  <a:lnTo>
                    <a:pt x="2587" y="24"/>
                  </a:lnTo>
                  <a:lnTo>
                    <a:pt x="2576" y="1346"/>
                  </a:lnTo>
                  <a:close/>
                </a:path>
              </a:pathLst>
            </a:custGeom>
            <a:solidFill>
              <a:srgbClr val="3C0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6" name="Freeform 181">
              <a:extLst>
                <a:ext uri="{FF2B5EF4-FFF2-40B4-BE49-F238E27FC236}">
                  <a16:creationId xmlns:a16="http://schemas.microsoft.com/office/drawing/2014/main" id="{176E0B36-1653-4ED6-AA10-4B6ECDC34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06" y="-394"/>
              <a:ext cx="2587" cy="1346"/>
            </a:xfrm>
            <a:custGeom>
              <a:avLst/>
              <a:gdLst>
                <a:gd name="T0" fmla="*/ 2576 w 2587"/>
                <a:gd name="T1" fmla="*/ 1346 h 1346"/>
                <a:gd name="T2" fmla="*/ 0 w 2587"/>
                <a:gd name="T3" fmla="*/ 1322 h 1346"/>
                <a:gd name="T4" fmla="*/ 12 w 2587"/>
                <a:gd name="T5" fmla="*/ 0 h 1346"/>
                <a:gd name="T6" fmla="*/ 2587 w 2587"/>
                <a:gd name="T7" fmla="*/ 24 h 1346"/>
                <a:gd name="T8" fmla="*/ 2576 w 2587"/>
                <a:gd name="T9" fmla="*/ 1346 h 1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7" h="1346">
                  <a:moveTo>
                    <a:pt x="2576" y="1346"/>
                  </a:moveTo>
                  <a:lnTo>
                    <a:pt x="0" y="1322"/>
                  </a:lnTo>
                  <a:lnTo>
                    <a:pt x="12" y="0"/>
                  </a:lnTo>
                  <a:lnTo>
                    <a:pt x="2587" y="24"/>
                  </a:lnTo>
                  <a:lnTo>
                    <a:pt x="2576" y="134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7" name="Freeform 182">
              <a:extLst>
                <a:ext uri="{FF2B5EF4-FFF2-40B4-BE49-F238E27FC236}">
                  <a16:creationId xmlns:a16="http://schemas.microsoft.com/office/drawing/2014/main" id="{10DA0D01-4D42-40C9-BDCC-7CEF4093F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-849" y="191"/>
              <a:ext cx="365" cy="43"/>
            </a:xfrm>
            <a:custGeom>
              <a:avLst/>
              <a:gdLst>
                <a:gd name="T0" fmla="*/ 154 w 154"/>
                <a:gd name="T1" fmla="*/ 0 h 18"/>
                <a:gd name="T2" fmla="*/ 0 w 154"/>
                <a:gd name="T3" fmla="*/ 0 h 18"/>
                <a:gd name="T4" fmla="*/ 0 w 154"/>
                <a:gd name="T5" fmla="*/ 18 h 18"/>
                <a:gd name="T6" fmla="*/ 149 w 154"/>
                <a:gd name="T7" fmla="*/ 18 h 18"/>
                <a:gd name="T8" fmla="*/ 154 w 15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8">
                  <a:moveTo>
                    <a:pt x="15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9" y="11"/>
                    <a:pt x="151" y="5"/>
                    <a:pt x="154" y="0"/>
                  </a:cubicBezTo>
                </a:path>
              </a:pathLst>
            </a:custGeom>
            <a:solidFill>
              <a:srgbClr val="B5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8" name="Rectangle 183">
              <a:extLst>
                <a:ext uri="{FF2B5EF4-FFF2-40B4-BE49-F238E27FC236}">
                  <a16:creationId xmlns:a16="http://schemas.microsoft.com/office/drawing/2014/main" id="{E6A5003B-C007-4E99-BAEB-EAE493673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849" y="274"/>
              <a:ext cx="351" cy="43"/>
            </a:xfrm>
            <a:prstGeom prst="rect">
              <a:avLst/>
            </a:prstGeom>
            <a:solidFill>
              <a:srgbClr val="B5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9" name="Rectangle 184">
              <a:extLst>
                <a:ext uri="{FF2B5EF4-FFF2-40B4-BE49-F238E27FC236}">
                  <a16:creationId xmlns:a16="http://schemas.microsoft.com/office/drawing/2014/main" id="{27B9F43D-11D8-4337-B45A-B5625DCA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849" y="274"/>
              <a:ext cx="351" cy="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0" name="Freeform 185">
              <a:extLst>
                <a:ext uri="{FF2B5EF4-FFF2-40B4-BE49-F238E27FC236}">
                  <a16:creationId xmlns:a16="http://schemas.microsoft.com/office/drawing/2014/main" id="{11439180-3090-4C04-8494-5C8D31ADD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-849" y="360"/>
              <a:ext cx="316" cy="42"/>
            </a:xfrm>
            <a:custGeom>
              <a:avLst/>
              <a:gdLst>
                <a:gd name="T0" fmla="*/ 316 w 316"/>
                <a:gd name="T1" fmla="*/ 0 h 42"/>
                <a:gd name="T2" fmla="*/ 0 w 316"/>
                <a:gd name="T3" fmla="*/ 0 h 42"/>
                <a:gd name="T4" fmla="*/ 0 w 316"/>
                <a:gd name="T5" fmla="*/ 42 h 42"/>
                <a:gd name="T6" fmla="*/ 266 w 316"/>
                <a:gd name="T7" fmla="*/ 42 h 42"/>
                <a:gd name="T8" fmla="*/ 266 w 316"/>
                <a:gd name="T9" fmla="*/ 35 h 42"/>
                <a:gd name="T10" fmla="*/ 266 w 316"/>
                <a:gd name="T11" fmla="*/ 35 h 42"/>
                <a:gd name="T12" fmla="*/ 316 w 316"/>
                <a:gd name="T1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42">
                  <a:moveTo>
                    <a:pt x="316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266" y="42"/>
                  </a:lnTo>
                  <a:lnTo>
                    <a:pt x="266" y="35"/>
                  </a:lnTo>
                  <a:lnTo>
                    <a:pt x="266" y="35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B5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1" name="Freeform 186">
              <a:extLst>
                <a:ext uri="{FF2B5EF4-FFF2-40B4-BE49-F238E27FC236}">
                  <a16:creationId xmlns:a16="http://schemas.microsoft.com/office/drawing/2014/main" id="{6681ED2F-CC36-427B-8F55-CF8774C8F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-849" y="360"/>
              <a:ext cx="316" cy="42"/>
            </a:xfrm>
            <a:custGeom>
              <a:avLst/>
              <a:gdLst>
                <a:gd name="T0" fmla="*/ 316 w 316"/>
                <a:gd name="T1" fmla="*/ 0 h 42"/>
                <a:gd name="T2" fmla="*/ 0 w 316"/>
                <a:gd name="T3" fmla="*/ 0 h 42"/>
                <a:gd name="T4" fmla="*/ 0 w 316"/>
                <a:gd name="T5" fmla="*/ 42 h 42"/>
                <a:gd name="T6" fmla="*/ 266 w 316"/>
                <a:gd name="T7" fmla="*/ 42 h 42"/>
                <a:gd name="T8" fmla="*/ 266 w 316"/>
                <a:gd name="T9" fmla="*/ 35 h 42"/>
                <a:gd name="T10" fmla="*/ 266 w 316"/>
                <a:gd name="T11" fmla="*/ 35 h 42"/>
                <a:gd name="T12" fmla="*/ 316 w 316"/>
                <a:gd name="T1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42">
                  <a:moveTo>
                    <a:pt x="316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266" y="42"/>
                  </a:lnTo>
                  <a:lnTo>
                    <a:pt x="266" y="35"/>
                  </a:lnTo>
                  <a:lnTo>
                    <a:pt x="266" y="35"/>
                  </a:lnTo>
                  <a:lnTo>
                    <a:pt x="3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2" name="Freeform 187">
              <a:extLst>
                <a:ext uri="{FF2B5EF4-FFF2-40B4-BE49-F238E27FC236}">
                  <a16:creationId xmlns:a16="http://schemas.microsoft.com/office/drawing/2014/main" id="{D7262D13-EB67-4F7E-8328-16CE217B7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-849" y="445"/>
              <a:ext cx="275" cy="43"/>
            </a:xfrm>
            <a:custGeom>
              <a:avLst/>
              <a:gdLst>
                <a:gd name="T0" fmla="*/ 112 w 116"/>
                <a:gd name="T1" fmla="*/ 0 h 18"/>
                <a:gd name="T2" fmla="*/ 0 w 116"/>
                <a:gd name="T3" fmla="*/ 0 h 18"/>
                <a:gd name="T4" fmla="*/ 0 w 116"/>
                <a:gd name="T5" fmla="*/ 18 h 18"/>
                <a:gd name="T6" fmla="*/ 116 w 116"/>
                <a:gd name="T7" fmla="*/ 18 h 18"/>
                <a:gd name="T8" fmla="*/ 112 w 116"/>
                <a:gd name="T9" fmla="*/ 5 h 18"/>
                <a:gd name="T10" fmla="*/ 112 w 116"/>
                <a:gd name="T11" fmla="*/ 5 h 18"/>
                <a:gd name="T12" fmla="*/ 112 w 116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18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3" y="14"/>
                    <a:pt x="112" y="10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rgbClr val="B5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pic>
          <p:nvPicPr>
            <p:cNvPr id="1212" name="Picture 188">
              <a:extLst>
                <a:ext uri="{FF2B5EF4-FFF2-40B4-BE49-F238E27FC236}">
                  <a16:creationId xmlns:a16="http://schemas.microsoft.com/office/drawing/2014/main" id="{258F536B-4692-457A-9414-5B230A699D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976" y="-33"/>
              <a:ext cx="68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3" name="Freeform 189">
              <a:extLst>
                <a:ext uri="{FF2B5EF4-FFF2-40B4-BE49-F238E27FC236}">
                  <a16:creationId xmlns:a16="http://schemas.microsoft.com/office/drawing/2014/main" id="{47F65210-070B-4105-BBA6-9259448BF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-498" y="110"/>
              <a:ext cx="946" cy="1871"/>
            </a:xfrm>
            <a:custGeom>
              <a:avLst/>
              <a:gdLst>
                <a:gd name="T0" fmla="*/ 61 w 398"/>
                <a:gd name="T1" fmla="*/ 787 h 787"/>
                <a:gd name="T2" fmla="*/ 339 w 398"/>
                <a:gd name="T3" fmla="*/ 786 h 787"/>
                <a:gd name="T4" fmla="*/ 398 w 398"/>
                <a:gd name="T5" fmla="*/ 727 h 787"/>
                <a:gd name="T6" fmla="*/ 395 w 398"/>
                <a:gd name="T7" fmla="*/ 58 h 787"/>
                <a:gd name="T8" fmla="*/ 336 w 398"/>
                <a:gd name="T9" fmla="*/ 0 h 787"/>
                <a:gd name="T10" fmla="*/ 58 w 398"/>
                <a:gd name="T11" fmla="*/ 1 h 787"/>
                <a:gd name="T12" fmla="*/ 0 w 398"/>
                <a:gd name="T13" fmla="*/ 59 h 787"/>
                <a:gd name="T14" fmla="*/ 3 w 398"/>
                <a:gd name="T15" fmla="*/ 729 h 787"/>
                <a:gd name="T16" fmla="*/ 61 w 398"/>
                <a:gd name="T17" fmla="*/ 787 h 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787">
                  <a:moveTo>
                    <a:pt x="61" y="787"/>
                  </a:moveTo>
                  <a:cubicBezTo>
                    <a:pt x="339" y="786"/>
                    <a:pt x="339" y="786"/>
                    <a:pt x="339" y="786"/>
                  </a:cubicBezTo>
                  <a:cubicBezTo>
                    <a:pt x="372" y="786"/>
                    <a:pt x="398" y="760"/>
                    <a:pt x="398" y="727"/>
                  </a:cubicBezTo>
                  <a:cubicBezTo>
                    <a:pt x="395" y="58"/>
                    <a:pt x="395" y="58"/>
                    <a:pt x="395" y="58"/>
                  </a:cubicBezTo>
                  <a:cubicBezTo>
                    <a:pt x="395" y="26"/>
                    <a:pt x="369" y="0"/>
                    <a:pt x="336" y="0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26" y="1"/>
                    <a:pt x="0" y="27"/>
                    <a:pt x="0" y="59"/>
                  </a:cubicBezTo>
                  <a:cubicBezTo>
                    <a:pt x="3" y="729"/>
                    <a:pt x="3" y="729"/>
                    <a:pt x="3" y="729"/>
                  </a:cubicBezTo>
                  <a:cubicBezTo>
                    <a:pt x="3" y="761"/>
                    <a:pt x="29" y="787"/>
                    <a:pt x="61" y="787"/>
                  </a:cubicBezTo>
                </a:path>
              </a:pathLst>
            </a:custGeom>
            <a:solidFill>
              <a:srgbClr val="82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4" name="Freeform 190">
              <a:extLst>
                <a:ext uri="{FF2B5EF4-FFF2-40B4-BE49-F238E27FC236}">
                  <a16:creationId xmlns:a16="http://schemas.microsoft.com/office/drawing/2014/main" id="{4E3FE893-7B73-4BDE-8035-4DE07837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-486" y="134"/>
              <a:ext cx="922" cy="1823"/>
            </a:xfrm>
            <a:custGeom>
              <a:avLst/>
              <a:gdLst>
                <a:gd name="T0" fmla="*/ 60 w 388"/>
                <a:gd name="T1" fmla="*/ 767 h 767"/>
                <a:gd name="T2" fmla="*/ 331 w 388"/>
                <a:gd name="T3" fmla="*/ 766 h 767"/>
                <a:gd name="T4" fmla="*/ 387 w 388"/>
                <a:gd name="T5" fmla="*/ 709 h 767"/>
                <a:gd name="T6" fmla="*/ 385 w 388"/>
                <a:gd name="T7" fmla="*/ 57 h 767"/>
                <a:gd name="T8" fmla="*/ 328 w 388"/>
                <a:gd name="T9" fmla="*/ 0 h 767"/>
                <a:gd name="T10" fmla="*/ 57 w 388"/>
                <a:gd name="T11" fmla="*/ 1 h 767"/>
                <a:gd name="T12" fmla="*/ 0 w 388"/>
                <a:gd name="T13" fmla="*/ 58 h 767"/>
                <a:gd name="T14" fmla="*/ 3 w 388"/>
                <a:gd name="T15" fmla="*/ 710 h 767"/>
                <a:gd name="T16" fmla="*/ 60 w 388"/>
                <a:gd name="T17" fmla="*/ 767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8" h="767">
                  <a:moveTo>
                    <a:pt x="60" y="767"/>
                  </a:moveTo>
                  <a:cubicBezTo>
                    <a:pt x="331" y="766"/>
                    <a:pt x="331" y="766"/>
                    <a:pt x="331" y="766"/>
                  </a:cubicBezTo>
                  <a:cubicBezTo>
                    <a:pt x="362" y="766"/>
                    <a:pt x="388" y="740"/>
                    <a:pt x="387" y="709"/>
                  </a:cubicBezTo>
                  <a:cubicBezTo>
                    <a:pt x="385" y="57"/>
                    <a:pt x="385" y="57"/>
                    <a:pt x="385" y="57"/>
                  </a:cubicBezTo>
                  <a:cubicBezTo>
                    <a:pt x="385" y="25"/>
                    <a:pt x="359" y="0"/>
                    <a:pt x="328" y="0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26" y="1"/>
                    <a:pt x="0" y="27"/>
                    <a:pt x="0" y="58"/>
                  </a:cubicBezTo>
                  <a:cubicBezTo>
                    <a:pt x="3" y="710"/>
                    <a:pt x="3" y="710"/>
                    <a:pt x="3" y="710"/>
                  </a:cubicBezTo>
                  <a:cubicBezTo>
                    <a:pt x="3" y="741"/>
                    <a:pt x="28" y="767"/>
                    <a:pt x="60" y="767"/>
                  </a:cubicBezTo>
                </a:path>
              </a:pathLst>
            </a:custGeom>
            <a:solidFill>
              <a:srgbClr val="F9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5" name="Freeform 191">
              <a:extLst>
                <a:ext uri="{FF2B5EF4-FFF2-40B4-BE49-F238E27FC236}">
                  <a16:creationId xmlns:a16="http://schemas.microsoft.com/office/drawing/2014/main" id="{E2D13DF9-66DF-4DC7-A627-6E5861DD0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7" y="286"/>
              <a:ext cx="782" cy="1243"/>
            </a:xfrm>
            <a:custGeom>
              <a:avLst/>
              <a:gdLst>
                <a:gd name="T0" fmla="*/ 5 w 782"/>
                <a:gd name="T1" fmla="*/ 1243 h 1243"/>
                <a:gd name="T2" fmla="*/ 782 w 782"/>
                <a:gd name="T3" fmla="*/ 1241 h 1243"/>
                <a:gd name="T4" fmla="*/ 777 w 782"/>
                <a:gd name="T5" fmla="*/ 0 h 1243"/>
                <a:gd name="T6" fmla="*/ 0 w 782"/>
                <a:gd name="T7" fmla="*/ 2 h 1243"/>
                <a:gd name="T8" fmla="*/ 5 w 782"/>
                <a:gd name="T9" fmla="*/ 1243 h 1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2" h="1243">
                  <a:moveTo>
                    <a:pt x="5" y="1243"/>
                  </a:moveTo>
                  <a:lnTo>
                    <a:pt x="782" y="1241"/>
                  </a:lnTo>
                  <a:lnTo>
                    <a:pt x="777" y="0"/>
                  </a:lnTo>
                  <a:lnTo>
                    <a:pt x="0" y="2"/>
                  </a:lnTo>
                  <a:lnTo>
                    <a:pt x="5" y="1243"/>
                  </a:lnTo>
                  <a:close/>
                </a:path>
              </a:pathLst>
            </a:custGeom>
            <a:solidFill>
              <a:srgbClr val="3C0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6" name="Freeform 192">
              <a:extLst>
                <a:ext uri="{FF2B5EF4-FFF2-40B4-BE49-F238E27FC236}">
                  <a16:creationId xmlns:a16="http://schemas.microsoft.com/office/drawing/2014/main" id="{8C41B4D0-C44D-4B0C-A243-78ED27ADA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7" y="286"/>
              <a:ext cx="782" cy="1243"/>
            </a:xfrm>
            <a:custGeom>
              <a:avLst/>
              <a:gdLst>
                <a:gd name="T0" fmla="*/ 5 w 782"/>
                <a:gd name="T1" fmla="*/ 1243 h 1243"/>
                <a:gd name="T2" fmla="*/ 782 w 782"/>
                <a:gd name="T3" fmla="*/ 1241 h 1243"/>
                <a:gd name="T4" fmla="*/ 777 w 782"/>
                <a:gd name="T5" fmla="*/ 0 h 1243"/>
                <a:gd name="T6" fmla="*/ 0 w 782"/>
                <a:gd name="T7" fmla="*/ 2 h 1243"/>
                <a:gd name="T8" fmla="*/ 5 w 782"/>
                <a:gd name="T9" fmla="*/ 1243 h 1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2" h="1243">
                  <a:moveTo>
                    <a:pt x="5" y="1243"/>
                  </a:moveTo>
                  <a:lnTo>
                    <a:pt x="782" y="1241"/>
                  </a:lnTo>
                  <a:lnTo>
                    <a:pt x="777" y="0"/>
                  </a:lnTo>
                  <a:lnTo>
                    <a:pt x="0" y="2"/>
                  </a:lnTo>
                  <a:lnTo>
                    <a:pt x="5" y="12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7" name="Freeform 193">
              <a:extLst>
                <a:ext uri="{FF2B5EF4-FFF2-40B4-BE49-F238E27FC236}">
                  <a16:creationId xmlns:a16="http://schemas.microsoft.com/office/drawing/2014/main" id="{035310E4-E336-498C-9125-EA034284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2" y="1684"/>
              <a:ext cx="206" cy="207"/>
            </a:xfrm>
            <a:custGeom>
              <a:avLst/>
              <a:gdLst>
                <a:gd name="T0" fmla="*/ 0 w 87"/>
                <a:gd name="T1" fmla="*/ 43 h 87"/>
                <a:gd name="T2" fmla="*/ 43 w 87"/>
                <a:gd name="T3" fmla="*/ 87 h 87"/>
                <a:gd name="T4" fmla="*/ 87 w 87"/>
                <a:gd name="T5" fmla="*/ 43 h 87"/>
                <a:gd name="T6" fmla="*/ 43 w 87"/>
                <a:gd name="T7" fmla="*/ 0 h 87"/>
                <a:gd name="T8" fmla="*/ 0 w 87"/>
                <a:gd name="T9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7">
                  <a:moveTo>
                    <a:pt x="0" y="43"/>
                  </a:moveTo>
                  <a:cubicBezTo>
                    <a:pt x="0" y="68"/>
                    <a:pt x="19" y="87"/>
                    <a:pt x="43" y="87"/>
                  </a:cubicBezTo>
                  <a:cubicBezTo>
                    <a:pt x="67" y="87"/>
                    <a:pt x="87" y="67"/>
                    <a:pt x="87" y="43"/>
                  </a:cubicBezTo>
                  <a:cubicBezTo>
                    <a:pt x="87" y="19"/>
                    <a:pt x="67" y="0"/>
                    <a:pt x="43" y="0"/>
                  </a:cubicBezTo>
                  <a:cubicBezTo>
                    <a:pt x="19" y="0"/>
                    <a:pt x="0" y="19"/>
                    <a:pt x="0" y="43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pic>
          <p:nvPicPr>
            <p:cNvPr id="1218" name="Picture 194">
              <a:extLst>
                <a:ext uri="{FF2B5EF4-FFF2-40B4-BE49-F238E27FC236}">
                  <a16:creationId xmlns:a16="http://schemas.microsoft.com/office/drawing/2014/main" id="{5AE6BAA1-6084-46A6-B460-357B7FAD22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5" y="1693"/>
              <a:ext cx="185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8" name="Oval 195">
              <a:extLst>
                <a:ext uri="{FF2B5EF4-FFF2-40B4-BE49-F238E27FC236}">
                  <a16:creationId xmlns:a16="http://schemas.microsoft.com/office/drawing/2014/main" id="{531673B7-5AE7-498F-A7EC-AA1D355C6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331"/>
              <a:ext cx="21" cy="21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9" name="Freeform 196">
              <a:extLst>
                <a:ext uri="{FF2B5EF4-FFF2-40B4-BE49-F238E27FC236}">
                  <a16:creationId xmlns:a16="http://schemas.microsoft.com/office/drawing/2014/main" id="{A9B8C8A2-192A-421A-B957-26C1CD15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" y="331"/>
              <a:ext cx="21" cy="21"/>
            </a:xfrm>
            <a:custGeom>
              <a:avLst/>
              <a:gdLst>
                <a:gd name="T0" fmla="*/ 0 w 9"/>
                <a:gd name="T1" fmla="*/ 5 h 9"/>
                <a:gd name="T2" fmla="*/ 5 w 9"/>
                <a:gd name="T3" fmla="*/ 9 h 9"/>
                <a:gd name="T4" fmla="*/ 9 w 9"/>
                <a:gd name="T5" fmla="*/ 5 h 9"/>
                <a:gd name="T6" fmla="*/ 4 w 9"/>
                <a:gd name="T7" fmla="*/ 0 h 9"/>
                <a:gd name="T8" fmla="*/ 0 w 9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0" y="5"/>
                  </a:moveTo>
                  <a:cubicBezTo>
                    <a:pt x="0" y="7"/>
                    <a:pt x="2" y="9"/>
                    <a:pt x="5" y="9"/>
                  </a:cubicBezTo>
                  <a:cubicBezTo>
                    <a:pt x="7" y="9"/>
                    <a:pt x="9" y="7"/>
                    <a:pt x="9" y="5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0" name="Oval 197">
              <a:extLst>
                <a:ext uri="{FF2B5EF4-FFF2-40B4-BE49-F238E27FC236}">
                  <a16:creationId xmlns:a16="http://schemas.microsoft.com/office/drawing/2014/main" id="{CB0B398A-981D-4814-8D1D-70D9A2AFC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" y="331"/>
              <a:ext cx="21" cy="21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1" name="Freeform 198">
              <a:extLst>
                <a:ext uri="{FF2B5EF4-FFF2-40B4-BE49-F238E27FC236}">
                  <a16:creationId xmlns:a16="http://schemas.microsoft.com/office/drawing/2014/main" id="{CD041AB2-0863-4BB4-825D-C0D610065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-353" y="317"/>
              <a:ext cx="102" cy="33"/>
            </a:xfrm>
            <a:custGeom>
              <a:avLst/>
              <a:gdLst>
                <a:gd name="T0" fmla="*/ 2 w 102"/>
                <a:gd name="T1" fmla="*/ 33 h 33"/>
                <a:gd name="T2" fmla="*/ 2 w 102"/>
                <a:gd name="T3" fmla="*/ 33 h 33"/>
                <a:gd name="T4" fmla="*/ 102 w 102"/>
                <a:gd name="T5" fmla="*/ 33 h 33"/>
                <a:gd name="T6" fmla="*/ 102 w 102"/>
                <a:gd name="T7" fmla="*/ 0 h 33"/>
                <a:gd name="T8" fmla="*/ 0 w 102"/>
                <a:gd name="T9" fmla="*/ 0 h 33"/>
                <a:gd name="T10" fmla="*/ 0 w 102"/>
                <a:gd name="T11" fmla="*/ 33 h 33"/>
                <a:gd name="T12" fmla="*/ 2 w 102"/>
                <a:gd name="T13" fmla="*/ 33 h 33"/>
                <a:gd name="T14" fmla="*/ 2 w 102"/>
                <a:gd name="T15" fmla="*/ 33 h 33"/>
                <a:gd name="T16" fmla="*/ 2 w 102"/>
                <a:gd name="T17" fmla="*/ 33 h 33"/>
                <a:gd name="T18" fmla="*/ 2 w 102"/>
                <a:gd name="T19" fmla="*/ 2 h 33"/>
                <a:gd name="T20" fmla="*/ 98 w 102"/>
                <a:gd name="T21" fmla="*/ 2 h 33"/>
                <a:gd name="T22" fmla="*/ 98 w 102"/>
                <a:gd name="T23" fmla="*/ 31 h 33"/>
                <a:gd name="T24" fmla="*/ 2 w 102"/>
                <a:gd name="T25" fmla="*/ 31 h 33"/>
                <a:gd name="T26" fmla="*/ 2 w 102"/>
                <a:gd name="T27" fmla="*/ 33 h 33"/>
                <a:gd name="T28" fmla="*/ 2 w 102"/>
                <a:gd name="T29" fmla="*/ 33 h 33"/>
                <a:gd name="T30" fmla="*/ 2 w 102"/>
                <a:gd name="T31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2" h="33">
                  <a:moveTo>
                    <a:pt x="2" y="33"/>
                  </a:moveTo>
                  <a:lnTo>
                    <a:pt x="2" y="33"/>
                  </a:lnTo>
                  <a:lnTo>
                    <a:pt x="102" y="33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33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2" y="2"/>
                  </a:lnTo>
                  <a:lnTo>
                    <a:pt x="98" y="2"/>
                  </a:lnTo>
                  <a:lnTo>
                    <a:pt x="98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2" y="3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2" name="Freeform 199">
              <a:extLst>
                <a:ext uri="{FF2B5EF4-FFF2-40B4-BE49-F238E27FC236}">
                  <a16:creationId xmlns:a16="http://schemas.microsoft.com/office/drawing/2014/main" id="{B0DE3D44-72E8-46CE-A415-B857A716F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-315" y="317"/>
              <a:ext cx="62" cy="33"/>
            </a:xfrm>
            <a:custGeom>
              <a:avLst/>
              <a:gdLst>
                <a:gd name="T0" fmla="*/ 0 w 62"/>
                <a:gd name="T1" fmla="*/ 33 h 33"/>
                <a:gd name="T2" fmla="*/ 62 w 62"/>
                <a:gd name="T3" fmla="*/ 31 h 33"/>
                <a:gd name="T4" fmla="*/ 62 w 62"/>
                <a:gd name="T5" fmla="*/ 0 h 33"/>
                <a:gd name="T6" fmla="*/ 0 w 62"/>
                <a:gd name="T7" fmla="*/ 0 h 33"/>
                <a:gd name="T8" fmla="*/ 0 w 62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3">
                  <a:moveTo>
                    <a:pt x="0" y="33"/>
                  </a:moveTo>
                  <a:lnTo>
                    <a:pt x="62" y="31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3" name="Freeform 200">
              <a:extLst>
                <a:ext uri="{FF2B5EF4-FFF2-40B4-BE49-F238E27FC236}">
                  <a16:creationId xmlns:a16="http://schemas.microsoft.com/office/drawing/2014/main" id="{57792452-FA66-4846-AE73-6E649D8BB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2" y="329"/>
              <a:ext cx="11" cy="12"/>
            </a:xfrm>
            <a:custGeom>
              <a:avLst/>
              <a:gdLst>
                <a:gd name="T0" fmla="*/ 2 w 11"/>
                <a:gd name="T1" fmla="*/ 12 h 12"/>
                <a:gd name="T2" fmla="*/ 11 w 11"/>
                <a:gd name="T3" fmla="*/ 12 h 12"/>
                <a:gd name="T4" fmla="*/ 11 w 11"/>
                <a:gd name="T5" fmla="*/ 0 h 12"/>
                <a:gd name="T6" fmla="*/ 0 w 11"/>
                <a:gd name="T7" fmla="*/ 0 h 12"/>
                <a:gd name="T8" fmla="*/ 2 w 1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lnTo>
                    <a:pt x="11" y="12"/>
                  </a:lnTo>
                  <a:lnTo>
                    <a:pt x="11" y="0"/>
                  </a:lnTo>
                  <a:lnTo>
                    <a:pt x="0" y="0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4" name="Freeform 201">
              <a:extLst>
                <a:ext uri="{FF2B5EF4-FFF2-40B4-BE49-F238E27FC236}">
                  <a16:creationId xmlns:a16="http://schemas.microsoft.com/office/drawing/2014/main" id="{3E208995-C0F1-4C77-98FB-848834FA3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-115" y="198"/>
              <a:ext cx="173" cy="14"/>
            </a:xfrm>
            <a:custGeom>
              <a:avLst/>
              <a:gdLst>
                <a:gd name="T0" fmla="*/ 3 w 73"/>
                <a:gd name="T1" fmla="*/ 6 h 6"/>
                <a:gd name="T2" fmla="*/ 70 w 73"/>
                <a:gd name="T3" fmla="*/ 5 h 6"/>
                <a:gd name="T4" fmla="*/ 73 w 73"/>
                <a:gd name="T5" fmla="*/ 2 h 6"/>
                <a:gd name="T6" fmla="*/ 70 w 73"/>
                <a:gd name="T7" fmla="*/ 0 h 6"/>
                <a:gd name="T8" fmla="*/ 3 w 73"/>
                <a:gd name="T9" fmla="*/ 0 h 6"/>
                <a:gd name="T10" fmla="*/ 0 w 73"/>
                <a:gd name="T11" fmla="*/ 3 h 6"/>
                <a:gd name="T12" fmla="*/ 3 w 73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6">
                  <a:moveTo>
                    <a:pt x="3" y="6"/>
                  </a:moveTo>
                  <a:cubicBezTo>
                    <a:pt x="70" y="5"/>
                    <a:pt x="70" y="5"/>
                    <a:pt x="70" y="5"/>
                  </a:cubicBezTo>
                  <a:cubicBezTo>
                    <a:pt x="72" y="5"/>
                    <a:pt x="73" y="4"/>
                    <a:pt x="73" y="2"/>
                  </a:cubicBezTo>
                  <a:cubicBezTo>
                    <a:pt x="73" y="1"/>
                    <a:pt x="72" y="0"/>
                    <a:pt x="7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lose/>
                </a:path>
              </a:pathLst>
            </a:custGeom>
            <a:solidFill>
              <a:srgbClr val="C5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pic>
          <p:nvPicPr>
            <p:cNvPr id="1226" name="Picture 202">
              <a:extLst>
                <a:ext uri="{FF2B5EF4-FFF2-40B4-BE49-F238E27FC236}">
                  <a16:creationId xmlns:a16="http://schemas.microsoft.com/office/drawing/2014/main" id="{1EB4761A-EF95-4682-A618-763E35842B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" y="676"/>
              <a:ext cx="86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7" name="Picture 203">
              <a:extLst>
                <a:ext uri="{FF2B5EF4-FFF2-40B4-BE49-F238E27FC236}">
                  <a16:creationId xmlns:a16="http://schemas.microsoft.com/office/drawing/2014/main" id="{66D2A05C-73FD-4A79-8C11-E2EF8972F0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41" y="640"/>
              <a:ext cx="520" cy="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8" name="Picture 204">
              <a:extLst>
                <a:ext uri="{FF2B5EF4-FFF2-40B4-BE49-F238E27FC236}">
                  <a16:creationId xmlns:a16="http://schemas.microsoft.com/office/drawing/2014/main" id="{192CD779-58E1-446E-86FA-2CD7825B3C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5" y="849"/>
              <a:ext cx="71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" name="Picture 205">
              <a:extLst>
                <a:ext uri="{FF2B5EF4-FFF2-40B4-BE49-F238E27FC236}">
                  <a16:creationId xmlns:a16="http://schemas.microsoft.com/office/drawing/2014/main" id="{27954804-ECDC-4B4C-9FF9-477CD7EF7F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6" y="868"/>
              <a:ext cx="142" cy="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" name="Picture 206">
              <a:extLst>
                <a:ext uri="{FF2B5EF4-FFF2-40B4-BE49-F238E27FC236}">
                  <a16:creationId xmlns:a16="http://schemas.microsoft.com/office/drawing/2014/main" id="{FC61EB9B-0761-4858-8D05-A9D36CDC9E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5" y="778"/>
              <a:ext cx="71" cy="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1" name="Picture 207">
              <a:extLst>
                <a:ext uri="{FF2B5EF4-FFF2-40B4-BE49-F238E27FC236}">
                  <a16:creationId xmlns:a16="http://schemas.microsoft.com/office/drawing/2014/main" id="{385BC1BD-AD9C-4A3E-AE9C-AC2B45CDE8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5" y="921"/>
              <a:ext cx="71" cy="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" name="Picture 208">
              <a:extLst>
                <a:ext uri="{FF2B5EF4-FFF2-40B4-BE49-F238E27FC236}">
                  <a16:creationId xmlns:a16="http://schemas.microsoft.com/office/drawing/2014/main" id="{72979FFF-41BA-4426-8A98-4914970FE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6" y="940"/>
              <a:ext cx="142" cy="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5" name="Freeform 209">
              <a:extLst>
                <a:ext uri="{FF2B5EF4-FFF2-40B4-BE49-F238E27FC236}">
                  <a16:creationId xmlns:a16="http://schemas.microsoft.com/office/drawing/2014/main" id="{7BAE57E5-2A17-422E-8027-F9A8E5441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-583" y="288"/>
              <a:ext cx="285" cy="110"/>
            </a:xfrm>
            <a:custGeom>
              <a:avLst/>
              <a:gdLst>
                <a:gd name="T0" fmla="*/ 0 w 285"/>
                <a:gd name="T1" fmla="*/ 107 h 110"/>
                <a:gd name="T2" fmla="*/ 154 w 285"/>
                <a:gd name="T3" fmla="*/ 110 h 110"/>
                <a:gd name="T4" fmla="*/ 285 w 285"/>
                <a:gd name="T5" fmla="*/ 0 h 110"/>
                <a:gd name="T6" fmla="*/ 156 w 285"/>
                <a:gd name="T7" fmla="*/ 0 h 110"/>
                <a:gd name="T8" fmla="*/ 0 w 285"/>
                <a:gd name="T9" fmla="*/ 10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110">
                  <a:moveTo>
                    <a:pt x="0" y="107"/>
                  </a:moveTo>
                  <a:lnTo>
                    <a:pt x="154" y="110"/>
                  </a:lnTo>
                  <a:lnTo>
                    <a:pt x="285" y="0"/>
                  </a:lnTo>
                  <a:lnTo>
                    <a:pt x="156" y="0"/>
                  </a:lnTo>
                  <a:lnTo>
                    <a:pt x="0" y="107"/>
                  </a:lnTo>
                  <a:close/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6" name="Freeform 210">
              <a:extLst>
                <a:ext uri="{FF2B5EF4-FFF2-40B4-BE49-F238E27FC236}">
                  <a16:creationId xmlns:a16="http://schemas.microsoft.com/office/drawing/2014/main" id="{10C2EF70-8DF3-4D77-B5FC-83BC6B92B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-583" y="288"/>
              <a:ext cx="285" cy="110"/>
            </a:xfrm>
            <a:custGeom>
              <a:avLst/>
              <a:gdLst>
                <a:gd name="T0" fmla="*/ 0 w 285"/>
                <a:gd name="T1" fmla="*/ 107 h 110"/>
                <a:gd name="T2" fmla="*/ 154 w 285"/>
                <a:gd name="T3" fmla="*/ 110 h 110"/>
                <a:gd name="T4" fmla="*/ 285 w 285"/>
                <a:gd name="T5" fmla="*/ 0 h 110"/>
                <a:gd name="T6" fmla="*/ 156 w 285"/>
                <a:gd name="T7" fmla="*/ 0 h 110"/>
                <a:gd name="T8" fmla="*/ 0 w 285"/>
                <a:gd name="T9" fmla="*/ 10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110">
                  <a:moveTo>
                    <a:pt x="0" y="107"/>
                  </a:moveTo>
                  <a:lnTo>
                    <a:pt x="154" y="110"/>
                  </a:lnTo>
                  <a:lnTo>
                    <a:pt x="285" y="0"/>
                  </a:lnTo>
                  <a:lnTo>
                    <a:pt x="156" y="0"/>
                  </a:lnTo>
                  <a:lnTo>
                    <a:pt x="0" y="10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7" name="Freeform 211">
              <a:extLst>
                <a:ext uri="{FF2B5EF4-FFF2-40B4-BE49-F238E27FC236}">
                  <a16:creationId xmlns:a16="http://schemas.microsoft.com/office/drawing/2014/main" id="{261DFA9F-0E03-4FD7-9FB6-46FFCCFFC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-429" y="288"/>
              <a:ext cx="238" cy="112"/>
            </a:xfrm>
            <a:custGeom>
              <a:avLst/>
              <a:gdLst>
                <a:gd name="T0" fmla="*/ 131 w 238"/>
                <a:gd name="T1" fmla="*/ 0 h 112"/>
                <a:gd name="T2" fmla="*/ 238 w 238"/>
                <a:gd name="T3" fmla="*/ 0 h 112"/>
                <a:gd name="T4" fmla="*/ 154 w 238"/>
                <a:gd name="T5" fmla="*/ 112 h 112"/>
                <a:gd name="T6" fmla="*/ 0 w 238"/>
                <a:gd name="T7" fmla="*/ 110 h 112"/>
                <a:gd name="T8" fmla="*/ 131 w 238"/>
                <a:gd name="T9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" h="112">
                  <a:moveTo>
                    <a:pt x="131" y="0"/>
                  </a:moveTo>
                  <a:lnTo>
                    <a:pt x="238" y="0"/>
                  </a:lnTo>
                  <a:lnTo>
                    <a:pt x="154" y="112"/>
                  </a:lnTo>
                  <a:lnTo>
                    <a:pt x="0" y="110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8" name="Freeform 212">
              <a:extLst>
                <a:ext uri="{FF2B5EF4-FFF2-40B4-BE49-F238E27FC236}">
                  <a16:creationId xmlns:a16="http://schemas.microsoft.com/office/drawing/2014/main" id="{FFDFD1CD-FBE9-422E-88C3-9BF26614C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-429" y="288"/>
              <a:ext cx="238" cy="112"/>
            </a:xfrm>
            <a:custGeom>
              <a:avLst/>
              <a:gdLst>
                <a:gd name="T0" fmla="*/ 131 w 238"/>
                <a:gd name="T1" fmla="*/ 0 h 112"/>
                <a:gd name="T2" fmla="*/ 238 w 238"/>
                <a:gd name="T3" fmla="*/ 0 h 112"/>
                <a:gd name="T4" fmla="*/ 154 w 238"/>
                <a:gd name="T5" fmla="*/ 112 h 112"/>
                <a:gd name="T6" fmla="*/ 0 w 238"/>
                <a:gd name="T7" fmla="*/ 110 h 112"/>
                <a:gd name="T8" fmla="*/ 131 w 238"/>
                <a:gd name="T9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" h="112">
                  <a:moveTo>
                    <a:pt x="131" y="0"/>
                  </a:moveTo>
                  <a:lnTo>
                    <a:pt x="238" y="0"/>
                  </a:lnTo>
                  <a:lnTo>
                    <a:pt x="154" y="112"/>
                  </a:lnTo>
                  <a:lnTo>
                    <a:pt x="0" y="110"/>
                  </a:lnTo>
                  <a:lnTo>
                    <a:pt x="13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9" name="Freeform 213">
              <a:extLst>
                <a:ext uri="{FF2B5EF4-FFF2-40B4-BE49-F238E27FC236}">
                  <a16:creationId xmlns:a16="http://schemas.microsoft.com/office/drawing/2014/main" id="{6FCE5A45-CEBC-4E2C-879E-56C62A19D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7" y="288"/>
              <a:ext cx="200" cy="110"/>
            </a:xfrm>
            <a:custGeom>
              <a:avLst/>
              <a:gdLst>
                <a:gd name="T0" fmla="*/ 86 w 200"/>
                <a:gd name="T1" fmla="*/ 0 h 110"/>
                <a:gd name="T2" fmla="*/ 200 w 200"/>
                <a:gd name="T3" fmla="*/ 3 h 110"/>
                <a:gd name="T4" fmla="*/ 155 w 200"/>
                <a:gd name="T5" fmla="*/ 110 h 110"/>
                <a:gd name="T6" fmla="*/ 0 w 200"/>
                <a:gd name="T7" fmla="*/ 110 h 110"/>
                <a:gd name="T8" fmla="*/ 86 w 20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10">
                  <a:moveTo>
                    <a:pt x="86" y="0"/>
                  </a:moveTo>
                  <a:lnTo>
                    <a:pt x="200" y="3"/>
                  </a:lnTo>
                  <a:lnTo>
                    <a:pt x="155" y="110"/>
                  </a:lnTo>
                  <a:lnTo>
                    <a:pt x="0" y="11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0" name="Freeform 214">
              <a:extLst>
                <a:ext uri="{FF2B5EF4-FFF2-40B4-BE49-F238E27FC236}">
                  <a16:creationId xmlns:a16="http://schemas.microsoft.com/office/drawing/2014/main" id="{65061DB9-41C4-485C-A8BB-F23997807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7" y="288"/>
              <a:ext cx="200" cy="110"/>
            </a:xfrm>
            <a:custGeom>
              <a:avLst/>
              <a:gdLst>
                <a:gd name="T0" fmla="*/ 86 w 200"/>
                <a:gd name="T1" fmla="*/ 0 h 110"/>
                <a:gd name="T2" fmla="*/ 200 w 200"/>
                <a:gd name="T3" fmla="*/ 3 h 110"/>
                <a:gd name="T4" fmla="*/ 155 w 200"/>
                <a:gd name="T5" fmla="*/ 110 h 110"/>
                <a:gd name="T6" fmla="*/ 0 w 200"/>
                <a:gd name="T7" fmla="*/ 110 h 110"/>
                <a:gd name="T8" fmla="*/ 86 w 20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10">
                  <a:moveTo>
                    <a:pt x="86" y="0"/>
                  </a:moveTo>
                  <a:lnTo>
                    <a:pt x="200" y="3"/>
                  </a:lnTo>
                  <a:lnTo>
                    <a:pt x="155" y="110"/>
                  </a:lnTo>
                  <a:lnTo>
                    <a:pt x="0" y="110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1" name="Freeform 215">
              <a:extLst>
                <a:ext uri="{FF2B5EF4-FFF2-40B4-BE49-F238E27FC236}">
                  <a16:creationId xmlns:a16="http://schemas.microsoft.com/office/drawing/2014/main" id="{CA06D3A2-6A40-45FA-B7F5-CE3C6D14F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2" y="291"/>
              <a:ext cx="152" cy="109"/>
            </a:xfrm>
            <a:custGeom>
              <a:avLst/>
              <a:gdLst>
                <a:gd name="T0" fmla="*/ 0 w 152"/>
                <a:gd name="T1" fmla="*/ 107 h 109"/>
                <a:gd name="T2" fmla="*/ 45 w 152"/>
                <a:gd name="T3" fmla="*/ 0 h 109"/>
                <a:gd name="T4" fmla="*/ 114 w 152"/>
                <a:gd name="T5" fmla="*/ 0 h 109"/>
                <a:gd name="T6" fmla="*/ 152 w 152"/>
                <a:gd name="T7" fmla="*/ 109 h 109"/>
                <a:gd name="T8" fmla="*/ 0 w 152"/>
                <a:gd name="T9" fmla="*/ 10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09">
                  <a:moveTo>
                    <a:pt x="0" y="107"/>
                  </a:moveTo>
                  <a:lnTo>
                    <a:pt x="45" y="0"/>
                  </a:lnTo>
                  <a:lnTo>
                    <a:pt x="114" y="0"/>
                  </a:lnTo>
                  <a:lnTo>
                    <a:pt x="152" y="109"/>
                  </a:lnTo>
                  <a:lnTo>
                    <a:pt x="0" y="107"/>
                  </a:lnTo>
                  <a:close/>
                </a:path>
              </a:pathLst>
            </a:custGeom>
            <a:solidFill>
              <a:srgbClr val="FFF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2" name="Freeform 216">
              <a:extLst>
                <a:ext uri="{FF2B5EF4-FFF2-40B4-BE49-F238E27FC236}">
                  <a16:creationId xmlns:a16="http://schemas.microsoft.com/office/drawing/2014/main" id="{69A1029C-8A36-4633-8334-2A90A5689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2" y="291"/>
              <a:ext cx="152" cy="109"/>
            </a:xfrm>
            <a:custGeom>
              <a:avLst/>
              <a:gdLst>
                <a:gd name="T0" fmla="*/ 0 w 152"/>
                <a:gd name="T1" fmla="*/ 107 h 109"/>
                <a:gd name="T2" fmla="*/ 45 w 152"/>
                <a:gd name="T3" fmla="*/ 0 h 109"/>
                <a:gd name="T4" fmla="*/ 114 w 152"/>
                <a:gd name="T5" fmla="*/ 0 h 109"/>
                <a:gd name="T6" fmla="*/ 152 w 152"/>
                <a:gd name="T7" fmla="*/ 109 h 109"/>
                <a:gd name="T8" fmla="*/ 0 w 152"/>
                <a:gd name="T9" fmla="*/ 10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09">
                  <a:moveTo>
                    <a:pt x="0" y="107"/>
                  </a:moveTo>
                  <a:lnTo>
                    <a:pt x="45" y="0"/>
                  </a:lnTo>
                  <a:lnTo>
                    <a:pt x="114" y="0"/>
                  </a:lnTo>
                  <a:lnTo>
                    <a:pt x="152" y="109"/>
                  </a:lnTo>
                  <a:lnTo>
                    <a:pt x="0" y="10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3" name="Freeform 217">
              <a:extLst>
                <a:ext uri="{FF2B5EF4-FFF2-40B4-BE49-F238E27FC236}">
                  <a16:creationId xmlns:a16="http://schemas.microsoft.com/office/drawing/2014/main" id="{BFFDF4EA-6C8F-42A7-815C-8F11DE2AF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-8" y="291"/>
              <a:ext cx="192" cy="109"/>
            </a:xfrm>
            <a:custGeom>
              <a:avLst/>
              <a:gdLst>
                <a:gd name="T0" fmla="*/ 0 w 192"/>
                <a:gd name="T1" fmla="*/ 0 h 109"/>
                <a:gd name="T2" fmla="*/ 111 w 192"/>
                <a:gd name="T3" fmla="*/ 0 h 109"/>
                <a:gd name="T4" fmla="*/ 192 w 192"/>
                <a:gd name="T5" fmla="*/ 109 h 109"/>
                <a:gd name="T6" fmla="*/ 38 w 192"/>
                <a:gd name="T7" fmla="*/ 109 h 109"/>
                <a:gd name="T8" fmla="*/ 0 w 192"/>
                <a:gd name="T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109">
                  <a:moveTo>
                    <a:pt x="0" y="0"/>
                  </a:moveTo>
                  <a:lnTo>
                    <a:pt x="111" y="0"/>
                  </a:lnTo>
                  <a:lnTo>
                    <a:pt x="192" y="109"/>
                  </a:lnTo>
                  <a:lnTo>
                    <a:pt x="38" y="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4" name="Freeform 218">
              <a:extLst>
                <a:ext uri="{FF2B5EF4-FFF2-40B4-BE49-F238E27FC236}">
                  <a16:creationId xmlns:a16="http://schemas.microsoft.com/office/drawing/2014/main" id="{9F31A1A3-3188-4DF6-875D-CBC2157B1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-8" y="291"/>
              <a:ext cx="192" cy="109"/>
            </a:xfrm>
            <a:custGeom>
              <a:avLst/>
              <a:gdLst>
                <a:gd name="T0" fmla="*/ 0 w 192"/>
                <a:gd name="T1" fmla="*/ 0 h 109"/>
                <a:gd name="T2" fmla="*/ 111 w 192"/>
                <a:gd name="T3" fmla="*/ 0 h 109"/>
                <a:gd name="T4" fmla="*/ 192 w 192"/>
                <a:gd name="T5" fmla="*/ 109 h 109"/>
                <a:gd name="T6" fmla="*/ 38 w 192"/>
                <a:gd name="T7" fmla="*/ 109 h 109"/>
                <a:gd name="T8" fmla="*/ 0 w 192"/>
                <a:gd name="T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109">
                  <a:moveTo>
                    <a:pt x="0" y="0"/>
                  </a:moveTo>
                  <a:lnTo>
                    <a:pt x="111" y="0"/>
                  </a:lnTo>
                  <a:lnTo>
                    <a:pt x="192" y="109"/>
                  </a:lnTo>
                  <a:lnTo>
                    <a:pt x="38" y="10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5" name="Freeform 219">
              <a:extLst>
                <a:ext uri="{FF2B5EF4-FFF2-40B4-BE49-F238E27FC236}">
                  <a16:creationId xmlns:a16="http://schemas.microsoft.com/office/drawing/2014/main" id="{1A1B0B18-8FDD-4B54-B8CB-7460A05BE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" y="291"/>
              <a:ext cx="239" cy="111"/>
            </a:xfrm>
            <a:custGeom>
              <a:avLst/>
              <a:gdLst>
                <a:gd name="T0" fmla="*/ 0 w 239"/>
                <a:gd name="T1" fmla="*/ 0 h 111"/>
                <a:gd name="T2" fmla="*/ 109 w 239"/>
                <a:gd name="T3" fmla="*/ 0 h 111"/>
                <a:gd name="T4" fmla="*/ 239 w 239"/>
                <a:gd name="T5" fmla="*/ 111 h 111"/>
                <a:gd name="T6" fmla="*/ 85 w 239"/>
                <a:gd name="T7" fmla="*/ 109 h 111"/>
                <a:gd name="T8" fmla="*/ 0 w 239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9" h="111">
                  <a:moveTo>
                    <a:pt x="0" y="0"/>
                  </a:moveTo>
                  <a:lnTo>
                    <a:pt x="109" y="0"/>
                  </a:lnTo>
                  <a:lnTo>
                    <a:pt x="239" y="111"/>
                  </a:lnTo>
                  <a:lnTo>
                    <a:pt x="85" y="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6" name="Freeform 220">
              <a:extLst>
                <a:ext uri="{FF2B5EF4-FFF2-40B4-BE49-F238E27FC236}">
                  <a16:creationId xmlns:a16="http://schemas.microsoft.com/office/drawing/2014/main" id="{5E12E579-956C-441F-B855-BEF4418A6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" y="291"/>
              <a:ext cx="239" cy="111"/>
            </a:xfrm>
            <a:custGeom>
              <a:avLst/>
              <a:gdLst>
                <a:gd name="T0" fmla="*/ 0 w 239"/>
                <a:gd name="T1" fmla="*/ 0 h 111"/>
                <a:gd name="T2" fmla="*/ 109 w 239"/>
                <a:gd name="T3" fmla="*/ 0 h 111"/>
                <a:gd name="T4" fmla="*/ 239 w 239"/>
                <a:gd name="T5" fmla="*/ 111 h 111"/>
                <a:gd name="T6" fmla="*/ 85 w 239"/>
                <a:gd name="T7" fmla="*/ 109 h 111"/>
                <a:gd name="T8" fmla="*/ 0 w 239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9" h="111">
                  <a:moveTo>
                    <a:pt x="0" y="0"/>
                  </a:moveTo>
                  <a:lnTo>
                    <a:pt x="109" y="0"/>
                  </a:lnTo>
                  <a:lnTo>
                    <a:pt x="239" y="111"/>
                  </a:lnTo>
                  <a:lnTo>
                    <a:pt x="85" y="10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7" name="Freeform 221">
              <a:extLst>
                <a:ext uri="{FF2B5EF4-FFF2-40B4-BE49-F238E27FC236}">
                  <a16:creationId xmlns:a16="http://schemas.microsoft.com/office/drawing/2014/main" id="{DF9D7ECB-F1AB-401E-9F64-ADCA94341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" y="291"/>
              <a:ext cx="285" cy="111"/>
            </a:xfrm>
            <a:custGeom>
              <a:avLst/>
              <a:gdLst>
                <a:gd name="T0" fmla="*/ 0 w 285"/>
                <a:gd name="T1" fmla="*/ 0 h 111"/>
                <a:gd name="T2" fmla="*/ 130 w 285"/>
                <a:gd name="T3" fmla="*/ 2 h 111"/>
                <a:gd name="T4" fmla="*/ 285 w 285"/>
                <a:gd name="T5" fmla="*/ 111 h 111"/>
                <a:gd name="T6" fmla="*/ 130 w 285"/>
                <a:gd name="T7" fmla="*/ 111 h 111"/>
                <a:gd name="T8" fmla="*/ 0 w 285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111">
                  <a:moveTo>
                    <a:pt x="0" y="0"/>
                  </a:moveTo>
                  <a:lnTo>
                    <a:pt x="130" y="2"/>
                  </a:lnTo>
                  <a:lnTo>
                    <a:pt x="285" y="111"/>
                  </a:lnTo>
                  <a:lnTo>
                    <a:pt x="13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8" name="Freeform 222">
              <a:extLst>
                <a:ext uri="{FF2B5EF4-FFF2-40B4-BE49-F238E27FC236}">
                  <a16:creationId xmlns:a16="http://schemas.microsoft.com/office/drawing/2014/main" id="{09F60F52-29C3-4219-9D38-56DDA0F99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" y="291"/>
              <a:ext cx="285" cy="111"/>
            </a:xfrm>
            <a:custGeom>
              <a:avLst/>
              <a:gdLst>
                <a:gd name="T0" fmla="*/ 0 w 285"/>
                <a:gd name="T1" fmla="*/ 0 h 111"/>
                <a:gd name="T2" fmla="*/ 130 w 285"/>
                <a:gd name="T3" fmla="*/ 2 h 111"/>
                <a:gd name="T4" fmla="*/ 285 w 285"/>
                <a:gd name="T5" fmla="*/ 111 h 111"/>
                <a:gd name="T6" fmla="*/ 130 w 285"/>
                <a:gd name="T7" fmla="*/ 111 h 111"/>
                <a:gd name="T8" fmla="*/ 0 w 285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111">
                  <a:moveTo>
                    <a:pt x="0" y="0"/>
                  </a:moveTo>
                  <a:lnTo>
                    <a:pt x="130" y="2"/>
                  </a:lnTo>
                  <a:lnTo>
                    <a:pt x="285" y="111"/>
                  </a:lnTo>
                  <a:lnTo>
                    <a:pt x="130" y="11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9" name="Freeform 223">
              <a:extLst>
                <a:ext uri="{FF2B5EF4-FFF2-40B4-BE49-F238E27FC236}">
                  <a16:creationId xmlns:a16="http://schemas.microsoft.com/office/drawing/2014/main" id="{0A2850C3-D439-4F96-A2A9-0ADEB7785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-583" y="395"/>
              <a:ext cx="154" cy="124"/>
            </a:xfrm>
            <a:custGeom>
              <a:avLst/>
              <a:gdLst>
                <a:gd name="T0" fmla="*/ 65 w 65"/>
                <a:gd name="T1" fmla="*/ 1 h 52"/>
                <a:gd name="T2" fmla="*/ 0 w 65"/>
                <a:gd name="T3" fmla="*/ 0 h 52"/>
                <a:gd name="T4" fmla="*/ 0 w 65"/>
                <a:gd name="T5" fmla="*/ 26 h 52"/>
                <a:gd name="T6" fmla="*/ 0 w 65"/>
                <a:gd name="T7" fmla="*/ 26 h 52"/>
                <a:gd name="T8" fmla="*/ 32 w 65"/>
                <a:gd name="T9" fmla="*/ 52 h 52"/>
                <a:gd name="T10" fmla="*/ 65 w 65"/>
                <a:gd name="T11" fmla="*/ 27 h 52"/>
                <a:gd name="T12" fmla="*/ 65 w 65"/>
                <a:gd name="T13" fmla="*/ 27 h 52"/>
                <a:gd name="T14" fmla="*/ 65 w 65"/>
                <a:gd name="T15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2">
                  <a:moveTo>
                    <a:pt x="65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40"/>
                    <a:pt x="14" y="52"/>
                    <a:pt x="32" y="52"/>
                  </a:cubicBezTo>
                  <a:cubicBezTo>
                    <a:pt x="50" y="52"/>
                    <a:pt x="64" y="41"/>
                    <a:pt x="65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5" y="1"/>
                    <a:pt x="65" y="1"/>
                    <a:pt x="65" y="1"/>
                  </a:cubicBezTo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0" name="Freeform 224">
              <a:extLst>
                <a:ext uri="{FF2B5EF4-FFF2-40B4-BE49-F238E27FC236}">
                  <a16:creationId xmlns:a16="http://schemas.microsoft.com/office/drawing/2014/main" id="{368D7B0D-4C21-4484-B155-126BC084F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9" y="398"/>
              <a:ext cx="157" cy="123"/>
            </a:xfrm>
            <a:custGeom>
              <a:avLst/>
              <a:gdLst>
                <a:gd name="T0" fmla="*/ 66 w 66"/>
                <a:gd name="T1" fmla="*/ 0 h 52"/>
                <a:gd name="T2" fmla="*/ 1 w 66"/>
                <a:gd name="T3" fmla="*/ 0 h 52"/>
                <a:gd name="T4" fmla="*/ 0 w 66"/>
                <a:gd name="T5" fmla="*/ 26 h 52"/>
                <a:gd name="T6" fmla="*/ 0 w 66"/>
                <a:gd name="T7" fmla="*/ 26 h 52"/>
                <a:gd name="T8" fmla="*/ 33 w 66"/>
                <a:gd name="T9" fmla="*/ 52 h 52"/>
                <a:gd name="T10" fmla="*/ 65 w 66"/>
                <a:gd name="T11" fmla="*/ 27 h 52"/>
                <a:gd name="T12" fmla="*/ 65 w 66"/>
                <a:gd name="T13" fmla="*/ 27 h 52"/>
                <a:gd name="T14" fmla="*/ 66 w 66"/>
                <a:gd name="T1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52">
                  <a:moveTo>
                    <a:pt x="6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" y="40"/>
                    <a:pt x="15" y="52"/>
                    <a:pt x="33" y="52"/>
                  </a:cubicBezTo>
                  <a:cubicBezTo>
                    <a:pt x="50" y="52"/>
                    <a:pt x="65" y="41"/>
                    <a:pt x="65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6" y="0"/>
                    <a:pt x="66" y="0"/>
                    <a:pt x="66" y="0"/>
                  </a:cubicBezTo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1" name="Freeform 225">
              <a:extLst>
                <a:ext uri="{FF2B5EF4-FFF2-40B4-BE49-F238E27FC236}">
                  <a16:creationId xmlns:a16="http://schemas.microsoft.com/office/drawing/2014/main" id="{34D60A97-6A10-4DF9-88F4-3265EB9B5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5" y="398"/>
              <a:ext cx="155" cy="123"/>
            </a:xfrm>
            <a:custGeom>
              <a:avLst/>
              <a:gdLst>
                <a:gd name="T0" fmla="*/ 65 w 65"/>
                <a:gd name="T1" fmla="*/ 1 h 52"/>
                <a:gd name="T2" fmla="*/ 0 w 65"/>
                <a:gd name="T3" fmla="*/ 0 h 52"/>
                <a:gd name="T4" fmla="*/ 0 w 65"/>
                <a:gd name="T5" fmla="*/ 27 h 52"/>
                <a:gd name="T6" fmla="*/ 0 w 65"/>
                <a:gd name="T7" fmla="*/ 27 h 52"/>
                <a:gd name="T8" fmla="*/ 33 w 65"/>
                <a:gd name="T9" fmla="*/ 52 h 52"/>
                <a:gd name="T10" fmla="*/ 65 w 65"/>
                <a:gd name="T11" fmla="*/ 27 h 52"/>
                <a:gd name="T12" fmla="*/ 65 w 65"/>
                <a:gd name="T13" fmla="*/ 27 h 52"/>
                <a:gd name="T14" fmla="*/ 65 w 65"/>
                <a:gd name="T15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2">
                  <a:moveTo>
                    <a:pt x="65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41"/>
                    <a:pt x="15" y="52"/>
                    <a:pt x="33" y="52"/>
                  </a:cubicBezTo>
                  <a:cubicBezTo>
                    <a:pt x="50" y="52"/>
                    <a:pt x="65" y="41"/>
                    <a:pt x="65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5" y="1"/>
                    <a:pt x="65" y="1"/>
                    <a:pt x="65" y="1"/>
                  </a:cubicBezTo>
                </a:path>
              </a:pathLst>
            </a:custGeom>
            <a:solidFill>
              <a:srgbClr val="FFF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3" name="Freeform 226">
              <a:extLst>
                <a:ext uri="{FF2B5EF4-FFF2-40B4-BE49-F238E27FC236}">
                  <a16:creationId xmlns:a16="http://schemas.microsoft.com/office/drawing/2014/main" id="{6262D0D6-FEE9-42B7-93A2-8556481C3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" y="400"/>
              <a:ext cx="154" cy="124"/>
            </a:xfrm>
            <a:custGeom>
              <a:avLst/>
              <a:gdLst>
                <a:gd name="T0" fmla="*/ 65 w 65"/>
                <a:gd name="T1" fmla="*/ 0 h 52"/>
                <a:gd name="T2" fmla="*/ 0 w 65"/>
                <a:gd name="T3" fmla="*/ 0 h 52"/>
                <a:gd name="T4" fmla="*/ 0 w 65"/>
                <a:gd name="T5" fmla="*/ 26 h 52"/>
                <a:gd name="T6" fmla="*/ 0 w 65"/>
                <a:gd name="T7" fmla="*/ 26 h 52"/>
                <a:gd name="T8" fmla="*/ 32 w 65"/>
                <a:gd name="T9" fmla="*/ 52 h 52"/>
                <a:gd name="T10" fmla="*/ 65 w 65"/>
                <a:gd name="T11" fmla="*/ 26 h 52"/>
                <a:gd name="T12" fmla="*/ 65 w 65"/>
                <a:gd name="T13" fmla="*/ 26 h 52"/>
                <a:gd name="T14" fmla="*/ 65 w 65"/>
                <a:gd name="T1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2">
                  <a:moveTo>
                    <a:pt x="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40"/>
                    <a:pt x="15" y="51"/>
                    <a:pt x="32" y="52"/>
                  </a:cubicBezTo>
                  <a:cubicBezTo>
                    <a:pt x="50" y="52"/>
                    <a:pt x="65" y="40"/>
                    <a:pt x="65" y="26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65" y="0"/>
                    <a:pt x="65" y="0"/>
                    <a:pt x="65" y="0"/>
                  </a:cubicBezTo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4" name="Freeform 227">
              <a:extLst>
                <a:ext uri="{FF2B5EF4-FFF2-40B4-BE49-F238E27FC236}">
                  <a16:creationId xmlns:a16="http://schemas.microsoft.com/office/drawing/2014/main" id="{8B20BC73-4DA3-4014-AC47-1E7708DBD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" y="402"/>
              <a:ext cx="155" cy="122"/>
            </a:xfrm>
            <a:custGeom>
              <a:avLst/>
              <a:gdLst>
                <a:gd name="T0" fmla="*/ 65 w 65"/>
                <a:gd name="T1" fmla="*/ 0 h 51"/>
                <a:gd name="T2" fmla="*/ 0 w 65"/>
                <a:gd name="T3" fmla="*/ 0 h 51"/>
                <a:gd name="T4" fmla="*/ 0 w 65"/>
                <a:gd name="T5" fmla="*/ 26 h 51"/>
                <a:gd name="T6" fmla="*/ 0 w 65"/>
                <a:gd name="T7" fmla="*/ 26 h 51"/>
                <a:gd name="T8" fmla="*/ 32 w 65"/>
                <a:gd name="T9" fmla="*/ 51 h 51"/>
                <a:gd name="T10" fmla="*/ 65 w 65"/>
                <a:gd name="T11" fmla="*/ 26 h 51"/>
                <a:gd name="T12" fmla="*/ 65 w 65"/>
                <a:gd name="T13" fmla="*/ 26 h 51"/>
                <a:gd name="T14" fmla="*/ 65 w 65"/>
                <a:gd name="T15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1">
                  <a:moveTo>
                    <a:pt x="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40"/>
                    <a:pt x="14" y="51"/>
                    <a:pt x="32" y="51"/>
                  </a:cubicBezTo>
                  <a:cubicBezTo>
                    <a:pt x="50" y="51"/>
                    <a:pt x="64" y="40"/>
                    <a:pt x="65" y="26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65" y="0"/>
                    <a:pt x="65" y="0"/>
                    <a:pt x="65" y="0"/>
                  </a:cubicBezTo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5" name="Freeform 228">
              <a:extLst>
                <a:ext uri="{FF2B5EF4-FFF2-40B4-BE49-F238E27FC236}">
                  <a16:creationId xmlns:a16="http://schemas.microsoft.com/office/drawing/2014/main" id="{96C0C113-20E5-444D-9978-CEEA6C817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" y="400"/>
              <a:ext cx="154" cy="124"/>
            </a:xfrm>
            <a:custGeom>
              <a:avLst/>
              <a:gdLst>
                <a:gd name="T0" fmla="*/ 65 w 65"/>
                <a:gd name="T1" fmla="*/ 1 h 52"/>
                <a:gd name="T2" fmla="*/ 0 w 65"/>
                <a:gd name="T3" fmla="*/ 0 h 52"/>
                <a:gd name="T4" fmla="*/ 0 w 65"/>
                <a:gd name="T5" fmla="*/ 26 h 52"/>
                <a:gd name="T6" fmla="*/ 0 w 65"/>
                <a:gd name="T7" fmla="*/ 26 h 52"/>
                <a:gd name="T8" fmla="*/ 32 w 65"/>
                <a:gd name="T9" fmla="*/ 52 h 52"/>
                <a:gd name="T10" fmla="*/ 65 w 65"/>
                <a:gd name="T11" fmla="*/ 27 h 52"/>
                <a:gd name="T12" fmla="*/ 65 w 65"/>
                <a:gd name="T13" fmla="*/ 27 h 52"/>
                <a:gd name="T14" fmla="*/ 65 w 65"/>
                <a:gd name="T15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2">
                  <a:moveTo>
                    <a:pt x="65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40"/>
                    <a:pt x="14" y="52"/>
                    <a:pt x="32" y="52"/>
                  </a:cubicBezTo>
                  <a:cubicBezTo>
                    <a:pt x="50" y="52"/>
                    <a:pt x="64" y="41"/>
                    <a:pt x="65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5" y="1"/>
                    <a:pt x="65" y="1"/>
                    <a:pt x="65" y="1"/>
                  </a:cubicBezTo>
                </a:path>
              </a:pathLst>
            </a:custGeom>
            <a:solidFill>
              <a:srgbClr val="FFF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6" name="Freeform 229">
              <a:extLst>
                <a:ext uri="{FF2B5EF4-FFF2-40B4-BE49-F238E27FC236}">
                  <a16:creationId xmlns:a16="http://schemas.microsoft.com/office/drawing/2014/main" id="{90C95003-F00A-427C-A81F-3549BF83F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-429" y="398"/>
              <a:ext cx="152" cy="121"/>
            </a:xfrm>
            <a:custGeom>
              <a:avLst/>
              <a:gdLst>
                <a:gd name="T0" fmla="*/ 64 w 64"/>
                <a:gd name="T1" fmla="*/ 0 h 51"/>
                <a:gd name="T2" fmla="*/ 0 w 64"/>
                <a:gd name="T3" fmla="*/ 0 h 51"/>
                <a:gd name="T4" fmla="*/ 0 w 64"/>
                <a:gd name="T5" fmla="*/ 26 h 51"/>
                <a:gd name="T6" fmla="*/ 0 w 64"/>
                <a:gd name="T7" fmla="*/ 26 h 51"/>
                <a:gd name="T8" fmla="*/ 31 w 64"/>
                <a:gd name="T9" fmla="*/ 51 h 51"/>
                <a:gd name="T10" fmla="*/ 63 w 64"/>
                <a:gd name="T11" fmla="*/ 26 h 51"/>
                <a:gd name="T12" fmla="*/ 63 w 64"/>
                <a:gd name="T13" fmla="*/ 26 h 51"/>
                <a:gd name="T14" fmla="*/ 64 w 64"/>
                <a:gd name="T15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51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40"/>
                    <a:pt x="14" y="51"/>
                    <a:pt x="31" y="51"/>
                  </a:cubicBezTo>
                  <a:cubicBezTo>
                    <a:pt x="49" y="51"/>
                    <a:pt x="63" y="40"/>
                    <a:pt x="63" y="26"/>
                  </a:cubicBezTo>
                  <a:cubicBezTo>
                    <a:pt x="63" y="26"/>
                    <a:pt x="63" y="26"/>
                    <a:pt x="63" y="26"/>
                  </a:cubicBezTo>
                  <a:cubicBezTo>
                    <a:pt x="64" y="0"/>
                    <a:pt x="64" y="0"/>
                    <a:pt x="64" y="0"/>
                  </a:cubicBezTo>
                </a:path>
              </a:pathLst>
            </a:cu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7" name="Freeform 230">
              <a:extLst>
                <a:ext uri="{FF2B5EF4-FFF2-40B4-BE49-F238E27FC236}">
                  <a16:creationId xmlns:a16="http://schemas.microsoft.com/office/drawing/2014/main" id="{30A7AE4E-32D2-4852-94C1-643ECB0AA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-507" y="51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A01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9" name="Freeform 231">
              <a:extLst>
                <a:ext uri="{FF2B5EF4-FFF2-40B4-BE49-F238E27FC236}">
                  <a16:creationId xmlns:a16="http://schemas.microsoft.com/office/drawing/2014/main" id="{6EB76C44-0793-43AE-AE13-8E8BAF15A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-583" y="395"/>
              <a:ext cx="154" cy="3"/>
            </a:xfrm>
            <a:custGeom>
              <a:avLst/>
              <a:gdLst>
                <a:gd name="T0" fmla="*/ 0 w 154"/>
                <a:gd name="T1" fmla="*/ 0 h 3"/>
                <a:gd name="T2" fmla="*/ 0 w 154"/>
                <a:gd name="T3" fmla="*/ 0 h 3"/>
                <a:gd name="T4" fmla="*/ 154 w 154"/>
                <a:gd name="T5" fmla="*/ 3 h 3"/>
                <a:gd name="T6" fmla="*/ 0 w 15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3">
                  <a:moveTo>
                    <a:pt x="0" y="0"/>
                  </a:moveTo>
                  <a:lnTo>
                    <a:pt x="0" y="0"/>
                  </a:lnTo>
                  <a:lnTo>
                    <a:pt x="154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06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0" name="Freeform 232">
              <a:extLst>
                <a:ext uri="{FF2B5EF4-FFF2-40B4-BE49-F238E27FC236}">
                  <a16:creationId xmlns:a16="http://schemas.microsoft.com/office/drawing/2014/main" id="{3AD35496-99AE-4979-BFAE-0725C06BD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-583" y="395"/>
              <a:ext cx="154" cy="3"/>
            </a:xfrm>
            <a:custGeom>
              <a:avLst/>
              <a:gdLst>
                <a:gd name="T0" fmla="*/ 0 w 154"/>
                <a:gd name="T1" fmla="*/ 0 h 3"/>
                <a:gd name="T2" fmla="*/ 0 w 154"/>
                <a:gd name="T3" fmla="*/ 0 h 3"/>
                <a:gd name="T4" fmla="*/ 154 w 154"/>
                <a:gd name="T5" fmla="*/ 3 h 3"/>
                <a:gd name="T6" fmla="*/ 0 w 15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3">
                  <a:moveTo>
                    <a:pt x="0" y="0"/>
                  </a:moveTo>
                  <a:lnTo>
                    <a:pt x="0" y="0"/>
                  </a:lnTo>
                  <a:lnTo>
                    <a:pt x="154" y="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1" name="Freeform 233">
              <a:extLst>
                <a:ext uri="{FF2B5EF4-FFF2-40B4-BE49-F238E27FC236}">
                  <a16:creationId xmlns:a16="http://schemas.microsoft.com/office/drawing/2014/main" id="{77208EA0-7339-46E8-ABE6-D900E3D2A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-583" y="395"/>
              <a:ext cx="154" cy="124"/>
            </a:xfrm>
            <a:custGeom>
              <a:avLst/>
              <a:gdLst>
                <a:gd name="T0" fmla="*/ 0 w 65"/>
                <a:gd name="T1" fmla="*/ 0 h 52"/>
                <a:gd name="T2" fmla="*/ 0 w 65"/>
                <a:gd name="T3" fmla="*/ 26 h 52"/>
                <a:gd name="T4" fmla="*/ 0 w 65"/>
                <a:gd name="T5" fmla="*/ 26 h 52"/>
                <a:gd name="T6" fmla="*/ 32 w 65"/>
                <a:gd name="T7" fmla="*/ 52 h 52"/>
                <a:gd name="T8" fmla="*/ 32 w 65"/>
                <a:gd name="T9" fmla="*/ 52 h 52"/>
                <a:gd name="T10" fmla="*/ 32 w 65"/>
                <a:gd name="T11" fmla="*/ 52 h 52"/>
                <a:gd name="T12" fmla="*/ 32 w 65"/>
                <a:gd name="T13" fmla="*/ 52 h 52"/>
                <a:gd name="T14" fmla="*/ 65 w 65"/>
                <a:gd name="T15" fmla="*/ 27 h 52"/>
                <a:gd name="T16" fmla="*/ 65 w 65"/>
                <a:gd name="T17" fmla="*/ 27 h 52"/>
                <a:gd name="T18" fmla="*/ 65 w 65"/>
                <a:gd name="T19" fmla="*/ 1 h 52"/>
                <a:gd name="T20" fmla="*/ 0 w 65"/>
                <a:gd name="T21" fmla="*/ 0 h 52"/>
                <a:gd name="T22" fmla="*/ 0 w 65"/>
                <a:gd name="T23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5" h="52">
                  <a:moveTo>
                    <a:pt x="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40"/>
                    <a:pt x="14" y="52"/>
                    <a:pt x="32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50" y="52"/>
                    <a:pt x="64" y="41"/>
                    <a:pt x="65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F06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2" name="Freeform 234">
              <a:extLst>
                <a:ext uri="{FF2B5EF4-FFF2-40B4-BE49-F238E27FC236}">
                  <a16:creationId xmlns:a16="http://schemas.microsoft.com/office/drawing/2014/main" id="{01F29DBA-9A9E-4729-8E99-1F09AEA49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0" y="462"/>
              <a:ext cx="41" cy="50"/>
            </a:xfrm>
            <a:custGeom>
              <a:avLst/>
              <a:gdLst>
                <a:gd name="T0" fmla="*/ 17 w 17"/>
                <a:gd name="T1" fmla="*/ 0 h 21"/>
                <a:gd name="T2" fmla="*/ 0 w 17"/>
                <a:gd name="T3" fmla="*/ 21 h 21"/>
                <a:gd name="T4" fmla="*/ 17 w 17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1">
                  <a:moveTo>
                    <a:pt x="17" y="0"/>
                  </a:moveTo>
                  <a:cubicBezTo>
                    <a:pt x="17" y="9"/>
                    <a:pt x="10" y="17"/>
                    <a:pt x="0" y="21"/>
                  </a:cubicBezTo>
                  <a:cubicBezTo>
                    <a:pt x="10" y="17"/>
                    <a:pt x="17" y="9"/>
                    <a:pt x="17" y="0"/>
                  </a:cubicBezTo>
                </a:path>
              </a:pathLst>
            </a:custGeom>
            <a:solidFill>
              <a:srgbClr val="2F06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3" name="Rectangle 235">
              <a:extLst>
                <a:ext uri="{FF2B5EF4-FFF2-40B4-BE49-F238E27FC236}">
                  <a16:creationId xmlns:a16="http://schemas.microsoft.com/office/drawing/2014/main" id="{746ED2D7-687E-45EB-9BA3-690D54167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29" y="398"/>
              <a:ext cx="152" cy="1"/>
            </a:xfrm>
            <a:prstGeom prst="rect">
              <a:avLst/>
            </a:prstGeom>
            <a:solidFill>
              <a:srgbClr val="C9B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4" name="Rectangle 236">
              <a:extLst>
                <a:ext uri="{FF2B5EF4-FFF2-40B4-BE49-F238E27FC236}">
                  <a16:creationId xmlns:a16="http://schemas.microsoft.com/office/drawing/2014/main" id="{03434C50-BB79-4CB5-BB7A-9C37C64A2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29" y="398"/>
              <a:ext cx="152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5" name="Freeform 237">
              <a:extLst>
                <a:ext uri="{FF2B5EF4-FFF2-40B4-BE49-F238E27FC236}">
                  <a16:creationId xmlns:a16="http://schemas.microsoft.com/office/drawing/2014/main" id="{DE012E54-ED2B-4E2E-9834-2553B6BC8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-429" y="398"/>
              <a:ext cx="152" cy="121"/>
            </a:xfrm>
            <a:custGeom>
              <a:avLst/>
              <a:gdLst>
                <a:gd name="T0" fmla="*/ 0 w 64"/>
                <a:gd name="T1" fmla="*/ 0 h 51"/>
                <a:gd name="T2" fmla="*/ 0 w 64"/>
                <a:gd name="T3" fmla="*/ 0 h 51"/>
                <a:gd name="T4" fmla="*/ 0 w 64"/>
                <a:gd name="T5" fmla="*/ 26 h 51"/>
                <a:gd name="T6" fmla="*/ 0 w 64"/>
                <a:gd name="T7" fmla="*/ 26 h 51"/>
                <a:gd name="T8" fmla="*/ 31 w 64"/>
                <a:gd name="T9" fmla="*/ 51 h 51"/>
                <a:gd name="T10" fmla="*/ 32 w 64"/>
                <a:gd name="T11" fmla="*/ 51 h 51"/>
                <a:gd name="T12" fmla="*/ 46 w 64"/>
                <a:gd name="T13" fmla="*/ 48 h 51"/>
                <a:gd name="T14" fmla="*/ 63 w 64"/>
                <a:gd name="T15" fmla="*/ 27 h 51"/>
                <a:gd name="T16" fmla="*/ 63 w 64"/>
                <a:gd name="T17" fmla="*/ 26 h 51"/>
                <a:gd name="T18" fmla="*/ 63 w 64"/>
                <a:gd name="T19" fmla="*/ 26 h 51"/>
                <a:gd name="T20" fmla="*/ 64 w 64"/>
                <a:gd name="T21" fmla="*/ 0 h 51"/>
                <a:gd name="T22" fmla="*/ 0 w 64"/>
                <a:gd name="T23" fmla="*/ 0 h 51"/>
                <a:gd name="T24" fmla="*/ 0 w 64"/>
                <a:gd name="T25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5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40"/>
                    <a:pt x="14" y="51"/>
                    <a:pt x="31" y="51"/>
                  </a:cubicBezTo>
                  <a:cubicBezTo>
                    <a:pt x="31" y="51"/>
                    <a:pt x="31" y="51"/>
                    <a:pt x="32" y="51"/>
                  </a:cubicBezTo>
                  <a:cubicBezTo>
                    <a:pt x="37" y="51"/>
                    <a:pt x="42" y="50"/>
                    <a:pt x="46" y="48"/>
                  </a:cubicBezTo>
                  <a:cubicBezTo>
                    <a:pt x="56" y="44"/>
                    <a:pt x="63" y="36"/>
                    <a:pt x="63" y="27"/>
                  </a:cubicBezTo>
                  <a:cubicBezTo>
                    <a:pt x="63" y="27"/>
                    <a:pt x="63" y="26"/>
                    <a:pt x="63" y="26"/>
                  </a:cubicBezTo>
                  <a:cubicBezTo>
                    <a:pt x="63" y="26"/>
                    <a:pt x="63" y="26"/>
                    <a:pt x="63" y="2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9BA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3" name="Freeform 238">
              <a:extLst>
                <a:ext uri="{FF2B5EF4-FFF2-40B4-BE49-F238E27FC236}">
                  <a16:creationId xmlns:a16="http://schemas.microsoft.com/office/drawing/2014/main" id="{FDADBCF1-64E2-4FED-B267-845901D7D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5" y="462"/>
              <a:ext cx="153" cy="59"/>
            </a:xfrm>
            <a:custGeom>
              <a:avLst/>
              <a:gdLst>
                <a:gd name="T0" fmla="*/ 63 w 64"/>
                <a:gd name="T1" fmla="*/ 0 h 25"/>
                <a:gd name="T2" fmla="*/ 31 w 64"/>
                <a:gd name="T3" fmla="*/ 25 h 25"/>
                <a:gd name="T4" fmla="*/ 31 w 64"/>
                <a:gd name="T5" fmla="*/ 25 h 25"/>
                <a:gd name="T6" fmla="*/ 0 w 64"/>
                <a:gd name="T7" fmla="*/ 6 h 25"/>
                <a:gd name="T8" fmla="*/ 31 w 64"/>
                <a:gd name="T9" fmla="*/ 25 h 25"/>
                <a:gd name="T10" fmla="*/ 31 w 64"/>
                <a:gd name="T11" fmla="*/ 25 h 25"/>
                <a:gd name="T12" fmla="*/ 64 w 64"/>
                <a:gd name="T13" fmla="*/ 2 h 25"/>
                <a:gd name="T14" fmla="*/ 63 w 64"/>
                <a:gd name="T15" fmla="*/ 0 h 25"/>
                <a:gd name="T16" fmla="*/ 63 w 64"/>
                <a:gd name="T17" fmla="*/ 0 h 25"/>
                <a:gd name="T18" fmla="*/ 63 w 64"/>
                <a:gd name="T19" fmla="*/ 0 h 25"/>
                <a:gd name="T20" fmla="*/ 63 w 64"/>
                <a:gd name="T2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4" h="25">
                  <a:moveTo>
                    <a:pt x="63" y="0"/>
                  </a:moveTo>
                  <a:cubicBezTo>
                    <a:pt x="63" y="14"/>
                    <a:pt x="49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16" y="25"/>
                    <a:pt x="3" y="17"/>
                    <a:pt x="0" y="6"/>
                  </a:cubicBezTo>
                  <a:cubicBezTo>
                    <a:pt x="3" y="17"/>
                    <a:pt x="16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48" y="25"/>
                    <a:pt x="62" y="15"/>
                    <a:pt x="64" y="2"/>
                  </a:cubicBezTo>
                  <a:cubicBezTo>
                    <a:pt x="63" y="1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</a:path>
              </a:pathLst>
            </a:custGeom>
            <a:solidFill>
              <a:srgbClr val="3A01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4" name="Freeform 239">
              <a:extLst>
                <a:ext uri="{FF2B5EF4-FFF2-40B4-BE49-F238E27FC236}">
                  <a16:creationId xmlns:a16="http://schemas.microsoft.com/office/drawing/2014/main" id="{4CFDBEBB-6F2A-42BC-85E1-7AAB958E6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7" y="398"/>
              <a:ext cx="152" cy="123"/>
            </a:xfrm>
            <a:custGeom>
              <a:avLst/>
              <a:gdLst>
                <a:gd name="T0" fmla="*/ 0 w 64"/>
                <a:gd name="T1" fmla="*/ 0 h 52"/>
                <a:gd name="T2" fmla="*/ 0 w 64"/>
                <a:gd name="T3" fmla="*/ 26 h 52"/>
                <a:gd name="T4" fmla="*/ 0 w 64"/>
                <a:gd name="T5" fmla="*/ 26 h 52"/>
                <a:gd name="T6" fmla="*/ 1 w 64"/>
                <a:gd name="T7" fmla="*/ 33 h 52"/>
                <a:gd name="T8" fmla="*/ 32 w 64"/>
                <a:gd name="T9" fmla="*/ 52 h 52"/>
                <a:gd name="T10" fmla="*/ 32 w 64"/>
                <a:gd name="T11" fmla="*/ 52 h 52"/>
                <a:gd name="T12" fmla="*/ 64 w 64"/>
                <a:gd name="T13" fmla="*/ 27 h 52"/>
                <a:gd name="T14" fmla="*/ 64 w 64"/>
                <a:gd name="T15" fmla="*/ 27 h 52"/>
                <a:gd name="T16" fmla="*/ 64 w 64"/>
                <a:gd name="T17" fmla="*/ 1 h 52"/>
                <a:gd name="T18" fmla="*/ 0 w 64"/>
                <a:gd name="T1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52">
                  <a:moveTo>
                    <a:pt x="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9"/>
                    <a:pt x="0" y="31"/>
                    <a:pt x="1" y="33"/>
                  </a:cubicBezTo>
                  <a:cubicBezTo>
                    <a:pt x="4" y="44"/>
                    <a:pt x="17" y="52"/>
                    <a:pt x="32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50" y="52"/>
                    <a:pt x="64" y="41"/>
                    <a:pt x="64" y="27"/>
                  </a:cubicBezTo>
                  <a:cubicBezTo>
                    <a:pt x="64" y="27"/>
                    <a:pt x="64" y="27"/>
                    <a:pt x="64" y="27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F06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5" name="Freeform 240">
              <a:extLst>
                <a:ext uri="{FF2B5EF4-FFF2-40B4-BE49-F238E27FC236}">
                  <a16:creationId xmlns:a16="http://schemas.microsoft.com/office/drawing/2014/main" id="{AB26B271-DAEF-4930-88B8-DAA6352CC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5" y="400"/>
              <a:ext cx="3" cy="67"/>
            </a:xfrm>
            <a:custGeom>
              <a:avLst/>
              <a:gdLst>
                <a:gd name="T0" fmla="*/ 0 w 1"/>
                <a:gd name="T1" fmla="*/ 0 h 28"/>
                <a:gd name="T2" fmla="*/ 0 w 1"/>
                <a:gd name="T3" fmla="*/ 26 h 28"/>
                <a:gd name="T4" fmla="*/ 0 w 1"/>
                <a:gd name="T5" fmla="*/ 26 h 28"/>
                <a:gd name="T6" fmla="*/ 0 w 1"/>
                <a:gd name="T7" fmla="*/ 26 h 28"/>
                <a:gd name="T8" fmla="*/ 1 w 1"/>
                <a:gd name="T9" fmla="*/ 28 h 28"/>
                <a:gd name="T10" fmla="*/ 1 w 1"/>
                <a:gd name="T11" fmla="*/ 26 h 28"/>
                <a:gd name="T12" fmla="*/ 1 w 1"/>
                <a:gd name="T13" fmla="*/ 26 h 28"/>
                <a:gd name="T14" fmla="*/ 1 w 1"/>
                <a:gd name="T15" fmla="*/ 0 h 28"/>
                <a:gd name="T16" fmla="*/ 0 w 1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" h="28">
                  <a:moveTo>
                    <a:pt x="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7"/>
                    <a:pt x="1" y="28"/>
                  </a:cubicBezTo>
                  <a:cubicBezTo>
                    <a:pt x="1" y="27"/>
                    <a:pt x="1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6" name="Freeform 241">
              <a:extLst>
                <a:ext uri="{FF2B5EF4-FFF2-40B4-BE49-F238E27FC236}">
                  <a16:creationId xmlns:a16="http://schemas.microsoft.com/office/drawing/2014/main" id="{F9AC39B0-F7CA-4AD5-A431-7DC7DD2E7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-96" y="495"/>
              <a:ext cx="114" cy="26"/>
            </a:xfrm>
            <a:custGeom>
              <a:avLst/>
              <a:gdLst>
                <a:gd name="T0" fmla="*/ 48 w 48"/>
                <a:gd name="T1" fmla="*/ 0 h 11"/>
                <a:gd name="T2" fmla="*/ 21 w 48"/>
                <a:gd name="T3" fmla="*/ 11 h 11"/>
                <a:gd name="T4" fmla="*/ 21 w 48"/>
                <a:gd name="T5" fmla="*/ 11 h 11"/>
                <a:gd name="T6" fmla="*/ 0 w 48"/>
                <a:gd name="T7" fmla="*/ 5 h 11"/>
                <a:gd name="T8" fmla="*/ 21 w 48"/>
                <a:gd name="T9" fmla="*/ 11 h 11"/>
                <a:gd name="T10" fmla="*/ 21 w 48"/>
                <a:gd name="T11" fmla="*/ 11 h 11"/>
                <a:gd name="T12" fmla="*/ 48 w 4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1">
                  <a:moveTo>
                    <a:pt x="48" y="0"/>
                  </a:moveTo>
                  <a:cubicBezTo>
                    <a:pt x="42" y="7"/>
                    <a:pt x="32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13" y="11"/>
                    <a:pt x="6" y="9"/>
                    <a:pt x="0" y="5"/>
                  </a:cubicBezTo>
                  <a:cubicBezTo>
                    <a:pt x="6" y="9"/>
                    <a:pt x="13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32" y="11"/>
                    <a:pt x="42" y="7"/>
                    <a:pt x="48" y="0"/>
                  </a:cubicBezTo>
                </a:path>
              </a:pathLst>
            </a:custGeom>
            <a:solidFill>
              <a:srgbClr val="2F06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7" name="Freeform 242">
              <a:extLst>
                <a:ext uri="{FF2B5EF4-FFF2-40B4-BE49-F238E27FC236}">
                  <a16:creationId xmlns:a16="http://schemas.microsoft.com/office/drawing/2014/main" id="{B22A9607-ECE5-4E45-9516-4D52E1AF7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2" y="400"/>
              <a:ext cx="152" cy="121"/>
            </a:xfrm>
            <a:custGeom>
              <a:avLst/>
              <a:gdLst>
                <a:gd name="T0" fmla="*/ 0 w 64"/>
                <a:gd name="T1" fmla="*/ 0 h 51"/>
                <a:gd name="T2" fmla="*/ 0 w 64"/>
                <a:gd name="T3" fmla="*/ 26 h 51"/>
                <a:gd name="T4" fmla="*/ 0 w 64"/>
                <a:gd name="T5" fmla="*/ 26 h 51"/>
                <a:gd name="T6" fmla="*/ 11 w 64"/>
                <a:gd name="T7" fmla="*/ 45 h 51"/>
                <a:gd name="T8" fmla="*/ 32 w 64"/>
                <a:gd name="T9" fmla="*/ 51 h 51"/>
                <a:gd name="T10" fmla="*/ 32 w 64"/>
                <a:gd name="T11" fmla="*/ 51 h 51"/>
                <a:gd name="T12" fmla="*/ 59 w 64"/>
                <a:gd name="T13" fmla="*/ 40 h 51"/>
                <a:gd name="T14" fmla="*/ 64 w 64"/>
                <a:gd name="T15" fmla="*/ 26 h 51"/>
                <a:gd name="T16" fmla="*/ 64 w 64"/>
                <a:gd name="T17" fmla="*/ 26 h 51"/>
                <a:gd name="T18" fmla="*/ 64 w 64"/>
                <a:gd name="T19" fmla="*/ 25 h 51"/>
                <a:gd name="T20" fmla="*/ 64 w 64"/>
                <a:gd name="T21" fmla="*/ 25 h 51"/>
                <a:gd name="T22" fmla="*/ 64 w 64"/>
                <a:gd name="T23" fmla="*/ 0 h 51"/>
                <a:gd name="T24" fmla="*/ 0 w 64"/>
                <a:gd name="T25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51">
                  <a:moveTo>
                    <a:pt x="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4"/>
                    <a:pt x="4" y="41"/>
                    <a:pt x="11" y="45"/>
                  </a:cubicBezTo>
                  <a:cubicBezTo>
                    <a:pt x="17" y="49"/>
                    <a:pt x="24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43" y="51"/>
                    <a:pt x="53" y="47"/>
                    <a:pt x="59" y="40"/>
                  </a:cubicBezTo>
                  <a:cubicBezTo>
                    <a:pt x="62" y="36"/>
                    <a:pt x="64" y="31"/>
                    <a:pt x="64" y="26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9B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8" name="Freeform 243">
              <a:extLst>
                <a:ext uri="{FF2B5EF4-FFF2-40B4-BE49-F238E27FC236}">
                  <a16:creationId xmlns:a16="http://schemas.microsoft.com/office/drawing/2014/main" id="{5CBC91A2-53F3-4F0D-B71C-BF3F42B47C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" y="398"/>
              <a:ext cx="154" cy="88"/>
            </a:xfrm>
            <a:custGeom>
              <a:avLst/>
              <a:gdLst>
                <a:gd name="T0" fmla="*/ 65 w 65"/>
                <a:gd name="T1" fmla="*/ 28 h 37"/>
                <a:gd name="T2" fmla="*/ 63 w 65"/>
                <a:gd name="T3" fmla="*/ 36 h 37"/>
                <a:gd name="T4" fmla="*/ 65 w 65"/>
                <a:gd name="T5" fmla="*/ 29 h 37"/>
                <a:gd name="T6" fmla="*/ 65 w 65"/>
                <a:gd name="T7" fmla="*/ 28 h 37"/>
                <a:gd name="T8" fmla="*/ 0 w 65"/>
                <a:gd name="T9" fmla="*/ 27 h 37"/>
                <a:gd name="T10" fmla="*/ 0 w 65"/>
                <a:gd name="T11" fmla="*/ 27 h 37"/>
                <a:gd name="T12" fmla="*/ 0 w 65"/>
                <a:gd name="T13" fmla="*/ 27 h 37"/>
                <a:gd name="T14" fmla="*/ 0 w 65"/>
                <a:gd name="T15" fmla="*/ 29 h 37"/>
                <a:gd name="T16" fmla="*/ 3 w 65"/>
                <a:gd name="T17" fmla="*/ 37 h 37"/>
                <a:gd name="T18" fmla="*/ 0 w 65"/>
                <a:gd name="T19" fmla="*/ 27 h 37"/>
                <a:gd name="T20" fmla="*/ 65 w 65"/>
                <a:gd name="T21" fmla="*/ 1 h 37"/>
                <a:gd name="T22" fmla="*/ 65 w 65"/>
                <a:gd name="T23" fmla="*/ 1 h 37"/>
                <a:gd name="T24" fmla="*/ 65 w 65"/>
                <a:gd name="T25" fmla="*/ 1 h 37"/>
                <a:gd name="T26" fmla="*/ 65 w 65"/>
                <a:gd name="T27" fmla="*/ 1 h 37"/>
                <a:gd name="T28" fmla="*/ 65 w 65"/>
                <a:gd name="T29" fmla="*/ 1 h 37"/>
                <a:gd name="T30" fmla="*/ 65 w 65"/>
                <a:gd name="T31" fmla="*/ 1 h 37"/>
                <a:gd name="T32" fmla="*/ 65 w 65"/>
                <a:gd name="T33" fmla="*/ 1 h 37"/>
                <a:gd name="T34" fmla="*/ 0 w 65"/>
                <a:gd name="T35" fmla="*/ 0 h 37"/>
                <a:gd name="T36" fmla="*/ 0 w 65"/>
                <a:gd name="T37" fmla="*/ 1 h 37"/>
                <a:gd name="T38" fmla="*/ 0 w 65"/>
                <a:gd name="T39" fmla="*/ 1 h 37"/>
                <a:gd name="T40" fmla="*/ 0 w 65"/>
                <a:gd name="T41" fmla="*/ 1 h 37"/>
                <a:gd name="T42" fmla="*/ 0 w 65"/>
                <a:gd name="T43" fmla="*/ 0 h 37"/>
                <a:gd name="T44" fmla="*/ 0 w 65"/>
                <a:gd name="T4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5" h="37">
                  <a:moveTo>
                    <a:pt x="65" y="28"/>
                  </a:moveTo>
                  <a:cubicBezTo>
                    <a:pt x="65" y="31"/>
                    <a:pt x="64" y="34"/>
                    <a:pt x="63" y="36"/>
                  </a:cubicBezTo>
                  <a:cubicBezTo>
                    <a:pt x="64" y="34"/>
                    <a:pt x="65" y="32"/>
                    <a:pt x="65" y="29"/>
                  </a:cubicBezTo>
                  <a:cubicBezTo>
                    <a:pt x="65" y="29"/>
                    <a:pt x="65" y="28"/>
                    <a:pt x="65" y="28"/>
                  </a:cubicBezTo>
                  <a:moveTo>
                    <a:pt x="0" y="27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8"/>
                    <a:pt x="0" y="29"/>
                  </a:cubicBezTo>
                  <a:cubicBezTo>
                    <a:pt x="0" y="31"/>
                    <a:pt x="1" y="34"/>
                    <a:pt x="3" y="37"/>
                  </a:cubicBezTo>
                  <a:cubicBezTo>
                    <a:pt x="1" y="34"/>
                    <a:pt x="0" y="30"/>
                    <a:pt x="0" y="27"/>
                  </a:cubicBezTo>
                  <a:moveTo>
                    <a:pt x="65" y="1"/>
                  </a:move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5" y="1"/>
                    <a:pt x="65" y="1"/>
                  </a:cubicBezTo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A01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9" name="Rectangle 244">
              <a:extLst>
                <a:ext uri="{FF2B5EF4-FFF2-40B4-BE49-F238E27FC236}">
                  <a16:creationId xmlns:a16="http://schemas.microsoft.com/office/drawing/2014/main" id="{23773679-09BA-4952-90CB-6E25885C8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" y="398"/>
              <a:ext cx="1" cy="2"/>
            </a:xfrm>
            <a:prstGeom prst="rect">
              <a:avLst/>
            </a:pr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0" name="Rectangle 245">
              <a:extLst>
                <a:ext uri="{FF2B5EF4-FFF2-40B4-BE49-F238E27FC236}">
                  <a16:creationId xmlns:a16="http://schemas.microsoft.com/office/drawing/2014/main" id="{40D73EFE-FE69-4D33-AD24-60A5FD284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" y="398"/>
              <a:ext cx="1" cy="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1" name="Freeform 246">
              <a:extLst>
                <a:ext uri="{FF2B5EF4-FFF2-40B4-BE49-F238E27FC236}">
                  <a16:creationId xmlns:a16="http://schemas.microsoft.com/office/drawing/2014/main" id="{4B210A37-7489-4EA2-9565-26DB6D3C5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" y="398"/>
              <a:ext cx="154" cy="2"/>
            </a:xfrm>
            <a:custGeom>
              <a:avLst/>
              <a:gdLst>
                <a:gd name="T0" fmla="*/ 0 w 154"/>
                <a:gd name="T1" fmla="*/ 0 h 2"/>
                <a:gd name="T2" fmla="*/ 0 w 154"/>
                <a:gd name="T3" fmla="*/ 2 h 2"/>
                <a:gd name="T4" fmla="*/ 154 w 154"/>
                <a:gd name="T5" fmla="*/ 2 h 2"/>
                <a:gd name="T6" fmla="*/ 154 w 154"/>
                <a:gd name="T7" fmla="*/ 2 h 2"/>
                <a:gd name="T8" fmla="*/ 154 w 154"/>
                <a:gd name="T9" fmla="*/ 2 h 2"/>
                <a:gd name="T10" fmla="*/ 0 w 15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2">
                  <a:moveTo>
                    <a:pt x="0" y="0"/>
                  </a:moveTo>
                  <a:lnTo>
                    <a:pt x="0" y="2"/>
                  </a:lnTo>
                  <a:lnTo>
                    <a:pt x="154" y="2"/>
                  </a:lnTo>
                  <a:lnTo>
                    <a:pt x="154" y="2"/>
                  </a:lnTo>
                  <a:lnTo>
                    <a:pt x="154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06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2" name="Freeform 247">
              <a:extLst>
                <a:ext uri="{FF2B5EF4-FFF2-40B4-BE49-F238E27FC236}">
                  <a16:creationId xmlns:a16="http://schemas.microsoft.com/office/drawing/2014/main" id="{DAC935F0-FA33-4101-BD58-51283B4C3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" y="398"/>
              <a:ext cx="154" cy="2"/>
            </a:xfrm>
            <a:custGeom>
              <a:avLst/>
              <a:gdLst>
                <a:gd name="T0" fmla="*/ 0 w 154"/>
                <a:gd name="T1" fmla="*/ 0 h 2"/>
                <a:gd name="T2" fmla="*/ 0 w 154"/>
                <a:gd name="T3" fmla="*/ 2 h 2"/>
                <a:gd name="T4" fmla="*/ 154 w 154"/>
                <a:gd name="T5" fmla="*/ 2 h 2"/>
                <a:gd name="T6" fmla="*/ 154 w 154"/>
                <a:gd name="T7" fmla="*/ 2 h 2"/>
                <a:gd name="T8" fmla="*/ 154 w 154"/>
                <a:gd name="T9" fmla="*/ 2 h 2"/>
                <a:gd name="T10" fmla="*/ 0 w 15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2">
                  <a:moveTo>
                    <a:pt x="0" y="0"/>
                  </a:moveTo>
                  <a:lnTo>
                    <a:pt x="0" y="2"/>
                  </a:lnTo>
                  <a:lnTo>
                    <a:pt x="154" y="2"/>
                  </a:lnTo>
                  <a:lnTo>
                    <a:pt x="154" y="2"/>
                  </a:lnTo>
                  <a:lnTo>
                    <a:pt x="154" y="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3" name="Rectangle 248">
              <a:extLst>
                <a:ext uri="{FF2B5EF4-FFF2-40B4-BE49-F238E27FC236}">
                  <a16:creationId xmlns:a16="http://schemas.microsoft.com/office/drawing/2014/main" id="{9017310D-78C6-4F83-B7F5-B48817770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" y="400"/>
              <a:ext cx="2" cy="1"/>
            </a:xfrm>
            <a:prstGeom prst="rect">
              <a:avLst/>
            </a:pr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4" name="Rectangle 249">
              <a:extLst>
                <a:ext uri="{FF2B5EF4-FFF2-40B4-BE49-F238E27FC236}">
                  <a16:creationId xmlns:a16="http://schemas.microsoft.com/office/drawing/2014/main" id="{40B58AEE-B19B-4721-8914-A4CB28D86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" y="400"/>
              <a:ext cx="2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5" name="Freeform 250">
              <a:extLst>
                <a:ext uri="{FF2B5EF4-FFF2-40B4-BE49-F238E27FC236}">
                  <a16:creationId xmlns:a16="http://schemas.microsoft.com/office/drawing/2014/main" id="{17FFEE38-1BE7-4890-B1A1-5F5D1100E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" y="400"/>
              <a:ext cx="0" cy="67"/>
            </a:xfrm>
            <a:custGeom>
              <a:avLst/>
              <a:gdLst>
                <a:gd name="T0" fmla="*/ 0 h 28"/>
                <a:gd name="T1" fmla="*/ 0 h 28"/>
                <a:gd name="T2" fmla="*/ 0 h 28"/>
                <a:gd name="T3" fmla="*/ 25 h 28"/>
                <a:gd name="T4" fmla="*/ 25 h 28"/>
                <a:gd name="T5" fmla="*/ 28 h 28"/>
                <a:gd name="T6" fmla="*/ 26 h 28"/>
                <a:gd name="T7" fmla="*/ 26 h 28"/>
                <a:gd name="T8" fmla="*/ 26 h 28"/>
                <a:gd name="T9" fmla="*/ 0 h 28"/>
                <a:gd name="T10" fmla="*/ 0 h 28"/>
                <a:gd name="T11" fmla="*/ 0 h 28"/>
                <a:gd name="T12" fmla="*/ 0 h 28"/>
                <a:gd name="T13" fmla="*/ 0 h 28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</a:cxnLst>
              <a:rect l="0" t="0" r="r" b="b"/>
              <a:pathLst>
                <a:path h="2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7"/>
                    <a:pt x="0" y="28"/>
                  </a:cubicBezTo>
                  <a:cubicBezTo>
                    <a:pt x="0" y="27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6" name="Freeform 251">
              <a:extLst>
                <a:ext uri="{FF2B5EF4-FFF2-40B4-BE49-F238E27FC236}">
                  <a16:creationId xmlns:a16="http://schemas.microsoft.com/office/drawing/2014/main" id="{14BD1B4C-2C2B-4B4A-9A71-981A9A893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" y="400"/>
              <a:ext cx="154" cy="121"/>
            </a:xfrm>
            <a:custGeom>
              <a:avLst/>
              <a:gdLst>
                <a:gd name="T0" fmla="*/ 0 w 65"/>
                <a:gd name="T1" fmla="*/ 0 h 51"/>
                <a:gd name="T2" fmla="*/ 0 w 65"/>
                <a:gd name="T3" fmla="*/ 26 h 51"/>
                <a:gd name="T4" fmla="*/ 0 w 65"/>
                <a:gd name="T5" fmla="*/ 26 h 51"/>
                <a:gd name="T6" fmla="*/ 0 w 65"/>
                <a:gd name="T7" fmla="*/ 26 h 51"/>
                <a:gd name="T8" fmla="*/ 3 w 65"/>
                <a:gd name="T9" fmla="*/ 36 h 51"/>
                <a:gd name="T10" fmla="*/ 32 w 65"/>
                <a:gd name="T11" fmla="*/ 51 h 51"/>
                <a:gd name="T12" fmla="*/ 33 w 65"/>
                <a:gd name="T13" fmla="*/ 51 h 51"/>
                <a:gd name="T14" fmla="*/ 63 w 65"/>
                <a:gd name="T15" fmla="*/ 35 h 51"/>
                <a:gd name="T16" fmla="*/ 65 w 65"/>
                <a:gd name="T17" fmla="*/ 27 h 51"/>
                <a:gd name="T18" fmla="*/ 65 w 65"/>
                <a:gd name="T19" fmla="*/ 26 h 51"/>
                <a:gd name="T20" fmla="*/ 65 w 65"/>
                <a:gd name="T21" fmla="*/ 26 h 51"/>
                <a:gd name="T22" fmla="*/ 65 w 65"/>
                <a:gd name="T23" fmla="*/ 0 h 51"/>
                <a:gd name="T24" fmla="*/ 65 w 65"/>
                <a:gd name="T25" fmla="*/ 0 h 51"/>
                <a:gd name="T26" fmla="*/ 0 w 65"/>
                <a:gd name="T27" fmla="*/ 0 h 51"/>
                <a:gd name="T28" fmla="*/ 0 w 65"/>
                <a:gd name="T29" fmla="*/ 0 h 51"/>
                <a:gd name="T30" fmla="*/ 0 w 65"/>
                <a:gd name="T3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51">
                  <a:moveTo>
                    <a:pt x="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9"/>
                    <a:pt x="1" y="33"/>
                    <a:pt x="3" y="36"/>
                  </a:cubicBezTo>
                  <a:cubicBezTo>
                    <a:pt x="8" y="45"/>
                    <a:pt x="19" y="51"/>
                    <a:pt x="32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46" y="51"/>
                    <a:pt x="58" y="44"/>
                    <a:pt x="63" y="35"/>
                  </a:cubicBezTo>
                  <a:cubicBezTo>
                    <a:pt x="64" y="33"/>
                    <a:pt x="65" y="30"/>
                    <a:pt x="65" y="27"/>
                  </a:cubicBezTo>
                  <a:cubicBezTo>
                    <a:pt x="65" y="27"/>
                    <a:pt x="65" y="27"/>
                    <a:pt x="65" y="26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F06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7" name="Freeform 252">
              <a:extLst>
                <a:ext uri="{FF2B5EF4-FFF2-40B4-BE49-F238E27FC236}">
                  <a16:creationId xmlns:a16="http://schemas.microsoft.com/office/drawing/2014/main" id="{D5FD4062-07A7-4E54-97B1-DAA894C01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" y="400"/>
              <a:ext cx="2" cy="67"/>
            </a:xfrm>
            <a:custGeom>
              <a:avLst/>
              <a:gdLst>
                <a:gd name="T0" fmla="*/ 0 w 1"/>
                <a:gd name="T1" fmla="*/ 0 h 28"/>
                <a:gd name="T2" fmla="*/ 0 w 1"/>
                <a:gd name="T3" fmla="*/ 0 h 28"/>
                <a:gd name="T4" fmla="*/ 0 w 1"/>
                <a:gd name="T5" fmla="*/ 26 h 28"/>
                <a:gd name="T6" fmla="*/ 0 w 1"/>
                <a:gd name="T7" fmla="*/ 26 h 28"/>
                <a:gd name="T8" fmla="*/ 0 w 1"/>
                <a:gd name="T9" fmla="*/ 27 h 28"/>
                <a:gd name="T10" fmla="*/ 0 w 1"/>
                <a:gd name="T11" fmla="*/ 28 h 28"/>
                <a:gd name="T12" fmla="*/ 0 w 1"/>
                <a:gd name="T13" fmla="*/ 26 h 28"/>
                <a:gd name="T14" fmla="*/ 0 w 1"/>
                <a:gd name="T15" fmla="*/ 26 h 28"/>
                <a:gd name="T16" fmla="*/ 1 w 1"/>
                <a:gd name="T17" fmla="*/ 0 h 28"/>
                <a:gd name="T18" fmla="*/ 0 w 1"/>
                <a:gd name="T19" fmla="*/ 0 h 28"/>
                <a:gd name="T20" fmla="*/ 0 w 1"/>
                <a:gd name="T2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" h="2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8"/>
                    <a:pt x="0" y="28"/>
                  </a:cubicBezTo>
                  <a:cubicBezTo>
                    <a:pt x="0" y="28"/>
                    <a:pt x="0" y="27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8" name="Rectangle 253">
              <a:extLst>
                <a:ext uri="{FF2B5EF4-FFF2-40B4-BE49-F238E27FC236}">
                  <a16:creationId xmlns:a16="http://schemas.microsoft.com/office/drawing/2014/main" id="{8D5672C6-3EFE-48F1-B720-18101D6B7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" y="400"/>
              <a:ext cx="1" cy="59"/>
            </a:xfrm>
            <a:prstGeom prst="rect">
              <a:avLst/>
            </a:prstGeom>
            <a:solidFill>
              <a:srgbClr val="C31C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9" name="Rectangle 254">
              <a:extLst>
                <a:ext uri="{FF2B5EF4-FFF2-40B4-BE49-F238E27FC236}">
                  <a16:creationId xmlns:a16="http://schemas.microsoft.com/office/drawing/2014/main" id="{C12E14FB-2D4F-4F15-A16B-1CE71300C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" y="400"/>
              <a:ext cx="1" cy="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0" name="Freeform 255">
              <a:extLst>
                <a:ext uri="{FF2B5EF4-FFF2-40B4-BE49-F238E27FC236}">
                  <a16:creationId xmlns:a16="http://schemas.microsoft.com/office/drawing/2014/main" id="{D7B5ADC9-1C78-49B2-851A-D7354F96A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" y="400"/>
              <a:ext cx="152" cy="2"/>
            </a:xfrm>
            <a:custGeom>
              <a:avLst/>
              <a:gdLst>
                <a:gd name="T0" fmla="*/ 0 w 152"/>
                <a:gd name="T1" fmla="*/ 0 h 2"/>
                <a:gd name="T2" fmla="*/ 0 w 152"/>
                <a:gd name="T3" fmla="*/ 0 h 2"/>
                <a:gd name="T4" fmla="*/ 152 w 152"/>
                <a:gd name="T5" fmla="*/ 2 h 2"/>
                <a:gd name="T6" fmla="*/ 152 w 152"/>
                <a:gd name="T7" fmla="*/ 2 h 2"/>
                <a:gd name="T8" fmla="*/ 152 w 152"/>
                <a:gd name="T9" fmla="*/ 0 h 2"/>
                <a:gd name="T10" fmla="*/ 0 w 152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2">
                  <a:moveTo>
                    <a:pt x="0" y="0"/>
                  </a:moveTo>
                  <a:lnTo>
                    <a:pt x="0" y="0"/>
                  </a:lnTo>
                  <a:lnTo>
                    <a:pt x="152" y="2"/>
                  </a:lnTo>
                  <a:lnTo>
                    <a:pt x="152" y="2"/>
                  </a:lnTo>
                  <a:lnTo>
                    <a:pt x="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B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1" name="Freeform 256">
              <a:extLst>
                <a:ext uri="{FF2B5EF4-FFF2-40B4-BE49-F238E27FC236}">
                  <a16:creationId xmlns:a16="http://schemas.microsoft.com/office/drawing/2014/main" id="{22E68C32-40D6-4EAA-B2D2-A9B08C570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" y="400"/>
              <a:ext cx="152" cy="2"/>
            </a:xfrm>
            <a:custGeom>
              <a:avLst/>
              <a:gdLst>
                <a:gd name="T0" fmla="*/ 0 w 152"/>
                <a:gd name="T1" fmla="*/ 0 h 2"/>
                <a:gd name="T2" fmla="*/ 0 w 152"/>
                <a:gd name="T3" fmla="*/ 0 h 2"/>
                <a:gd name="T4" fmla="*/ 152 w 152"/>
                <a:gd name="T5" fmla="*/ 2 h 2"/>
                <a:gd name="T6" fmla="*/ 152 w 152"/>
                <a:gd name="T7" fmla="*/ 2 h 2"/>
                <a:gd name="T8" fmla="*/ 152 w 152"/>
                <a:gd name="T9" fmla="*/ 0 h 2"/>
                <a:gd name="T10" fmla="*/ 0 w 152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2">
                  <a:moveTo>
                    <a:pt x="0" y="0"/>
                  </a:moveTo>
                  <a:lnTo>
                    <a:pt x="0" y="0"/>
                  </a:lnTo>
                  <a:lnTo>
                    <a:pt x="152" y="2"/>
                  </a:lnTo>
                  <a:lnTo>
                    <a:pt x="152" y="2"/>
                  </a:lnTo>
                  <a:lnTo>
                    <a:pt x="15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2" name="Freeform 257">
              <a:extLst>
                <a:ext uri="{FF2B5EF4-FFF2-40B4-BE49-F238E27FC236}">
                  <a16:creationId xmlns:a16="http://schemas.microsoft.com/office/drawing/2014/main" id="{DEAC997F-F482-4A3E-8332-5D3B3AC6A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" y="400"/>
              <a:ext cx="0" cy="2"/>
            </a:xfrm>
            <a:custGeom>
              <a:avLst/>
              <a:gdLst>
                <a:gd name="T0" fmla="*/ 0 h 2"/>
                <a:gd name="T1" fmla="*/ 2 h 2"/>
                <a:gd name="T2" fmla="*/ 0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1C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3" name="Freeform 258">
              <a:extLst>
                <a:ext uri="{FF2B5EF4-FFF2-40B4-BE49-F238E27FC236}">
                  <a16:creationId xmlns:a16="http://schemas.microsoft.com/office/drawing/2014/main" id="{44C45793-E663-459E-B232-6505A211E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" y="400"/>
              <a:ext cx="0" cy="2"/>
            </a:xfrm>
            <a:custGeom>
              <a:avLst/>
              <a:gdLst>
                <a:gd name="T0" fmla="*/ 0 h 2"/>
                <a:gd name="T1" fmla="*/ 2 h 2"/>
                <a:gd name="T2" fmla="*/ 0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4" name="Freeform 259">
              <a:extLst>
                <a:ext uri="{FF2B5EF4-FFF2-40B4-BE49-F238E27FC236}">
                  <a16:creationId xmlns:a16="http://schemas.microsoft.com/office/drawing/2014/main" id="{FC367F71-D1A4-4CF2-8B9C-56E5406A9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" y="400"/>
              <a:ext cx="154" cy="121"/>
            </a:xfrm>
            <a:custGeom>
              <a:avLst/>
              <a:gdLst>
                <a:gd name="T0" fmla="*/ 1 w 65"/>
                <a:gd name="T1" fmla="*/ 0 h 51"/>
                <a:gd name="T2" fmla="*/ 0 w 65"/>
                <a:gd name="T3" fmla="*/ 26 h 51"/>
                <a:gd name="T4" fmla="*/ 1 w 65"/>
                <a:gd name="T5" fmla="*/ 26 h 51"/>
                <a:gd name="T6" fmla="*/ 32 w 65"/>
                <a:gd name="T7" fmla="*/ 51 h 51"/>
                <a:gd name="T8" fmla="*/ 33 w 65"/>
                <a:gd name="T9" fmla="*/ 51 h 51"/>
                <a:gd name="T10" fmla="*/ 65 w 65"/>
                <a:gd name="T11" fmla="*/ 26 h 51"/>
                <a:gd name="T12" fmla="*/ 65 w 65"/>
                <a:gd name="T13" fmla="*/ 26 h 51"/>
                <a:gd name="T14" fmla="*/ 65 w 65"/>
                <a:gd name="T15" fmla="*/ 1 h 51"/>
                <a:gd name="T16" fmla="*/ 1 w 65"/>
                <a:gd name="T1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51">
                  <a:moveTo>
                    <a:pt x="1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40"/>
                    <a:pt x="15" y="51"/>
                    <a:pt x="32" y="51"/>
                  </a:cubicBezTo>
                  <a:cubicBezTo>
                    <a:pt x="32" y="51"/>
                    <a:pt x="33" y="51"/>
                    <a:pt x="33" y="51"/>
                  </a:cubicBezTo>
                  <a:cubicBezTo>
                    <a:pt x="50" y="51"/>
                    <a:pt x="64" y="40"/>
                    <a:pt x="65" y="26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C9B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5" name="Freeform 260">
              <a:extLst>
                <a:ext uri="{FF2B5EF4-FFF2-40B4-BE49-F238E27FC236}">
                  <a16:creationId xmlns:a16="http://schemas.microsoft.com/office/drawing/2014/main" id="{F714B7C7-080B-49BD-9BBC-2B2C8E97C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" y="400"/>
              <a:ext cx="2" cy="2"/>
            </a:xfrm>
            <a:custGeom>
              <a:avLst/>
              <a:gdLst>
                <a:gd name="T0" fmla="*/ 0 w 2"/>
                <a:gd name="T1" fmla="*/ 0 h 2"/>
                <a:gd name="T2" fmla="*/ 2 w 2"/>
                <a:gd name="T3" fmla="*/ 2 h 2"/>
                <a:gd name="T4" fmla="*/ 2 w 2"/>
                <a:gd name="T5" fmla="*/ 2 h 2"/>
                <a:gd name="T6" fmla="*/ 2 w 2"/>
                <a:gd name="T7" fmla="*/ 0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6" name="Freeform 261">
              <a:extLst>
                <a:ext uri="{FF2B5EF4-FFF2-40B4-BE49-F238E27FC236}">
                  <a16:creationId xmlns:a16="http://schemas.microsoft.com/office/drawing/2014/main" id="{2C1D8E68-06A0-48D1-BAD5-1BD665DEB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" y="400"/>
              <a:ext cx="2" cy="2"/>
            </a:xfrm>
            <a:custGeom>
              <a:avLst/>
              <a:gdLst>
                <a:gd name="T0" fmla="*/ 0 w 2"/>
                <a:gd name="T1" fmla="*/ 0 h 2"/>
                <a:gd name="T2" fmla="*/ 2 w 2"/>
                <a:gd name="T3" fmla="*/ 2 h 2"/>
                <a:gd name="T4" fmla="*/ 2 w 2"/>
                <a:gd name="T5" fmla="*/ 2 h 2"/>
                <a:gd name="T6" fmla="*/ 2 w 2"/>
                <a:gd name="T7" fmla="*/ 0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7" name="Freeform 262">
              <a:extLst>
                <a:ext uri="{FF2B5EF4-FFF2-40B4-BE49-F238E27FC236}">
                  <a16:creationId xmlns:a16="http://schemas.microsoft.com/office/drawing/2014/main" id="{C6585834-1BE1-427F-82D3-1B22CD196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" y="46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A01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8" name="Rectangle 263">
              <a:extLst>
                <a:ext uri="{FF2B5EF4-FFF2-40B4-BE49-F238E27FC236}">
                  <a16:creationId xmlns:a16="http://schemas.microsoft.com/office/drawing/2014/main" id="{EFB3B0CD-9E07-4BB6-92A5-28753A118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402"/>
              <a:ext cx="1" cy="1"/>
            </a:xfrm>
            <a:prstGeom prst="rect">
              <a:avLst/>
            </a:pr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9" name="Rectangle 264">
              <a:extLst>
                <a:ext uri="{FF2B5EF4-FFF2-40B4-BE49-F238E27FC236}">
                  <a16:creationId xmlns:a16="http://schemas.microsoft.com/office/drawing/2014/main" id="{12A4182C-EDF9-4D1A-A3E6-019BE1CAE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402"/>
              <a:ext cx="1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0" name="Freeform 265">
              <a:extLst>
                <a:ext uri="{FF2B5EF4-FFF2-40B4-BE49-F238E27FC236}">
                  <a16:creationId xmlns:a16="http://schemas.microsoft.com/office/drawing/2014/main" id="{BB71EA18-8519-48DF-94F7-7B58D7BCF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" y="400"/>
              <a:ext cx="155" cy="2"/>
            </a:xfrm>
            <a:custGeom>
              <a:avLst/>
              <a:gdLst>
                <a:gd name="T0" fmla="*/ 0 w 155"/>
                <a:gd name="T1" fmla="*/ 0 h 2"/>
                <a:gd name="T2" fmla="*/ 0 w 155"/>
                <a:gd name="T3" fmla="*/ 2 h 2"/>
                <a:gd name="T4" fmla="*/ 0 w 155"/>
                <a:gd name="T5" fmla="*/ 2 h 2"/>
                <a:gd name="T6" fmla="*/ 155 w 155"/>
                <a:gd name="T7" fmla="*/ 2 h 2"/>
                <a:gd name="T8" fmla="*/ 153 w 155"/>
                <a:gd name="T9" fmla="*/ 0 h 2"/>
                <a:gd name="T10" fmla="*/ 0 w 155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55" y="2"/>
                  </a:lnTo>
                  <a:lnTo>
                    <a:pt x="1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06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1" name="Freeform 266">
              <a:extLst>
                <a:ext uri="{FF2B5EF4-FFF2-40B4-BE49-F238E27FC236}">
                  <a16:creationId xmlns:a16="http://schemas.microsoft.com/office/drawing/2014/main" id="{F7B03B1A-FFB1-4F18-BFC9-872E9A38E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" y="400"/>
              <a:ext cx="155" cy="2"/>
            </a:xfrm>
            <a:custGeom>
              <a:avLst/>
              <a:gdLst>
                <a:gd name="T0" fmla="*/ 0 w 155"/>
                <a:gd name="T1" fmla="*/ 0 h 2"/>
                <a:gd name="T2" fmla="*/ 0 w 155"/>
                <a:gd name="T3" fmla="*/ 2 h 2"/>
                <a:gd name="T4" fmla="*/ 0 w 155"/>
                <a:gd name="T5" fmla="*/ 2 h 2"/>
                <a:gd name="T6" fmla="*/ 155 w 155"/>
                <a:gd name="T7" fmla="*/ 2 h 2"/>
                <a:gd name="T8" fmla="*/ 153 w 155"/>
                <a:gd name="T9" fmla="*/ 0 h 2"/>
                <a:gd name="T10" fmla="*/ 0 w 155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55" y="2"/>
                  </a:lnTo>
                  <a:lnTo>
                    <a:pt x="15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2" name="Freeform 267">
              <a:extLst>
                <a:ext uri="{FF2B5EF4-FFF2-40B4-BE49-F238E27FC236}">
                  <a16:creationId xmlns:a16="http://schemas.microsoft.com/office/drawing/2014/main" id="{CF165BD9-27D0-4F18-9DF7-FCD234203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" y="402"/>
              <a:ext cx="155" cy="119"/>
            </a:xfrm>
            <a:custGeom>
              <a:avLst/>
              <a:gdLst>
                <a:gd name="T0" fmla="*/ 0 w 65"/>
                <a:gd name="T1" fmla="*/ 0 h 50"/>
                <a:gd name="T2" fmla="*/ 0 w 65"/>
                <a:gd name="T3" fmla="*/ 25 h 50"/>
                <a:gd name="T4" fmla="*/ 0 w 65"/>
                <a:gd name="T5" fmla="*/ 26 h 50"/>
                <a:gd name="T6" fmla="*/ 0 w 65"/>
                <a:gd name="T7" fmla="*/ 26 h 50"/>
                <a:gd name="T8" fmla="*/ 0 w 65"/>
                <a:gd name="T9" fmla="*/ 26 h 50"/>
                <a:gd name="T10" fmla="*/ 32 w 65"/>
                <a:gd name="T11" fmla="*/ 50 h 50"/>
                <a:gd name="T12" fmla="*/ 32 w 65"/>
                <a:gd name="T13" fmla="*/ 50 h 50"/>
                <a:gd name="T14" fmla="*/ 65 w 65"/>
                <a:gd name="T15" fmla="*/ 25 h 50"/>
                <a:gd name="T16" fmla="*/ 65 w 65"/>
                <a:gd name="T17" fmla="*/ 25 h 50"/>
                <a:gd name="T18" fmla="*/ 65 w 65"/>
                <a:gd name="T19" fmla="*/ 0 h 50"/>
                <a:gd name="T20" fmla="*/ 65 w 65"/>
                <a:gd name="T21" fmla="*/ 0 h 50"/>
                <a:gd name="T22" fmla="*/ 0 w 65"/>
                <a:gd name="T23" fmla="*/ 0 h 50"/>
                <a:gd name="T24" fmla="*/ 0 w 65"/>
                <a:gd name="T2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50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" y="39"/>
                    <a:pt x="15" y="50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50" y="50"/>
                    <a:pt x="64" y="39"/>
                    <a:pt x="65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F06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3" name="Freeform 268">
              <a:extLst>
                <a:ext uri="{FF2B5EF4-FFF2-40B4-BE49-F238E27FC236}">
                  <a16:creationId xmlns:a16="http://schemas.microsoft.com/office/drawing/2014/main" id="{3761163A-94C1-4C1E-ABDB-D6D2928F5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" y="402"/>
              <a:ext cx="0" cy="60"/>
            </a:xfrm>
            <a:custGeom>
              <a:avLst/>
              <a:gdLst>
                <a:gd name="T0" fmla="*/ 0 h 25"/>
                <a:gd name="T1" fmla="*/ 25 h 25"/>
                <a:gd name="T2" fmla="*/ 25 h 25"/>
                <a:gd name="T3" fmla="*/ 25 h 25"/>
                <a:gd name="T4" fmla="*/ 0 h 25"/>
                <a:gd name="T5" fmla="*/ 0 h 25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5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72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65" name="TextBox 1264">
            <a:extLst>
              <a:ext uri="{FF2B5EF4-FFF2-40B4-BE49-F238E27FC236}">
                <a16:creationId xmlns:a16="http://schemas.microsoft.com/office/drawing/2014/main" id="{3FA5EA6F-8AAA-49BD-B8B5-C86CA1B8E864}"/>
              </a:ext>
            </a:extLst>
          </p:cNvPr>
          <p:cNvSpPr txBox="1"/>
          <p:nvPr/>
        </p:nvSpPr>
        <p:spPr>
          <a:xfrm>
            <a:off x="7328547" y="1683040"/>
            <a:ext cx="48602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3C085E"/>
                </a:solidFill>
                <a:latin typeface="Impact" panose="020B0806030902050204" pitchFamily="34" charset="0"/>
              </a:rPr>
              <a:t>FACTORES VARIABLES EN LA COMERCIALIZACIÓN</a:t>
            </a:r>
          </a:p>
        </p:txBody>
      </p:sp>
      <p:grpSp>
        <p:nvGrpSpPr>
          <p:cNvPr id="1267" name="Group 271">
            <a:extLst>
              <a:ext uri="{FF2B5EF4-FFF2-40B4-BE49-F238E27FC236}">
                <a16:creationId xmlns:a16="http://schemas.microsoft.com/office/drawing/2014/main" id="{4993EDA8-AFC6-40CB-BD4C-A3AA8E254C3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76875" y="76200"/>
            <a:ext cx="1417638" cy="1609725"/>
            <a:chOff x="3450" y="48"/>
            <a:chExt cx="893" cy="1014"/>
          </a:xfrm>
        </p:grpSpPr>
        <p:sp>
          <p:nvSpPr>
            <p:cNvPr id="1268" name="AutoShape 270">
              <a:extLst>
                <a:ext uri="{FF2B5EF4-FFF2-40B4-BE49-F238E27FC236}">
                  <a16:creationId xmlns:a16="http://schemas.microsoft.com/office/drawing/2014/main" id="{99BC1930-8F29-4C4B-837D-01B4D6AA16D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450" y="48"/>
              <a:ext cx="893" cy="1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9" name="Freeform 272">
              <a:extLst>
                <a:ext uri="{FF2B5EF4-FFF2-40B4-BE49-F238E27FC236}">
                  <a16:creationId xmlns:a16="http://schemas.microsoft.com/office/drawing/2014/main" id="{9E1AE7AC-2A29-44E5-9F91-8CE8AA1A7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" y="53"/>
              <a:ext cx="316" cy="150"/>
            </a:xfrm>
            <a:custGeom>
              <a:avLst/>
              <a:gdLst>
                <a:gd name="T0" fmla="*/ 55 w 69"/>
                <a:gd name="T1" fmla="*/ 0 h 33"/>
                <a:gd name="T2" fmla="*/ 14 w 69"/>
                <a:gd name="T3" fmla="*/ 0 h 33"/>
                <a:gd name="T4" fmla="*/ 0 w 69"/>
                <a:gd name="T5" fmla="*/ 13 h 33"/>
                <a:gd name="T6" fmla="*/ 0 w 69"/>
                <a:gd name="T7" fmla="*/ 17 h 33"/>
                <a:gd name="T8" fmla="*/ 69 w 69"/>
                <a:gd name="T9" fmla="*/ 16 h 33"/>
                <a:gd name="T10" fmla="*/ 69 w 69"/>
                <a:gd name="T11" fmla="*/ 13 h 33"/>
                <a:gd name="T12" fmla="*/ 55 w 69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33">
                  <a:moveTo>
                    <a:pt x="55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2" y="23"/>
                    <a:pt x="38" y="33"/>
                    <a:pt x="69" y="16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6"/>
                    <a:pt x="63" y="0"/>
                    <a:pt x="55" y="0"/>
                  </a:cubicBezTo>
                  <a:close/>
                </a:path>
              </a:pathLst>
            </a:custGeom>
            <a:solidFill>
              <a:srgbClr val="FFAF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0" name="Freeform 273">
              <a:extLst>
                <a:ext uri="{FF2B5EF4-FFF2-40B4-BE49-F238E27FC236}">
                  <a16:creationId xmlns:a16="http://schemas.microsoft.com/office/drawing/2014/main" id="{152BCF73-6C5D-483E-A887-B0679186F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" y="126"/>
              <a:ext cx="316" cy="242"/>
            </a:xfrm>
            <a:custGeom>
              <a:avLst/>
              <a:gdLst>
                <a:gd name="T0" fmla="*/ 0 w 69"/>
                <a:gd name="T1" fmla="*/ 1 h 53"/>
                <a:gd name="T2" fmla="*/ 0 w 69"/>
                <a:gd name="T3" fmla="*/ 39 h 53"/>
                <a:gd name="T4" fmla="*/ 14 w 69"/>
                <a:gd name="T5" fmla="*/ 53 h 53"/>
                <a:gd name="T6" fmla="*/ 55 w 69"/>
                <a:gd name="T7" fmla="*/ 53 h 53"/>
                <a:gd name="T8" fmla="*/ 69 w 69"/>
                <a:gd name="T9" fmla="*/ 39 h 53"/>
                <a:gd name="T10" fmla="*/ 69 w 69"/>
                <a:gd name="T11" fmla="*/ 0 h 53"/>
                <a:gd name="T12" fmla="*/ 0 w 69"/>
                <a:gd name="T13" fmla="*/ 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53">
                  <a:moveTo>
                    <a:pt x="0" y="1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47"/>
                    <a:pt x="6" y="53"/>
                    <a:pt x="14" y="53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63" y="53"/>
                    <a:pt x="69" y="47"/>
                    <a:pt x="69" y="39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8" y="17"/>
                    <a:pt x="12" y="7"/>
                    <a:pt x="0" y="1"/>
                  </a:cubicBezTo>
                  <a:close/>
                </a:path>
              </a:pathLst>
            </a:custGeom>
            <a:solidFill>
              <a:srgbClr val="FF9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1" name="Freeform 274">
              <a:extLst>
                <a:ext uri="{FF2B5EF4-FFF2-40B4-BE49-F238E27FC236}">
                  <a16:creationId xmlns:a16="http://schemas.microsoft.com/office/drawing/2014/main" id="{7B361742-B42E-4ED3-BFB6-281F12C065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88" y="126"/>
              <a:ext cx="87" cy="96"/>
            </a:xfrm>
            <a:custGeom>
              <a:avLst/>
              <a:gdLst>
                <a:gd name="T0" fmla="*/ 17 w 19"/>
                <a:gd name="T1" fmla="*/ 3 h 21"/>
                <a:gd name="T2" fmla="*/ 14 w 19"/>
                <a:gd name="T3" fmla="*/ 1 h 21"/>
                <a:gd name="T4" fmla="*/ 9 w 19"/>
                <a:gd name="T5" fmla="*/ 0 h 21"/>
                <a:gd name="T6" fmla="*/ 5 w 19"/>
                <a:gd name="T7" fmla="*/ 1 h 21"/>
                <a:gd name="T8" fmla="*/ 2 w 19"/>
                <a:gd name="T9" fmla="*/ 3 h 21"/>
                <a:gd name="T10" fmla="*/ 1 w 19"/>
                <a:gd name="T11" fmla="*/ 7 h 21"/>
                <a:gd name="T12" fmla="*/ 0 w 19"/>
                <a:gd name="T13" fmla="*/ 11 h 21"/>
                <a:gd name="T14" fmla="*/ 1 w 19"/>
                <a:gd name="T15" fmla="*/ 15 h 21"/>
                <a:gd name="T16" fmla="*/ 2 w 19"/>
                <a:gd name="T17" fmla="*/ 18 h 21"/>
                <a:gd name="T18" fmla="*/ 5 w 19"/>
                <a:gd name="T19" fmla="*/ 20 h 21"/>
                <a:gd name="T20" fmla="*/ 9 w 19"/>
                <a:gd name="T21" fmla="*/ 21 h 21"/>
                <a:gd name="T22" fmla="*/ 14 w 19"/>
                <a:gd name="T23" fmla="*/ 20 h 21"/>
                <a:gd name="T24" fmla="*/ 17 w 19"/>
                <a:gd name="T25" fmla="*/ 18 h 21"/>
                <a:gd name="T26" fmla="*/ 18 w 19"/>
                <a:gd name="T27" fmla="*/ 15 h 21"/>
                <a:gd name="T28" fmla="*/ 19 w 19"/>
                <a:gd name="T29" fmla="*/ 11 h 21"/>
                <a:gd name="T30" fmla="*/ 18 w 19"/>
                <a:gd name="T31" fmla="*/ 7 h 21"/>
                <a:gd name="T32" fmla="*/ 17 w 19"/>
                <a:gd name="T33" fmla="*/ 3 h 21"/>
                <a:gd name="T34" fmla="*/ 12 w 19"/>
                <a:gd name="T35" fmla="*/ 14 h 21"/>
                <a:gd name="T36" fmla="*/ 9 w 19"/>
                <a:gd name="T37" fmla="*/ 16 h 21"/>
                <a:gd name="T38" fmla="*/ 7 w 19"/>
                <a:gd name="T39" fmla="*/ 14 h 21"/>
                <a:gd name="T40" fmla="*/ 7 w 19"/>
                <a:gd name="T41" fmla="*/ 11 h 21"/>
                <a:gd name="T42" fmla="*/ 7 w 19"/>
                <a:gd name="T43" fmla="*/ 7 h 21"/>
                <a:gd name="T44" fmla="*/ 9 w 19"/>
                <a:gd name="T45" fmla="*/ 6 h 21"/>
                <a:gd name="T46" fmla="*/ 12 w 19"/>
                <a:gd name="T47" fmla="*/ 7 h 21"/>
                <a:gd name="T48" fmla="*/ 12 w 19"/>
                <a:gd name="T49" fmla="*/ 11 h 21"/>
                <a:gd name="T50" fmla="*/ 12 w 19"/>
                <a:gd name="T5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" h="21">
                  <a:moveTo>
                    <a:pt x="17" y="3"/>
                  </a:moveTo>
                  <a:cubicBezTo>
                    <a:pt x="16" y="2"/>
                    <a:pt x="15" y="2"/>
                    <a:pt x="14" y="1"/>
                  </a:cubicBezTo>
                  <a:cubicBezTo>
                    <a:pt x="12" y="0"/>
                    <a:pt x="11" y="0"/>
                    <a:pt x="9" y="0"/>
                  </a:cubicBezTo>
                  <a:cubicBezTo>
                    <a:pt x="8" y="0"/>
                    <a:pt x="6" y="0"/>
                    <a:pt x="5" y="1"/>
                  </a:cubicBezTo>
                  <a:cubicBezTo>
                    <a:pt x="4" y="2"/>
                    <a:pt x="3" y="2"/>
                    <a:pt x="2" y="3"/>
                  </a:cubicBezTo>
                  <a:cubicBezTo>
                    <a:pt x="2" y="4"/>
                    <a:pt x="1" y="6"/>
                    <a:pt x="1" y="7"/>
                  </a:cubicBezTo>
                  <a:cubicBezTo>
                    <a:pt x="0" y="8"/>
                    <a:pt x="0" y="9"/>
                    <a:pt x="0" y="11"/>
                  </a:cubicBezTo>
                  <a:cubicBezTo>
                    <a:pt x="0" y="12"/>
                    <a:pt x="0" y="13"/>
                    <a:pt x="1" y="15"/>
                  </a:cubicBezTo>
                  <a:cubicBezTo>
                    <a:pt x="1" y="16"/>
                    <a:pt x="2" y="17"/>
                    <a:pt x="2" y="18"/>
                  </a:cubicBezTo>
                  <a:cubicBezTo>
                    <a:pt x="3" y="19"/>
                    <a:pt x="4" y="20"/>
                    <a:pt x="5" y="20"/>
                  </a:cubicBezTo>
                  <a:cubicBezTo>
                    <a:pt x="6" y="21"/>
                    <a:pt x="8" y="21"/>
                    <a:pt x="9" y="21"/>
                  </a:cubicBezTo>
                  <a:cubicBezTo>
                    <a:pt x="11" y="21"/>
                    <a:pt x="12" y="21"/>
                    <a:pt x="14" y="20"/>
                  </a:cubicBezTo>
                  <a:cubicBezTo>
                    <a:pt x="15" y="20"/>
                    <a:pt x="16" y="19"/>
                    <a:pt x="17" y="18"/>
                  </a:cubicBezTo>
                  <a:cubicBezTo>
                    <a:pt x="17" y="17"/>
                    <a:pt x="18" y="16"/>
                    <a:pt x="18" y="15"/>
                  </a:cubicBezTo>
                  <a:cubicBezTo>
                    <a:pt x="19" y="13"/>
                    <a:pt x="19" y="12"/>
                    <a:pt x="19" y="11"/>
                  </a:cubicBezTo>
                  <a:cubicBezTo>
                    <a:pt x="19" y="9"/>
                    <a:pt x="19" y="8"/>
                    <a:pt x="18" y="7"/>
                  </a:cubicBezTo>
                  <a:cubicBezTo>
                    <a:pt x="18" y="6"/>
                    <a:pt x="17" y="4"/>
                    <a:pt x="17" y="3"/>
                  </a:cubicBezTo>
                  <a:close/>
                  <a:moveTo>
                    <a:pt x="12" y="14"/>
                  </a:moveTo>
                  <a:cubicBezTo>
                    <a:pt x="11" y="15"/>
                    <a:pt x="10" y="16"/>
                    <a:pt x="9" y="16"/>
                  </a:cubicBezTo>
                  <a:cubicBezTo>
                    <a:pt x="8" y="16"/>
                    <a:pt x="8" y="15"/>
                    <a:pt x="7" y="14"/>
                  </a:cubicBezTo>
                  <a:cubicBezTo>
                    <a:pt x="7" y="13"/>
                    <a:pt x="7" y="12"/>
                    <a:pt x="7" y="11"/>
                  </a:cubicBezTo>
                  <a:cubicBezTo>
                    <a:pt x="7" y="9"/>
                    <a:pt x="7" y="8"/>
                    <a:pt x="7" y="7"/>
                  </a:cubicBezTo>
                  <a:cubicBezTo>
                    <a:pt x="8" y="6"/>
                    <a:pt x="8" y="6"/>
                    <a:pt x="9" y="6"/>
                  </a:cubicBezTo>
                  <a:cubicBezTo>
                    <a:pt x="10" y="6"/>
                    <a:pt x="11" y="6"/>
                    <a:pt x="12" y="7"/>
                  </a:cubicBezTo>
                  <a:cubicBezTo>
                    <a:pt x="12" y="8"/>
                    <a:pt x="12" y="9"/>
                    <a:pt x="12" y="11"/>
                  </a:cubicBezTo>
                  <a:cubicBezTo>
                    <a:pt x="12" y="12"/>
                    <a:pt x="12" y="13"/>
                    <a:pt x="12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2" name="Freeform 275">
              <a:extLst>
                <a:ext uri="{FF2B5EF4-FFF2-40B4-BE49-F238E27FC236}">
                  <a16:creationId xmlns:a16="http://schemas.microsoft.com/office/drawing/2014/main" id="{245B1A5A-B755-462A-8FB8-163795658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6" y="194"/>
              <a:ext cx="87" cy="96"/>
            </a:xfrm>
            <a:custGeom>
              <a:avLst/>
              <a:gdLst>
                <a:gd name="T0" fmla="*/ 16 w 19"/>
                <a:gd name="T1" fmla="*/ 3 h 21"/>
                <a:gd name="T2" fmla="*/ 13 w 19"/>
                <a:gd name="T3" fmla="*/ 1 h 21"/>
                <a:gd name="T4" fmla="*/ 9 w 19"/>
                <a:gd name="T5" fmla="*/ 0 h 21"/>
                <a:gd name="T6" fmla="*/ 5 w 19"/>
                <a:gd name="T7" fmla="*/ 1 h 21"/>
                <a:gd name="T8" fmla="*/ 2 w 19"/>
                <a:gd name="T9" fmla="*/ 3 h 21"/>
                <a:gd name="T10" fmla="*/ 0 w 19"/>
                <a:gd name="T11" fmla="*/ 7 h 21"/>
                <a:gd name="T12" fmla="*/ 0 w 19"/>
                <a:gd name="T13" fmla="*/ 11 h 21"/>
                <a:gd name="T14" fmla="*/ 0 w 19"/>
                <a:gd name="T15" fmla="*/ 14 h 21"/>
                <a:gd name="T16" fmla="*/ 2 w 19"/>
                <a:gd name="T17" fmla="*/ 18 h 21"/>
                <a:gd name="T18" fmla="*/ 5 w 19"/>
                <a:gd name="T19" fmla="*/ 20 h 21"/>
                <a:gd name="T20" fmla="*/ 9 w 19"/>
                <a:gd name="T21" fmla="*/ 21 h 21"/>
                <a:gd name="T22" fmla="*/ 13 w 19"/>
                <a:gd name="T23" fmla="*/ 20 h 21"/>
                <a:gd name="T24" fmla="*/ 16 w 19"/>
                <a:gd name="T25" fmla="*/ 18 h 21"/>
                <a:gd name="T26" fmla="*/ 18 w 19"/>
                <a:gd name="T27" fmla="*/ 14 h 21"/>
                <a:gd name="T28" fmla="*/ 19 w 19"/>
                <a:gd name="T29" fmla="*/ 11 h 21"/>
                <a:gd name="T30" fmla="*/ 18 w 19"/>
                <a:gd name="T31" fmla="*/ 7 h 21"/>
                <a:gd name="T32" fmla="*/ 16 w 19"/>
                <a:gd name="T33" fmla="*/ 3 h 21"/>
                <a:gd name="T34" fmla="*/ 11 w 19"/>
                <a:gd name="T35" fmla="*/ 14 h 21"/>
                <a:gd name="T36" fmla="*/ 9 w 19"/>
                <a:gd name="T37" fmla="*/ 16 h 21"/>
                <a:gd name="T38" fmla="*/ 7 w 19"/>
                <a:gd name="T39" fmla="*/ 14 h 21"/>
                <a:gd name="T40" fmla="*/ 7 w 19"/>
                <a:gd name="T41" fmla="*/ 11 h 21"/>
                <a:gd name="T42" fmla="*/ 7 w 19"/>
                <a:gd name="T43" fmla="*/ 7 h 21"/>
                <a:gd name="T44" fmla="*/ 9 w 19"/>
                <a:gd name="T45" fmla="*/ 6 h 21"/>
                <a:gd name="T46" fmla="*/ 11 w 19"/>
                <a:gd name="T47" fmla="*/ 7 h 21"/>
                <a:gd name="T48" fmla="*/ 12 w 19"/>
                <a:gd name="T49" fmla="*/ 11 h 21"/>
                <a:gd name="T50" fmla="*/ 11 w 19"/>
                <a:gd name="T5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" h="21">
                  <a:moveTo>
                    <a:pt x="16" y="3"/>
                  </a:moveTo>
                  <a:cubicBezTo>
                    <a:pt x="16" y="2"/>
                    <a:pt x="15" y="1"/>
                    <a:pt x="13" y="1"/>
                  </a:cubicBezTo>
                  <a:cubicBezTo>
                    <a:pt x="12" y="0"/>
                    <a:pt x="11" y="0"/>
                    <a:pt x="9" y="0"/>
                  </a:cubicBezTo>
                  <a:cubicBezTo>
                    <a:pt x="8" y="0"/>
                    <a:pt x="6" y="0"/>
                    <a:pt x="5" y="1"/>
                  </a:cubicBezTo>
                  <a:cubicBezTo>
                    <a:pt x="4" y="1"/>
                    <a:pt x="3" y="2"/>
                    <a:pt x="2" y="3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0" y="8"/>
                    <a:pt x="0" y="9"/>
                    <a:pt x="0" y="11"/>
                  </a:cubicBezTo>
                  <a:cubicBezTo>
                    <a:pt x="0" y="12"/>
                    <a:pt x="0" y="13"/>
                    <a:pt x="0" y="14"/>
                  </a:cubicBezTo>
                  <a:cubicBezTo>
                    <a:pt x="1" y="16"/>
                    <a:pt x="1" y="17"/>
                    <a:pt x="2" y="18"/>
                  </a:cubicBezTo>
                  <a:cubicBezTo>
                    <a:pt x="3" y="19"/>
                    <a:pt x="4" y="20"/>
                    <a:pt x="5" y="20"/>
                  </a:cubicBezTo>
                  <a:cubicBezTo>
                    <a:pt x="6" y="21"/>
                    <a:pt x="8" y="21"/>
                    <a:pt x="9" y="21"/>
                  </a:cubicBezTo>
                  <a:cubicBezTo>
                    <a:pt x="11" y="21"/>
                    <a:pt x="12" y="21"/>
                    <a:pt x="13" y="20"/>
                  </a:cubicBezTo>
                  <a:cubicBezTo>
                    <a:pt x="15" y="20"/>
                    <a:pt x="16" y="19"/>
                    <a:pt x="16" y="18"/>
                  </a:cubicBezTo>
                  <a:cubicBezTo>
                    <a:pt x="17" y="17"/>
                    <a:pt x="18" y="16"/>
                    <a:pt x="18" y="14"/>
                  </a:cubicBezTo>
                  <a:cubicBezTo>
                    <a:pt x="19" y="13"/>
                    <a:pt x="19" y="12"/>
                    <a:pt x="19" y="11"/>
                  </a:cubicBezTo>
                  <a:cubicBezTo>
                    <a:pt x="19" y="9"/>
                    <a:pt x="19" y="8"/>
                    <a:pt x="18" y="7"/>
                  </a:cubicBezTo>
                  <a:cubicBezTo>
                    <a:pt x="18" y="5"/>
                    <a:pt x="17" y="4"/>
                    <a:pt x="16" y="3"/>
                  </a:cubicBezTo>
                  <a:close/>
                  <a:moveTo>
                    <a:pt x="11" y="14"/>
                  </a:moveTo>
                  <a:cubicBezTo>
                    <a:pt x="11" y="15"/>
                    <a:pt x="10" y="16"/>
                    <a:pt x="9" y="16"/>
                  </a:cubicBezTo>
                  <a:cubicBezTo>
                    <a:pt x="8" y="16"/>
                    <a:pt x="8" y="15"/>
                    <a:pt x="7" y="14"/>
                  </a:cubicBezTo>
                  <a:cubicBezTo>
                    <a:pt x="7" y="13"/>
                    <a:pt x="7" y="12"/>
                    <a:pt x="7" y="11"/>
                  </a:cubicBezTo>
                  <a:cubicBezTo>
                    <a:pt x="7" y="9"/>
                    <a:pt x="7" y="8"/>
                    <a:pt x="7" y="7"/>
                  </a:cubicBezTo>
                  <a:cubicBezTo>
                    <a:pt x="8" y="6"/>
                    <a:pt x="8" y="6"/>
                    <a:pt x="9" y="6"/>
                  </a:cubicBezTo>
                  <a:cubicBezTo>
                    <a:pt x="10" y="6"/>
                    <a:pt x="11" y="6"/>
                    <a:pt x="11" y="7"/>
                  </a:cubicBezTo>
                  <a:cubicBezTo>
                    <a:pt x="12" y="8"/>
                    <a:pt x="12" y="9"/>
                    <a:pt x="12" y="11"/>
                  </a:cubicBezTo>
                  <a:cubicBezTo>
                    <a:pt x="12" y="12"/>
                    <a:pt x="12" y="13"/>
                    <a:pt x="11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3" name="Freeform 276">
              <a:extLst>
                <a:ext uri="{FF2B5EF4-FFF2-40B4-BE49-F238E27FC236}">
                  <a16:creationId xmlns:a16="http://schemas.microsoft.com/office/drawing/2014/main" id="{3B44A25C-55E3-4BC3-A109-09E72DD3D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9" y="126"/>
              <a:ext cx="129" cy="164"/>
            </a:xfrm>
            <a:custGeom>
              <a:avLst/>
              <a:gdLst>
                <a:gd name="T0" fmla="*/ 24 w 28"/>
                <a:gd name="T1" fmla="*/ 0 h 36"/>
                <a:gd name="T2" fmla="*/ 23 w 28"/>
                <a:gd name="T3" fmla="*/ 0 h 36"/>
                <a:gd name="T4" fmla="*/ 21 w 28"/>
                <a:gd name="T5" fmla="*/ 1 h 36"/>
                <a:gd name="T6" fmla="*/ 0 w 28"/>
                <a:gd name="T7" fmla="*/ 35 h 36"/>
                <a:gd name="T8" fmla="*/ 3 w 28"/>
                <a:gd name="T9" fmla="*/ 36 h 36"/>
                <a:gd name="T10" fmla="*/ 4 w 28"/>
                <a:gd name="T11" fmla="*/ 36 h 36"/>
                <a:gd name="T12" fmla="*/ 6 w 28"/>
                <a:gd name="T13" fmla="*/ 36 h 36"/>
                <a:gd name="T14" fmla="*/ 8 w 28"/>
                <a:gd name="T15" fmla="*/ 35 h 36"/>
                <a:gd name="T16" fmla="*/ 28 w 28"/>
                <a:gd name="T17" fmla="*/ 1 h 36"/>
                <a:gd name="T18" fmla="*/ 26 w 28"/>
                <a:gd name="T19" fmla="*/ 0 h 36"/>
                <a:gd name="T20" fmla="*/ 24 w 28"/>
                <a:gd name="T2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36">
                  <a:moveTo>
                    <a:pt x="24" y="0"/>
                  </a:moveTo>
                  <a:cubicBezTo>
                    <a:pt x="24" y="0"/>
                    <a:pt x="23" y="0"/>
                    <a:pt x="23" y="0"/>
                  </a:cubicBezTo>
                  <a:cubicBezTo>
                    <a:pt x="22" y="0"/>
                    <a:pt x="21" y="1"/>
                    <a:pt x="21" y="1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" y="36"/>
                    <a:pt x="2" y="36"/>
                    <a:pt x="3" y="36"/>
                  </a:cubicBezTo>
                  <a:cubicBezTo>
                    <a:pt x="3" y="36"/>
                    <a:pt x="4" y="36"/>
                    <a:pt x="4" y="36"/>
                  </a:cubicBezTo>
                  <a:cubicBezTo>
                    <a:pt x="5" y="36"/>
                    <a:pt x="6" y="36"/>
                    <a:pt x="6" y="36"/>
                  </a:cubicBezTo>
                  <a:cubicBezTo>
                    <a:pt x="7" y="36"/>
                    <a:pt x="7" y="36"/>
                    <a:pt x="8" y="35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7" y="0"/>
                    <a:pt x="27" y="0"/>
                    <a:pt x="26" y="0"/>
                  </a:cubicBezTo>
                  <a:cubicBezTo>
                    <a:pt x="25" y="0"/>
                    <a:pt x="25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4" name="Freeform 277">
              <a:extLst>
                <a:ext uri="{FF2B5EF4-FFF2-40B4-BE49-F238E27FC236}">
                  <a16:creationId xmlns:a16="http://schemas.microsoft.com/office/drawing/2014/main" id="{2EEFE752-DCBE-48A2-82AC-543DCC031F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38" y="53"/>
              <a:ext cx="316" cy="310"/>
            </a:xfrm>
            <a:custGeom>
              <a:avLst/>
              <a:gdLst>
                <a:gd name="T0" fmla="*/ 54 w 69"/>
                <a:gd name="T1" fmla="*/ 0 h 68"/>
                <a:gd name="T2" fmla="*/ 15 w 69"/>
                <a:gd name="T3" fmla="*/ 0 h 68"/>
                <a:gd name="T4" fmla="*/ 0 w 69"/>
                <a:gd name="T5" fmla="*/ 14 h 68"/>
                <a:gd name="T6" fmla="*/ 0 w 69"/>
                <a:gd name="T7" fmla="*/ 54 h 68"/>
                <a:gd name="T8" fmla="*/ 15 w 69"/>
                <a:gd name="T9" fmla="*/ 68 h 68"/>
                <a:gd name="T10" fmla="*/ 54 w 69"/>
                <a:gd name="T11" fmla="*/ 68 h 68"/>
                <a:gd name="T12" fmla="*/ 69 w 69"/>
                <a:gd name="T13" fmla="*/ 54 h 68"/>
                <a:gd name="T14" fmla="*/ 69 w 69"/>
                <a:gd name="T15" fmla="*/ 14 h 68"/>
                <a:gd name="T16" fmla="*/ 54 w 69"/>
                <a:gd name="T17" fmla="*/ 0 h 68"/>
                <a:gd name="T18" fmla="*/ 67 w 69"/>
                <a:gd name="T19" fmla="*/ 55 h 68"/>
                <a:gd name="T20" fmla="*/ 55 w 69"/>
                <a:gd name="T21" fmla="*/ 67 h 68"/>
                <a:gd name="T22" fmla="*/ 14 w 69"/>
                <a:gd name="T23" fmla="*/ 67 h 68"/>
                <a:gd name="T24" fmla="*/ 1 w 69"/>
                <a:gd name="T25" fmla="*/ 55 h 68"/>
                <a:gd name="T26" fmla="*/ 1 w 69"/>
                <a:gd name="T27" fmla="*/ 13 h 68"/>
                <a:gd name="T28" fmla="*/ 14 w 69"/>
                <a:gd name="T29" fmla="*/ 1 h 68"/>
                <a:gd name="T30" fmla="*/ 55 w 69"/>
                <a:gd name="T31" fmla="*/ 1 h 68"/>
                <a:gd name="T32" fmla="*/ 67 w 69"/>
                <a:gd name="T33" fmla="*/ 13 h 68"/>
                <a:gd name="T34" fmla="*/ 67 w 69"/>
                <a:gd name="T35" fmla="*/ 55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68">
                  <a:moveTo>
                    <a:pt x="5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2"/>
                    <a:pt x="7" y="68"/>
                    <a:pt x="15" y="68"/>
                  </a:cubicBezTo>
                  <a:cubicBezTo>
                    <a:pt x="54" y="68"/>
                    <a:pt x="54" y="68"/>
                    <a:pt x="54" y="68"/>
                  </a:cubicBezTo>
                  <a:cubicBezTo>
                    <a:pt x="62" y="68"/>
                    <a:pt x="69" y="62"/>
                    <a:pt x="69" y="54"/>
                  </a:cubicBezTo>
                  <a:cubicBezTo>
                    <a:pt x="69" y="14"/>
                    <a:pt x="69" y="14"/>
                    <a:pt x="69" y="14"/>
                  </a:cubicBezTo>
                  <a:cubicBezTo>
                    <a:pt x="69" y="6"/>
                    <a:pt x="62" y="0"/>
                    <a:pt x="54" y="0"/>
                  </a:cubicBezTo>
                  <a:close/>
                  <a:moveTo>
                    <a:pt x="67" y="55"/>
                  </a:moveTo>
                  <a:cubicBezTo>
                    <a:pt x="67" y="62"/>
                    <a:pt x="62" y="67"/>
                    <a:pt x="55" y="67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7" y="67"/>
                    <a:pt x="1" y="62"/>
                    <a:pt x="1" y="55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7"/>
                    <a:pt x="7" y="1"/>
                    <a:pt x="14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62" y="1"/>
                    <a:pt x="67" y="7"/>
                    <a:pt x="67" y="13"/>
                  </a:cubicBezTo>
                  <a:lnTo>
                    <a:pt x="67" y="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5" name="Freeform 278">
              <a:extLst>
                <a:ext uri="{FF2B5EF4-FFF2-40B4-BE49-F238E27FC236}">
                  <a16:creationId xmlns:a16="http://schemas.microsoft.com/office/drawing/2014/main" id="{200525BC-53AB-4584-9BEB-03B844A34C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33" y="48"/>
              <a:ext cx="325" cy="320"/>
            </a:xfrm>
            <a:custGeom>
              <a:avLst/>
              <a:gdLst>
                <a:gd name="T0" fmla="*/ 55 w 71"/>
                <a:gd name="T1" fmla="*/ 0 h 70"/>
                <a:gd name="T2" fmla="*/ 16 w 71"/>
                <a:gd name="T3" fmla="*/ 0 h 70"/>
                <a:gd name="T4" fmla="*/ 0 w 71"/>
                <a:gd name="T5" fmla="*/ 15 h 70"/>
                <a:gd name="T6" fmla="*/ 0 w 71"/>
                <a:gd name="T7" fmla="*/ 55 h 70"/>
                <a:gd name="T8" fmla="*/ 16 w 71"/>
                <a:gd name="T9" fmla="*/ 70 h 70"/>
                <a:gd name="T10" fmla="*/ 55 w 71"/>
                <a:gd name="T11" fmla="*/ 70 h 70"/>
                <a:gd name="T12" fmla="*/ 71 w 71"/>
                <a:gd name="T13" fmla="*/ 55 h 70"/>
                <a:gd name="T14" fmla="*/ 71 w 71"/>
                <a:gd name="T15" fmla="*/ 15 h 70"/>
                <a:gd name="T16" fmla="*/ 55 w 71"/>
                <a:gd name="T17" fmla="*/ 0 h 70"/>
                <a:gd name="T18" fmla="*/ 68 w 71"/>
                <a:gd name="T19" fmla="*/ 56 h 70"/>
                <a:gd name="T20" fmla="*/ 56 w 71"/>
                <a:gd name="T21" fmla="*/ 67 h 70"/>
                <a:gd name="T22" fmla="*/ 15 w 71"/>
                <a:gd name="T23" fmla="*/ 67 h 70"/>
                <a:gd name="T24" fmla="*/ 3 w 71"/>
                <a:gd name="T25" fmla="*/ 56 h 70"/>
                <a:gd name="T26" fmla="*/ 3 w 71"/>
                <a:gd name="T27" fmla="*/ 14 h 70"/>
                <a:gd name="T28" fmla="*/ 15 w 71"/>
                <a:gd name="T29" fmla="*/ 3 h 70"/>
                <a:gd name="T30" fmla="*/ 56 w 71"/>
                <a:gd name="T31" fmla="*/ 3 h 70"/>
                <a:gd name="T32" fmla="*/ 68 w 71"/>
                <a:gd name="T33" fmla="*/ 14 h 70"/>
                <a:gd name="T34" fmla="*/ 68 w 71"/>
                <a:gd name="T35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1" h="70">
                  <a:moveTo>
                    <a:pt x="5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63"/>
                    <a:pt x="7" y="70"/>
                    <a:pt x="16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64" y="70"/>
                    <a:pt x="71" y="63"/>
                    <a:pt x="71" y="55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1" y="7"/>
                    <a:pt x="64" y="0"/>
                    <a:pt x="55" y="0"/>
                  </a:cubicBezTo>
                  <a:close/>
                  <a:moveTo>
                    <a:pt x="68" y="56"/>
                  </a:moveTo>
                  <a:cubicBezTo>
                    <a:pt x="68" y="62"/>
                    <a:pt x="62" y="67"/>
                    <a:pt x="56" y="67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8" y="67"/>
                    <a:pt x="3" y="62"/>
                    <a:pt x="3" y="56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8"/>
                    <a:pt x="8" y="3"/>
                    <a:pt x="15" y="3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62" y="3"/>
                    <a:pt x="68" y="8"/>
                    <a:pt x="68" y="14"/>
                  </a:cubicBezTo>
                  <a:lnTo>
                    <a:pt x="68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6" name="Freeform 279">
              <a:extLst>
                <a:ext uri="{FF2B5EF4-FFF2-40B4-BE49-F238E27FC236}">
                  <a16:creationId xmlns:a16="http://schemas.microsoft.com/office/drawing/2014/main" id="{E315284F-73EF-4072-AD19-FC22AB8C4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509"/>
              <a:ext cx="618" cy="19"/>
            </a:xfrm>
            <a:custGeom>
              <a:avLst/>
              <a:gdLst>
                <a:gd name="T0" fmla="*/ 133 w 135"/>
                <a:gd name="T1" fmla="*/ 4 h 4"/>
                <a:gd name="T2" fmla="*/ 2 w 135"/>
                <a:gd name="T3" fmla="*/ 4 h 4"/>
                <a:gd name="T4" fmla="*/ 0 w 135"/>
                <a:gd name="T5" fmla="*/ 2 h 4"/>
                <a:gd name="T6" fmla="*/ 2 w 135"/>
                <a:gd name="T7" fmla="*/ 0 h 4"/>
                <a:gd name="T8" fmla="*/ 133 w 135"/>
                <a:gd name="T9" fmla="*/ 0 h 4"/>
                <a:gd name="T10" fmla="*/ 135 w 135"/>
                <a:gd name="T11" fmla="*/ 2 h 4"/>
                <a:gd name="T12" fmla="*/ 133 w 135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4">
                  <a:moveTo>
                    <a:pt x="133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4" y="0"/>
                    <a:pt x="135" y="1"/>
                    <a:pt x="135" y="2"/>
                  </a:cubicBezTo>
                  <a:cubicBezTo>
                    <a:pt x="135" y="3"/>
                    <a:pt x="134" y="4"/>
                    <a:pt x="1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7" name="Freeform 280">
              <a:extLst>
                <a:ext uri="{FF2B5EF4-FFF2-40B4-BE49-F238E27FC236}">
                  <a16:creationId xmlns:a16="http://schemas.microsoft.com/office/drawing/2014/main" id="{75C24D84-3DAD-4F3D-87CC-715C61848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587"/>
              <a:ext cx="563" cy="18"/>
            </a:xfrm>
            <a:custGeom>
              <a:avLst/>
              <a:gdLst>
                <a:gd name="T0" fmla="*/ 121 w 123"/>
                <a:gd name="T1" fmla="*/ 4 h 4"/>
                <a:gd name="T2" fmla="*/ 2 w 123"/>
                <a:gd name="T3" fmla="*/ 4 h 4"/>
                <a:gd name="T4" fmla="*/ 0 w 123"/>
                <a:gd name="T5" fmla="*/ 2 h 4"/>
                <a:gd name="T6" fmla="*/ 2 w 123"/>
                <a:gd name="T7" fmla="*/ 0 h 4"/>
                <a:gd name="T8" fmla="*/ 121 w 123"/>
                <a:gd name="T9" fmla="*/ 0 h 4"/>
                <a:gd name="T10" fmla="*/ 123 w 123"/>
                <a:gd name="T11" fmla="*/ 2 h 4"/>
                <a:gd name="T12" fmla="*/ 121 w 123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4">
                  <a:moveTo>
                    <a:pt x="12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2" y="0"/>
                    <a:pt x="123" y="1"/>
                    <a:pt x="123" y="2"/>
                  </a:cubicBezTo>
                  <a:cubicBezTo>
                    <a:pt x="123" y="3"/>
                    <a:pt x="122" y="4"/>
                    <a:pt x="121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8" name="Freeform 281">
              <a:extLst>
                <a:ext uri="{FF2B5EF4-FFF2-40B4-BE49-F238E27FC236}">
                  <a16:creationId xmlns:a16="http://schemas.microsoft.com/office/drawing/2014/main" id="{2C898819-A14D-465C-8B54-E6FA7BE6E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" y="665"/>
              <a:ext cx="508" cy="23"/>
            </a:xfrm>
            <a:custGeom>
              <a:avLst/>
              <a:gdLst>
                <a:gd name="T0" fmla="*/ 108 w 111"/>
                <a:gd name="T1" fmla="*/ 5 h 5"/>
                <a:gd name="T2" fmla="*/ 2 w 111"/>
                <a:gd name="T3" fmla="*/ 5 h 5"/>
                <a:gd name="T4" fmla="*/ 0 w 111"/>
                <a:gd name="T5" fmla="*/ 2 h 5"/>
                <a:gd name="T6" fmla="*/ 2 w 111"/>
                <a:gd name="T7" fmla="*/ 0 h 5"/>
                <a:gd name="T8" fmla="*/ 108 w 111"/>
                <a:gd name="T9" fmla="*/ 0 h 5"/>
                <a:gd name="T10" fmla="*/ 111 w 111"/>
                <a:gd name="T11" fmla="*/ 2 h 5"/>
                <a:gd name="T12" fmla="*/ 108 w 111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5">
                  <a:moveTo>
                    <a:pt x="108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10" y="0"/>
                    <a:pt x="111" y="1"/>
                    <a:pt x="111" y="2"/>
                  </a:cubicBezTo>
                  <a:cubicBezTo>
                    <a:pt x="111" y="4"/>
                    <a:pt x="110" y="5"/>
                    <a:pt x="108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9" name="Freeform 282">
              <a:extLst>
                <a:ext uri="{FF2B5EF4-FFF2-40B4-BE49-F238E27FC236}">
                  <a16:creationId xmlns:a16="http://schemas.microsoft.com/office/drawing/2014/main" id="{973CEC9A-F4FF-4EDE-BE8B-0271DA685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4" y="436"/>
              <a:ext cx="68" cy="320"/>
            </a:xfrm>
            <a:custGeom>
              <a:avLst/>
              <a:gdLst>
                <a:gd name="T0" fmla="*/ 68 w 68"/>
                <a:gd name="T1" fmla="*/ 320 h 320"/>
                <a:gd name="T2" fmla="*/ 0 w 68"/>
                <a:gd name="T3" fmla="*/ 0 h 320"/>
                <a:gd name="T4" fmla="*/ 68 w 68"/>
                <a:gd name="T5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320">
                  <a:moveTo>
                    <a:pt x="68" y="320"/>
                  </a:moveTo>
                  <a:lnTo>
                    <a:pt x="0" y="0"/>
                  </a:lnTo>
                  <a:lnTo>
                    <a:pt x="68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6" name="Freeform 283">
              <a:extLst>
                <a:ext uri="{FF2B5EF4-FFF2-40B4-BE49-F238E27FC236}">
                  <a16:creationId xmlns:a16="http://schemas.microsoft.com/office/drawing/2014/main" id="{8B6F7EA0-EB85-4376-9EB7-B830D45C3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427"/>
              <a:ext cx="87" cy="338"/>
            </a:xfrm>
            <a:custGeom>
              <a:avLst/>
              <a:gdLst>
                <a:gd name="T0" fmla="*/ 17 w 19"/>
                <a:gd name="T1" fmla="*/ 74 h 74"/>
                <a:gd name="T2" fmla="*/ 15 w 19"/>
                <a:gd name="T3" fmla="*/ 72 h 74"/>
                <a:gd name="T4" fmla="*/ 0 w 19"/>
                <a:gd name="T5" fmla="*/ 3 h 74"/>
                <a:gd name="T6" fmla="*/ 2 w 19"/>
                <a:gd name="T7" fmla="*/ 0 h 74"/>
                <a:gd name="T8" fmla="*/ 5 w 19"/>
                <a:gd name="T9" fmla="*/ 2 h 74"/>
                <a:gd name="T10" fmla="*/ 19 w 19"/>
                <a:gd name="T11" fmla="*/ 71 h 74"/>
                <a:gd name="T12" fmla="*/ 17 w 19"/>
                <a:gd name="T13" fmla="*/ 74 h 74"/>
                <a:gd name="T14" fmla="*/ 17 w 19"/>
                <a:gd name="T15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74">
                  <a:moveTo>
                    <a:pt x="17" y="74"/>
                  </a:moveTo>
                  <a:cubicBezTo>
                    <a:pt x="16" y="74"/>
                    <a:pt x="15" y="73"/>
                    <a:pt x="15" y="7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19" y="73"/>
                    <a:pt x="19" y="74"/>
                    <a:pt x="17" y="74"/>
                  </a:cubicBezTo>
                  <a:cubicBezTo>
                    <a:pt x="17" y="74"/>
                    <a:pt x="17" y="74"/>
                    <a:pt x="17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7" name="Freeform 284">
              <a:extLst>
                <a:ext uri="{FF2B5EF4-FFF2-40B4-BE49-F238E27FC236}">
                  <a16:creationId xmlns:a16="http://schemas.microsoft.com/office/drawing/2014/main" id="{53495300-EBAC-429A-9EA5-10A321556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436"/>
              <a:ext cx="23" cy="320"/>
            </a:xfrm>
            <a:custGeom>
              <a:avLst/>
              <a:gdLst>
                <a:gd name="T0" fmla="*/ 23 w 23"/>
                <a:gd name="T1" fmla="*/ 320 h 320"/>
                <a:gd name="T2" fmla="*/ 0 w 23"/>
                <a:gd name="T3" fmla="*/ 0 h 320"/>
                <a:gd name="T4" fmla="*/ 23 w 23"/>
                <a:gd name="T5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320">
                  <a:moveTo>
                    <a:pt x="23" y="320"/>
                  </a:moveTo>
                  <a:lnTo>
                    <a:pt x="0" y="0"/>
                  </a:lnTo>
                  <a:lnTo>
                    <a:pt x="23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8" name="Freeform 285">
              <a:extLst>
                <a:ext uri="{FF2B5EF4-FFF2-40B4-BE49-F238E27FC236}">
                  <a16:creationId xmlns:a16="http://schemas.microsoft.com/office/drawing/2014/main" id="{CD51E629-FC3E-46A4-9C6B-09196EF92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" y="427"/>
              <a:ext cx="41" cy="338"/>
            </a:xfrm>
            <a:custGeom>
              <a:avLst/>
              <a:gdLst>
                <a:gd name="T0" fmla="*/ 7 w 9"/>
                <a:gd name="T1" fmla="*/ 74 h 74"/>
                <a:gd name="T2" fmla="*/ 5 w 9"/>
                <a:gd name="T3" fmla="*/ 72 h 74"/>
                <a:gd name="T4" fmla="*/ 0 w 9"/>
                <a:gd name="T5" fmla="*/ 2 h 74"/>
                <a:gd name="T6" fmla="*/ 2 w 9"/>
                <a:gd name="T7" fmla="*/ 0 h 74"/>
                <a:gd name="T8" fmla="*/ 4 w 9"/>
                <a:gd name="T9" fmla="*/ 2 h 74"/>
                <a:gd name="T10" fmla="*/ 9 w 9"/>
                <a:gd name="T11" fmla="*/ 72 h 74"/>
                <a:gd name="T12" fmla="*/ 7 w 9"/>
                <a:gd name="T13" fmla="*/ 74 h 74"/>
                <a:gd name="T14" fmla="*/ 7 w 9"/>
                <a:gd name="T15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4">
                  <a:moveTo>
                    <a:pt x="7" y="74"/>
                  </a:moveTo>
                  <a:cubicBezTo>
                    <a:pt x="6" y="74"/>
                    <a:pt x="5" y="73"/>
                    <a:pt x="5" y="7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9" y="72"/>
                    <a:pt x="9" y="72"/>
                    <a:pt x="9" y="72"/>
                  </a:cubicBezTo>
                  <a:cubicBezTo>
                    <a:pt x="9" y="73"/>
                    <a:pt x="8" y="74"/>
                    <a:pt x="7" y="74"/>
                  </a:cubicBezTo>
                  <a:cubicBezTo>
                    <a:pt x="7" y="74"/>
                    <a:pt x="7" y="74"/>
                    <a:pt x="7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9" name="Freeform 286">
              <a:extLst>
                <a:ext uri="{FF2B5EF4-FFF2-40B4-BE49-F238E27FC236}">
                  <a16:creationId xmlns:a16="http://schemas.microsoft.com/office/drawing/2014/main" id="{A521E4CE-C2A6-4235-86AC-1872145CB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436"/>
              <a:ext cx="23" cy="320"/>
            </a:xfrm>
            <a:custGeom>
              <a:avLst/>
              <a:gdLst>
                <a:gd name="T0" fmla="*/ 0 w 23"/>
                <a:gd name="T1" fmla="*/ 320 h 320"/>
                <a:gd name="T2" fmla="*/ 23 w 23"/>
                <a:gd name="T3" fmla="*/ 0 h 320"/>
                <a:gd name="T4" fmla="*/ 0 w 23"/>
                <a:gd name="T5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320">
                  <a:moveTo>
                    <a:pt x="0" y="320"/>
                  </a:moveTo>
                  <a:lnTo>
                    <a:pt x="23" y="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0" name="Freeform 287">
              <a:extLst>
                <a:ext uri="{FF2B5EF4-FFF2-40B4-BE49-F238E27FC236}">
                  <a16:creationId xmlns:a16="http://schemas.microsoft.com/office/drawing/2014/main" id="{ED60FDBC-62B3-4372-AE7C-9127524E7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427"/>
              <a:ext cx="41" cy="338"/>
            </a:xfrm>
            <a:custGeom>
              <a:avLst/>
              <a:gdLst>
                <a:gd name="T0" fmla="*/ 2 w 9"/>
                <a:gd name="T1" fmla="*/ 74 h 74"/>
                <a:gd name="T2" fmla="*/ 1 w 9"/>
                <a:gd name="T3" fmla="*/ 74 h 74"/>
                <a:gd name="T4" fmla="*/ 0 w 9"/>
                <a:gd name="T5" fmla="*/ 72 h 74"/>
                <a:gd name="T6" fmla="*/ 5 w 9"/>
                <a:gd name="T7" fmla="*/ 2 h 74"/>
                <a:gd name="T8" fmla="*/ 7 w 9"/>
                <a:gd name="T9" fmla="*/ 0 h 74"/>
                <a:gd name="T10" fmla="*/ 9 w 9"/>
                <a:gd name="T11" fmla="*/ 2 h 74"/>
                <a:gd name="T12" fmla="*/ 4 w 9"/>
                <a:gd name="T13" fmla="*/ 72 h 74"/>
                <a:gd name="T14" fmla="*/ 2 w 9"/>
                <a:gd name="T15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4">
                  <a:moveTo>
                    <a:pt x="2" y="74"/>
                  </a:moveTo>
                  <a:cubicBezTo>
                    <a:pt x="2" y="74"/>
                    <a:pt x="2" y="74"/>
                    <a:pt x="1" y="74"/>
                  </a:cubicBezTo>
                  <a:cubicBezTo>
                    <a:pt x="0" y="74"/>
                    <a:pt x="0" y="73"/>
                    <a:pt x="0" y="7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8" y="0"/>
                    <a:pt x="9" y="1"/>
                    <a:pt x="9" y="2"/>
                  </a:cubicBezTo>
                  <a:cubicBezTo>
                    <a:pt x="4" y="72"/>
                    <a:pt x="4" y="72"/>
                    <a:pt x="4" y="72"/>
                  </a:cubicBezTo>
                  <a:cubicBezTo>
                    <a:pt x="4" y="73"/>
                    <a:pt x="3" y="74"/>
                    <a:pt x="2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1" name="Freeform 288">
              <a:extLst>
                <a:ext uri="{FF2B5EF4-FFF2-40B4-BE49-F238E27FC236}">
                  <a16:creationId xmlns:a16="http://schemas.microsoft.com/office/drawing/2014/main" id="{58C2BDD4-26B2-4BB3-8F86-0DE0693B2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436"/>
              <a:ext cx="68" cy="320"/>
            </a:xfrm>
            <a:custGeom>
              <a:avLst/>
              <a:gdLst>
                <a:gd name="T0" fmla="*/ 0 w 68"/>
                <a:gd name="T1" fmla="*/ 320 h 320"/>
                <a:gd name="T2" fmla="*/ 68 w 68"/>
                <a:gd name="T3" fmla="*/ 0 h 320"/>
                <a:gd name="T4" fmla="*/ 0 w 68"/>
                <a:gd name="T5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320">
                  <a:moveTo>
                    <a:pt x="0" y="320"/>
                  </a:moveTo>
                  <a:lnTo>
                    <a:pt x="68" y="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2" name="Freeform 289">
              <a:extLst>
                <a:ext uri="{FF2B5EF4-FFF2-40B4-BE49-F238E27FC236}">
                  <a16:creationId xmlns:a16="http://schemas.microsoft.com/office/drawing/2014/main" id="{C682790F-CEAA-4811-B659-9F1AC0114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" y="427"/>
              <a:ext cx="91" cy="338"/>
            </a:xfrm>
            <a:custGeom>
              <a:avLst/>
              <a:gdLst>
                <a:gd name="T0" fmla="*/ 2 w 20"/>
                <a:gd name="T1" fmla="*/ 74 h 74"/>
                <a:gd name="T2" fmla="*/ 2 w 20"/>
                <a:gd name="T3" fmla="*/ 74 h 74"/>
                <a:gd name="T4" fmla="*/ 0 w 20"/>
                <a:gd name="T5" fmla="*/ 71 h 74"/>
                <a:gd name="T6" fmla="*/ 15 w 20"/>
                <a:gd name="T7" fmla="*/ 2 h 74"/>
                <a:gd name="T8" fmla="*/ 18 w 20"/>
                <a:gd name="T9" fmla="*/ 0 h 74"/>
                <a:gd name="T10" fmla="*/ 19 w 20"/>
                <a:gd name="T11" fmla="*/ 3 h 74"/>
                <a:gd name="T12" fmla="*/ 4 w 20"/>
                <a:gd name="T13" fmla="*/ 72 h 74"/>
                <a:gd name="T14" fmla="*/ 2 w 20"/>
                <a:gd name="T15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74">
                  <a:moveTo>
                    <a:pt x="2" y="74"/>
                  </a:moveTo>
                  <a:cubicBezTo>
                    <a:pt x="2" y="74"/>
                    <a:pt x="2" y="74"/>
                    <a:pt x="2" y="74"/>
                  </a:cubicBezTo>
                  <a:cubicBezTo>
                    <a:pt x="1" y="74"/>
                    <a:pt x="0" y="73"/>
                    <a:pt x="0" y="71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6" y="1"/>
                    <a:pt x="17" y="0"/>
                    <a:pt x="18" y="0"/>
                  </a:cubicBezTo>
                  <a:cubicBezTo>
                    <a:pt x="19" y="0"/>
                    <a:pt x="20" y="2"/>
                    <a:pt x="19" y="3"/>
                  </a:cubicBezTo>
                  <a:cubicBezTo>
                    <a:pt x="4" y="72"/>
                    <a:pt x="4" y="72"/>
                    <a:pt x="4" y="72"/>
                  </a:cubicBezTo>
                  <a:cubicBezTo>
                    <a:pt x="4" y="73"/>
                    <a:pt x="3" y="74"/>
                    <a:pt x="2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3" name="Freeform 290">
              <a:extLst>
                <a:ext uri="{FF2B5EF4-FFF2-40B4-BE49-F238E27FC236}">
                  <a16:creationId xmlns:a16="http://schemas.microsoft.com/office/drawing/2014/main" id="{4865CCA4-82BB-4726-8AE4-7204343CD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258"/>
              <a:ext cx="783" cy="626"/>
            </a:xfrm>
            <a:custGeom>
              <a:avLst/>
              <a:gdLst>
                <a:gd name="T0" fmla="*/ 111 w 171"/>
                <a:gd name="T1" fmla="*/ 137 h 137"/>
                <a:gd name="T2" fmla="*/ 15 w 171"/>
                <a:gd name="T3" fmla="*/ 137 h 137"/>
                <a:gd name="T4" fmla="*/ 0 w 171"/>
                <a:gd name="T5" fmla="*/ 122 h 137"/>
                <a:gd name="T6" fmla="*/ 0 w 171"/>
                <a:gd name="T7" fmla="*/ 122 h 137"/>
                <a:gd name="T8" fmla="*/ 15 w 171"/>
                <a:gd name="T9" fmla="*/ 107 h 137"/>
                <a:gd name="T10" fmla="*/ 83 w 171"/>
                <a:gd name="T11" fmla="*/ 107 h 137"/>
                <a:gd name="T12" fmla="*/ 99 w 171"/>
                <a:gd name="T13" fmla="*/ 96 h 137"/>
                <a:gd name="T14" fmla="*/ 128 w 171"/>
                <a:gd name="T15" fmla="*/ 13 h 137"/>
                <a:gd name="T16" fmla="*/ 148 w 171"/>
                <a:gd name="T17" fmla="*/ 0 h 137"/>
                <a:gd name="T18" fmla="*/ 169 w 171"/>
                <a:gd name="T19" fmla="*/ 0 h 137"/>
                <a:gd name="T20" fmla="*/ 171 w 171"/>
                <a:gd name="T21" fmla="*/ 2 h 137"/>
                <a:gd name="T22" fmla="*/ 169 w 171"/>
                <a:gd name="T23" fmla="*/ 4 h 137"/>
                <a:gd name="T24" fmla="*/ 148 w 171"/>
                <a:gd name="T25" fmla="*/ 4 h 137"/>
                <a:gd name="T26" fmla="*/ 132 w 171"/>
                <a:gd name="T27" fmla="*/ 15 h 137"/>
                <a:gd name="T28" fmla="*/ 103 w 171"/>
                <a:gd name="T29" fmla="*/ 97 h 137"/>
                <a:gd name="T30" fmla="*/ 83 w 171"/>
                <a:gd name="T31" fmla="*/ 111 h 137"/>
                <a:gd name="T32" fmla="*/ 15 w 171"/>
                <a:gd name="T33" fmla="*/ 111 h 137"/>
                <a:gd name="T34" fmla="*/ 4 w 171"/>
                <a:gd name="T35" fmla="*/ 122 h 137"/>
                <a:gd name="T36" fmla="*/ 4 w 171"/>
                <a:gd name="T37" fmla="*/ 122 h 137"/>
                <a:gd name="T38" fmla="*/ 15 w 171"/>
                <a:gd name="T39" fmla="*/ 133 h 137"/>
                <a:gd name="T40" fmla="*/ 111 w 171"/>
                <a:gd name="T41" fmla="*/ 133 h 137"/>
                <a:gd name="T42" fmla="*/ 113 w 171"/>
                <a:gd name="T43" fmla="*/ 135 h 137"/>
                <a:gd name="T44" fmla="*/ 111 w 171"/>
                <a:gd name="T45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1" h="137">
                  <a:moveTo>
                    <a:pt x="111" y="137"/>
                  </a:moveTo>
                  <a:cubicBezTo>
                    <a:pt x="15" y="137"/>
                    <a:pt x="15" y="137"/>
                    <a:pt x="15" y="137"/>
                  </a:cubicBezTo>
                  <a:cubicBezTo>
                    <a:pt x="7" y="137"/>
                    <a:pt x="0" y="131"/>
                    <a:pt x="0" y="12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14"/>
                    <a:pt x="7" y="107"/>
                    <a:pt x="15" y="107"/>
                  </a:cubicBezTo>
                  <a:cubicBezTo>
                    <a:pt x="83" y="107"/>
                    <a:pt x="83" y="107"/>
                    <a:pt x="83" y="107"/>
                  </a:cubicBezTo>
                  <a:cubicBezTo>
                    <a:pt x="89" y="107"/>
                    <a:pt x="97" y="102"/>
                    <a:pt x="99" y="96"/>
                  </a:cubicBezTo>
                  <a:cubicBezTo>
                    <a:pt x="128" y="13"/>
                    <a:pt x="128" y="13"/>
                    <a:pt x="128" y="13"/>
                  </a:cubicBezTo>
                  <a:cubicBezTo>
                    <a:pt x="131" y="6"/>
                    <a:pt x="140" y="0"/>
                    <a:pt x="148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70" y="0"/>
                    <a:pt x="171" y="0"/>
                    <a:pt x="171" y="2"/>
                  </a:cubicBezTo>
                  <a:cubicBezTo>
                    <a:pt x="171" y="3"/>
                    <a:pt x="170" y="4"/>
                    <a:pt x="169" y="4"/>
                  </a:cubicBezTo>
                  <a:cubicBezTo>
                    <a:pt x="148" y="4"/>
                    <a:pt x="148" y="4"/>
                    <a:pt x="148" y="4"/>
                  </a:cubicBezTo>
                  <a:cubicBezTo>
                    <a:pt x="141" y="4"/>
                    <a:pt x="134" y="9"/>
                    <a:pt x="132" y="15"/>
                  </a:cubicBezTo>
                  <a:cubicBezTo>
                    <a:pt x="103" y="97"/>
                    <a:pt x="103" y="97"/>
                    <a:pt x="103" y="97"/>
                  </a:cubicBezTo>
                  <a:cubicBezTo>
                    <a:pt x="100" y="105"/>
                    <a:pt x="91" y="111"/>
                    <a:pt x="83" y="111"/>
                  </a:cubicBezTo>
                  <a:cubicBezTo>
                    <a:pt x="15" y="111"/>
                    <a:pt x="15" y="111"/>
                    <a:pt x="15" y="111"/>
                  </a:cubicBezTo>
                  <a:cubicBezTo>
                    <a:pt x="9" y="111"/>
                    <a:pt x="4" y="116"/>
                    <a:pt x="4" y="122"/>
                  </a:cubicBezTo>
                  <a:cubicBezTo>
                    <a:pt x="4" y="122"/>
                    <a:pt x="4" y="122"/>
                    <a:pt x="4" y="122"/>
                  </a:cubicBezTo>
                  <a:cubicBezTo>
                    <a:pt x="4" y="128"/>
                    <a:pt x="9" y="133"/>
                    <a:pt x="15" y="133"/>
                  </a:cubicBezTo>
                  <a:cubicBezTo>
                    <a:pt x="111" y="133"/>
                    <a:pt x="111" y="133"/>
                    <a:pt x="111" y="133"/>
                  </a:cubicBezTo>
                  <a:cubicBezTo>
                    <a:pt x="112" y="133"/>
                    <a:pt x="113" y="134"/>
                    <a:pt x="113" y="135"/>
                  </a:cubicBezTo>
                  <a:cubicBezTo>
                    <a:pt x="113" y="137"/>
                    <a:pt x="112" y="137"/>
                    <a:pt x="111" y="1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4" name="Oval 291">
              <a:extLst>
                <a:ext uri="{FF2B5EF4-FFF2-40B4-BE49-F238E27FC236}">
                  <a16:creationId xmlns:a16="http://schemas.microsoft.com/office/drawing/2014/main" id="{BBB67D9F-1689-4BA8-A087-798192925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" y="930"/>
              <a:ext cx="119" cy="118"/>
            </a:xfrm>
            <a:prstGeom prst="ellipse">
              <a:avLst/>
            </a:prstGeom>
            <a:solidFill>
              <a:srgbClr val="63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5" name="Freeform 292">
              <a:extLst>
                <a:ext uri="{FF2B5EF4-FFF2-40B4-BE49-F238E27FC236}">
                  <a16:creationId xmlns:a16="http://schemas.microsoft.com/office/drawing/2014/main" id="{0072965C-A4E2-40C7-8176-DAFC4D52F1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5" y="916"/>
              <a:ext cx="146" cy="146"/>
            </a:xfrm>
            <a:custGeom>
              <a:avLst/>
              <a:gdLst>
                <a:gd name="T0" fmla="*/ 16 w 32"/>
                <a:gd name="T1" fmla="*/ 6 h 32"/>
                <a:gd name="T2" fmla="*/ 26 w 32"/>
                <a:gd name="T3" fmla="*/ 16 h 32"/>
                <a:gd name="T4" fmla="*/ 16 w 32"/>
                <a:gd name="T5" fmla="*/ 26 h 32"/>
                <a:gd name="T6" fmla="*/ 6 w 32"/>
                <a:gd name="T7" fmla="*/ 16 h 32"/>
                <a:gd name="T8" fmla="*/ 16 w 32"/>
                <a:gd name="T9" fmla="*/ 6 h 32"/>
                <a:gd name="T10" fmla="*/ 16 w 32"/>
                <a:gd name="T11" fmla="*/ 0 h 32"/>
                <a:gd name="T12" fmla="*/ 0 w 32"/>
                <a:gd name="T13" fmla="*/ 16 h 32"/>
                <a:gd name="T14" fmla="*/ 16 w 32"/>
                <a:gd name="T15" fmla="*/ 32 h 32"/>
                <a:gd name="T16" fmla="*/ 32 w 32"/>
                <a:gd name="T17" fmla="*/ 16 h 32"/>
                <a:gd name="T18" fmla="*/ 16 w 32"/>
                <a:gd name="T1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6"/>
                  </a:moveTo>
                  <a:cubicBezTo>
                    <a:pt x="22" y="6"/>
                    <a:pt x="26" y="10"/>
                    <a:pt x="26" y="16"/>
                  </a:cubicBezTo>
                  <a:cubicBezTo>
                    <a:pt x="26" y="22"/>
                    <a:pt x="22" y="26"/>
                    <a:pt x="16" y="26"/>
                  </a:cubicBezTo>
                  <a:cubicBezTo>
                    <a:pt x="11" y="26"/>
                    <a:pt x="6" y="22"/>
                    <a:pt x="6" y="16"/>
                  </a:cubicBezTo>
                  <a:cubicBezTo>
                    <a:pt x="6" y="10"/>
                    <a:pt x="11" y="6"/>
                    <a:pt x="16" y="6"/>
                  </a:cubicBezTo>
                  <a:close/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ubicBezTo>
                    <a:pt x="25" y="32"/>
                    <a:pt x="32" y="25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063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6" name="Oval 293">
              <a:extLst>
                <a:ext uri="{FF2B5EF4-FFF2-40B4-BE49-F238E27FC236}">
                  <a16:creationId xmlns:a16="http://schemas.microsoft.com/office/drawing/2014/main" id="{07B20B66-5A3D-4A37-BB25-4865F9F2A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930"/>
              <a:ext cx="119" cy="118"/>
            </a:xfrm>
            <a:prstGeom prst="ellipse">
              <a:avLst/>
            </a:prstGeom>
            <a:solidFill>
              <a:srgbClr val="63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7" name="Freeform 294">
              <a:extLst>
                <a:ext uri="{FF2B5EF4-FFF2-40B4-BE49-F238E27FC236}">
                  <a16:creationId xmlns:a16="http://schemas.microsoft.com/office/drawing/2014/main" id="{546895FD-5FAF-411E-B4FD-DF482A08B7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7" y="916"/>
              <a:ext cx="147" cy="146"/>
            </a:xfrm>
            <a:custGeom>
              <a:avLst/>
              <a:gdLst>
                <a:gd name="T0" fmla="*/ 16 w 32"/>
                <a:gd name="T1" fmla="*/ 6 h 32"/>
                <a:gd name="T2" fmla="*/ 26 w 32"/>
                <a:gd name="T3" fmla="*/ 16 h 32"/>
                <a:gd name="T4" fmla="*/ 16 w 32"/>
                <a:gd name="T5" fmla="*/ 26 h 32"/>
                <a:gd name="T6" fmla="*/ 6 w 32"/>
                <a:gd name="T7" fmla="*/ 16 h 32"/>
                <a:gd name="T8" fmla="*/ 16 w 32"/>
                <a:gd name="T9" fmla="*/ 6 h 32"/>
                <a:gd name="T10" fmla="*/ 16 w 32"/>
                <a:gd name="T11" fmla="*/ 0 h 32"/>
                <a:gd name="T12" fmla="*/ 0 w 32"/>
                <a:gd name="T13" fmla="*/ 16 h 32"/>
                <a:gd name="T14" fmla="*/ 16 w 32"/>
                <a:gd name="T15" fmla="*/ 32 h 32"/>
                <a:gd name="T16" fmla="*/ 32 w 32"/>
                <a:gd name="T17" fmla="*/ 16 h 32"/>
                <a:gd name="T18" fmla="*/ 16 w 32"/>
                <a:gd name="T1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6"/>
                  </a:moveTo>
                  <a:cubicBezTo>
                    <a:pt x="21" y="6"/>
                    <a:pt x="26" y="10"/>
                    <a:pt x="26" y="16"/>
                  </a:cubicBezTo>
                  <a:cubicBezTo>
                    <a:pt x="26" y="22"/>
                    <a:pt x="21" y="26"/>
                    <a:pt x="16" y="26"/>
                  </a:cubicBezTo>
                  <a:cubicBezTo>
                    <a:pt x="10" y="26"/>
                    <a:pt x="6" y="22"/>
                    <a:pt x="6" y="16"/>
                  </a:cubicBezTo>
                  <a:cubicBezTo>
                    <a:pt x="6" y="10"/>
                    <a:pt x="10" y="6"/>
                    <a:pt x="16" y="6"/>
                  </a:cubicBezTo>
                  <a:close/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ubicBezTo>
                    <a:pt x="25" y="32"/>
                    <a:pt x="32" y="25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063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8" name="Freeform 295">
              <a:extLst>
                <a:ext uri="{FF2B5EF4-FFF2-40B4-BE49-F238E27FC236}">
                  <a16:creationId xmlns:a16="http://schemas.microsoft.com/office/drawing/2014/main" id="{80414339-C053-401F-A561-463AADFAD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427"/>
              <a:ext cx="659" cy="338"/>
            </a:xfrm>
            <a:custGeom>
              <a:avLst/>
              <a:gdLst>
                <a:gd name="T0" fmla="*/ 106 w 144"/>
                <a:gd name="T1" fmla="*/ 74 h 74"/>
                <a:gd name="T2" fmla="*/ 36 w 144"/>
                <a:gd name="T3" fmla="*/ 74 h 74"/>
                <a:gd name="T4" fmla="*/ 17 w 144"/>
                <a:gd name="T5" fmla="*/ 60 h 74"/>
                <a:gd name="T6" fmla="*/ 1 w 144"/>
                <a:gd name="T7" fmla="*/ 15 h 74"/>
                <a:gd name="T8" fmla="*/ 2 w 144"/>
                <a:gd name="T9" fmla="*/ 5 h 74"/>
                <a:gd name="T10" fmla="*/ 12 w 144"/>
                <a:gd name="T11" fmla="*/ 0 h 74"/>
                <a:gd name="T12" fmla="*/ 142 w 144"/>
                <a:gd name="T13" fmla="*/ 0 h 74"/>
                <a:gd name="T14" fmla="*/ 144 w 144"/>
                <a:gd name="T15" fmla="*/ 2 h 74"/>
                <a:gd name="T16" fmla="*/ 142 w 144"/>
                <a:gd name="T17" fmla="*/ 4 h 74"/>
                <a:gd name="T18" fmla="*/ 12 w 144"/>
                <a:gd name="T19" fmla="*/ 4 h 74"/>
                <a:gd name="T20" fmla="*/ 6 w 144"/>
                <a:gd name="T21" fmla="*/ 7 h 74"/>
                <a:gd name="T22" fmla="*/ 5 w 144"/>
                <a:gd name="T23" fmla="*/ 14 h 74"/>
                <a:gd name="T24" fmla="*/ 21 w 144"/>
                <a:gd name="T25" fmla="*/ 59 h 74"/>
                <a:gd name="T26" fmla="*/ 36 w 144"/>
                <a:gd name="T27" fmla="*/ 70 h 74"/>
                <a:gd name="T28" fmla="*/ 106 w 144"/>
                <a:gd name="T29" fmla="*/ 70 h 74"/>
                <a:gd name="T30" fmla="*/ 109 w 144"/>
                <a:gd name="T31" fmla="*/ 72 h 74"/>
                <a:gd name="T32" fmla="*/ 106 w 144"/>
                <a:gd name="T3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4" h="74">
                  <a:moveTo>
                    <a:pt x="106" y="74"/>
                  </a:moveTo>
                  <a:cubicBezTo>
                    <a:pt x="36" y="74"/>
                    <a:pt x="36" y="74"/>
                    <a:pt x="36" y="74"/>
                  </a:cubicBezTo>
                  <a:cubicBezTo>
                    <a:pt x="28" y="74"/>
                    <a:pt x="20" y="68"/>
                    <a:pt x="17" y="60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1"/>
                    <a:pt x="0" y="8"/>
                    <a:pt x="2" y="5"/>
                  </a:cubicBezTo>
                  <a:cubicBezTo>
                    <a:pt x="4" y="2"/>
                    <a:pt x="8" y="0"/>
                    <a:pt x="12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43" y="0"/>
                    <a:pt x="144" y="1"/>
                    <a:pt x="144" y="2"/>
                  </a:cubicBezTo>
                  <a:cubicBezTo>
                    <a:pt x="144" y="3"/>
                    <a:pt x="143" y="4"/>
                    <a:pt x="14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9" y="4"/>
                    <a:pt x="7" y="5"/>
                    <a:pt x="6" y="7"/>
                  </a:cubicBezTo>
                  <a:cubicBezTo>
                    <a:pt x="4" y="9"/>
                    <a:pt x="4" y="11"/>
                    <a:pt x="5" y="14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3" y="65"/>
                    <a:pt x="30" y="70"/>
                    <a:pt x="36" y="70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8" y="70"/>
                    <a:pt x="109" y="71"/>
                    <a:pt x="109" y="72"/>
                  </a:cubicBezTo>
                  <a:cubicBezTo>
                    <a:pt x="109" y="73"/>
                    <a:pt x="108" y="74"/>
                    <a:pt x="106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9" name="Freeform 296">
              <a:extLst>
                <a:ext uri="{FF2B5EF4-FFF2-40B4-BE49-F238E27FC236}">
                  <a16:creationId xmlns:a16="http://schemas.microsoft.com/office/drawing/2014/main" id="{ECBEA8FA-4D51-4D47-9575-EE4A12F32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240"/>
              <a:ext cx="142" cy="45"/>
            </a:xfrm>
            <a:custGeom>
              <a:avLst/>
              <a:gdLst>
                <a:gd name="T0" fmla="*/ 31 w 31"/>
                <a:gd name="T1" fmla="*/ 5 h 10"/>
                <a:gd name="T2" fmla="*/ 24 w 31"/>
                <a:gd name="T3" fmla="*/ 10 h 10"/>
                <a:gd name="T4" fmla="*/ 7 w 31"/>
                <a:gd name="T5" fmla="*/ 10 h 10"/>
                <a:gd name="T6" fmla="*/ 0 w 31"/>
                <a:gd name="T7" fmla="*/ 5 h 10"/>
                <a:gd name="T8" fmla="*/ 0 w 31"/>
                <a:gd name="T9" fmla="*/ 5 h 10"/>
                <a:gd name="T10" fmla="*/ 7 w 31"/>
                <a:gd name="T11" fmla="*/ 0 h 10"/>
                <a:gd name="T12" fmla="*/ 24 w 31"/>
                <a:gd name="T13" fmla="*/ 0 h 10"/>
                <a:gd name="T14" fmla="*/ 31 w 31"/>
                <a:gd name="T15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10">
                  <a:moveTo>
                    <a:pt x="31" y="5"/>
                  </a:moveTo>
                  <a:cubicBezTo>
                    <a:pt x="31" y="8"/>
                    <a:pt x="28" y="10"/>
                    <a:pt x="24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3" y="10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2"/>
                    <a:pt x="31" y="5"/>
                  </a:cubicBezTo>
                  <a:close/>
                </a:path>
              </a:pathLst>
            </a:custGeom>
            <a:solidFill>
              <a:srgbClr val="063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71" name="Group 299">
            <a:extLst>
              <a:ext uri="{FF2B5EF4-FFF2-40B4-BE49-F238E27FC236}">
                <a16:creationId xmlns:a16="http://schemas.microsoft.com/office/drawing/2014/main" id="{AEE057CB-0D77-4D3F-9179-125A351841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7147" y="3509001"/>
            <a:ext cx="1462749" cy="1454885"/>
            <a:chOff x="686" y="1411"/>
            <a:chExt cx="1116" cy="1110"/>
          </a:xfrm>
        </p:grpSpPr>
        <p:sp>
          <p:nvSpPr>
            <p:cNvPr id="273" name="Freeform 300">
              <a:extLst>
                <a:ext uri="{FF2B5EF4-FFF2-40B4-BE49-F238E27FC236}">
                  <a16:creationId xmlns:a16="http://schemas.microsoft.com/office/drawing/2014/main" id="{3C1DF87C-D334-4E87-B2C0-222AFFE43B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" y="1541"/>
              <a:ext cx="694" cy="785"/>
            </a:xfrm>
            <a:custGeom>
              <a:avLst/>
              <a:gdLst>
                <a:gd name="T0" fmla="*/ 0 w 107"/>
                <a:gd name="T1" fmla="*/ 121 h 121"/>
                <a:gd name="T2" fmla="*/ 107 w 107"/>
                <a:gd name="T3" fmla="*/ 121 h 121"/>
                <a:gd name="T4" fmla="*/ 107 w 107"/>
                <a:gd name="T5" fmla="*/ 0 h 121"/>
                <a:gd name="T6" fmla="*/ 0 w 107"/>
                <a:gd name="T7" fmla="*/ 0 h 121"/>
                <a:gd name="T8" fmla="*/ 0 w 107"/>
                <a:gd name="T9" fmla="*/ 121 h 121"/>
                <a:gd name="T10" fmla="*/ 72 w 107"/>
                <a:gd name="T11" fmla="*/ 14 h 121"/>
                <a:gd name="T12" fmla="*/ 75 w 107"/>
                <a:gd name="T13" fmla="*/ 16 h 121"/>
                <a:gd name="T14" fmla="*/ 72 w 107"/>
                <a:gd name="T15" fmla="*/ 19 h 121"/>
                <a:gd name="T16" fmla="*/ 69 w 107"/>
                <a:gd name="T17" fmla="*/ 16 h 121"/>
                <a:gd name="T18" fmla="*/ 72 w 107"/>
                <a:gd name="T19" fmla="*/ 14 h 121"/>
                <a:gd name="T20" fmla="*/ 34 w 107"/>
                <a:gd name="T21" fmla="*/ 14 h 121"/>
                <a:gd name="T22" fmla="*/ 37 w 107"/>
                <a:gd name="T23" fmla="*/ 16 h 121"/>
                <a:gd name="T24" fmla="*/ 34 w 107"/>
                <a:gd name="T25" fmla="*/ 19 h 121"/>
                <a:gd name="T26" fmla="*/ 32 w 107"/>
                <a:gd name="T27" fmla="*/ 16 h 121"/>
                <a:gd name="T28" fmla="*/ 34 w 107"/>
                <a:gd name="T29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7" h="121">
                  <a:moveTo>
                    <a:pt x="0" y="121"/>
                  </a:moveTo>
                  <a:cubicBezTo>
                    <a:pt x="107" y="121"/>
                    <a:pt x="107" y="121"/>
                    <a:pt x="107" y="12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21"/>
                  </a:lnTo>
                  <a:close/>
                  <a:moveTo>
                    <a:pt x="72" y="14"/>
                  </a:moveTo>
                  <a:cubicBezTo>
                    <a:pt x="73" y="14"/>
                    <a:pt x="75" y="15"/>
                    <a:pt x="75" y="16"/>
                  </a:cubicBezTo>
                  <a:cubicBezTo>
                    <a:pt x="75" y="18"/>
                    <a:pt x="73" y="19"/>
                    <a:pt x="72" y="19"/>
                  </a:cubicBezTo>
                  <a:cubicBezTo>
                    <a:pt x="70" y="19"/>
                    <a:pt x="69" y="18"/>
                    <a:pt x="69" y="16"/>
                  </a:cubicBezTo>
                  <a:cubicBezTo>
                    <a:pt x="69" y="15"/>
                    <a:pt x="70" y="14"/>
                    <a:pt x="72" y="14"/>
                  </a:cubicBezTo>
                  <a:close/>
                  <a:moveTo>
                    <a:pt x="34" y="14"/>
                  </a:moveTo>
                  <a:cubicBezTo>
                    <a:pt x="36" y="14"/>
                    <a:pt x="37" y="15"/>
                    <a:pt x="37" y="16"/>
                  </a:cubicBezTo>
                  <a:cubicBezTo>
                    <a:pt x="37" y="18"/>
                    <a:pt x="36" y="19"/>
                    <a:pt x="34" y="19"/>
                  </a:cubicBezTo>
                  <a:cubicBezTo>
                    <a:pt x="33" y="19"/>
                    <a:pt x="32" y="18"/>
                    <a:pt x="32" y="16"/>
                  </a:cubicBezTo>
                  <a:cubicBezTo>
                    <a:pt x="32" y="15"/>
                    <a:pt x="33" y="14"/>
                    <a:pt x="34" y="14"/>
                  </a:cubicBezTo>
                  <a:close/>
                </a:path>
              </a:pathLst>
            </a:custGeom>
            <a:solidFill>
              <a:srgbClr val="FFBB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4" name="Freeform 301">
              <a:extLst>
                <a:ext uri="{FF2B5EF4-FFF2-40B4-BE49-F238E27FC236}">
                  <a16:creationId xmlns:a16="http://schemas.microsoft.com/office/drawing/2014/main" id="{0FF5D942-0930-42A2-A0EC-6EC64E5E0E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7" y="1625"/>
              <a:ext cx="52" cy="46"/>
            </a:xfrm>
            <a:custGeom>
              <a:avLst/>
              <a:gdLst>
                <a:gd name="T0" fmla="*/ 4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3 h 7"/>
                <a:gd name="T8" fmla="*/ 4 w 8"/>
                <a:gd name="T9" fmla="*/ 0 h 7"/>
                <a:gd name="T10" fmla="*/ 4 w 8"/>
                <a:gd name="T11" fmla="*/ 6 h 7"/>
                <a:gd name="T12" fmla="*/ 1 w 8"/>
                <a:gd name="T13" fmla="*/ 3 h 7"/>
                <a:gd name="T14" fmla="*/ 4 w 8"/>
                <a:gd name="T15" fmla="*/ 1 h 7"/>
                <a:gd name="T16" fmla="*/ 6 w 8"/>
                <a:gd name="T17" fmla="*/ 3 h 7"/>
                <a:gd name="T18" fmla="*/ 4 w 8"/>
                <a:gd name="T1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7">
                  <a:moveTo>
                    <a:pt x="4" y="0"/>
                  </a:moveTo>
                  <a:cubicBezTo>
                    <a:pt x="2" y="0"/>
                    <a:pt x="0" y="1"/>
                    <a:pt x="0" y="3"/>
                  </a:cubicBezTo>
                  <a:cubicBezTo>
                    <a:pt x="0" y="6"/>
                    <a:pt x="2" y="7"/>
                    <a:pt x="4" y="7"/>
                  </a:cubicBezTo>
                  <a:cubicBezTo>
                    <a:pt x="6" y="7"/>
                    <a:pt x="8" y="6"/>
                    <a:pt x="8" y="3"/>
                  </a:cubicBezTo>
                  <a:cubicBezTo>
                    <a:pt x="8" y="1"/>
                    <a:pt x="6" y="0"/>
                    <a:pt x="4" y="0"/>
                  </a:cubicBezTo>
                  <a:close/>
                  <a:moveTo>
                    <a:pt x="4" y="6"/>
                  </a:moveTo>
                  <a:cubicBezTo>
                    <a:pt x="2" y="6"/>
                    <a:pt x="1" y="5"/>
                    <a:pt x="1" y="3"/>
                  </a:cubicBezTo>
                  <a:cubicBezTo>
                    <a:pt x="1" y="2"/>
                    <a:pt x="2" y="1"/>
                    <a:pt x="4" y="1"/>
                  </a:cubicBezTo>
                  <a:cubicBezTo>
                    <a:pt x="5" y="1"/>
                    <a:pt x="6" y="2"/>
                    <a:pt x="6" y="3"/>
                  </a:cubicBezTo>
                  <a:cubicBezTo>
                    <a:pt x="6" y="5"/>
                    <a:pt x="5" y="6"/>
                    <a:pt x="4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5" name="Freeform 302">
              <a:extLst>
                <a:ext uri="{FF2B5EF4-FFF2-40B4-BE49-F238E27FC236}">
                  <a16:creationId xmlns:a16="http://schemas.microsoft.com/office/drawing/2014/main" id="{C64383E8-1D3E-459D-B988-019554FDFB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7" y="1625"/>
              <a:ext cx="45" cy="46"/>
            </a:xfrm>
            <a:custGeom>
              <a:avLst/>
              <a:gdLst>
                <a:gd name="T0" fmla="*/ 3 w 7"/>
                <a:gd name="T1" fmla="*/ 0 h 7"/>
                <a:gd name="T2" fmla="*/ 0 w 7"/>
                <a:gd name="T3" fmla="*/ 3 h 7"/>
                <a:gd name="T4" fmla="*/ 3 w 7"/>
                <a:gd name="T5" fmla="*/ 7 h 7"/>
                <a:gd name="T6" fmla="*/ 7 w 7"/>
                <a:gd name="T7" fmla="*/ 3 h 7"/>
                <a:gd name="T8" fmla="*/ 3 w 7"/>
                <a:gd name="T9" fmla="*/ 0 h 7"/>
                <a:gd name="T10" fmla="*/ 3 w 7"/>
                <a:gd name="T11" fmla="*/ 6 h 7"/>
                <a:gd name="T12" fmla="*/ 1 w 7"/>
                <a:gd name="T13" fmla="*/ 3 h 7"/>
                <a:gd name="T14" fmla="*/ 3 w 7"/>
                <a:gd name="T15" fmla="*/ 1 h 7"/>
                <a:gd name="T16" fmla="*/ 6 w 7"/>
                <a:gd name="T17" fmla="*/ 3 h 7"/>
                <a:gd name="T18" fmla="*/ 3 w 7"/>
                <a:gd name="T1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6"/>
                    <a:pt x="1" y="7"/>
                    <a:pt x="3" y="7"/>
                  </a:cubicBezTo>
                  <a:cubicBezTo>
                    <a:pt x="6" y="7"/>
                    <a:pt x="7" y="6"/>
                    <a:pt x="7" y="3"/>
                  </a:cubicBezTo>
                  <a:cubicBezTo>
                    <a:pt x="7" y="1"/>
                    <a:pt x="6" y="0"/>
                    <a:pt x="3" y="0"/>
                  </a:cubicBezTo>
                  <a:close/>
                  <a:moveTo>
                    <a:pt x="3" y="6"/>
                  </a:moveTo>
                  <a:cubicBezTo>
                    <a:pt x="2" y="6"/>
                    <a:pt x="1" y="5"/>
                    <a:pt x="1" y="3"/>
                  </a:cubicBezTo>
                  <a:cubicBezTo>
                    <a:pt x="1" y="2"/>
                    <a:pt x="2" y="1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ubicBezTo>
                    <a:pt x="6" y="5"/>
                    <a:pt x="5" y="6"/>
                    <a:pt x="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6" name="Freeform 303">
              <a:extLst>
                <a:ext uri="{FF2B5EF4-FFF2-40B4-BE49-F238E27FC236}">
                  <a16:creationId xmlns:a16="http://schemas.microsoft.com/office/drawing/2014/main" id="{BA1CD21F-FCBB-4D0D-BFEC-DD4B68B26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" y="1411"/>
              <a:ext cx="403" cy="240"/>
            </a:xfrm>
            <a:custGeom>
              <a:avLst/>
              <a:gdLst>
                <a:gd name="T0" fmla="*/ 36 w 62"/>
                <a:gd name="T1" fmla="*/ 0 h 37"/>
                <a:gd name="T2" fmla="*/ 31 w 62"/>
                <a:gd name="T3" fmla="*/ 0 h 37"/>
                <a:gd name="T4" fmla="*/ 26 w 62"/>
                <a:gd name="T5" fmla="*/ 0 h 37"/>
                <a:gd name="T6" fmla="*/ 11 w 62"/>
                <a:gd name="T7" fmla="*/ 37 h 37"/>
                <a:gd name="T8" fmla="*/ 14 w 62"/>
                <a:gd name="T9" fmla="*/ 37 h 37"/>
                <a:gd name="T10" fmla="*/ 13 w 62"/>
                <a:gd name="T11" fmla="*/ 12 h 37"/>
                <a:gd name="T12" fmla="*/ 25 w 62"/>
                <a:gd name="T13" fmla="*/ 3 h 37"/>
                <a:gd name="T14" fmla="*/ 31 w 62"/>
                <a:gd name="T15" fmla="*/ 2 h 37"/>
                <a:gd name="T16" fmla="*/ 36 w 62"/>
                <a:gd name="T17" fmla="*/ 3 h 37"/>
                <a:gd name="T18" fmla="*/ 48 w 62"/>
                <a:gd name="T19" fmla="*/ 12 h 37"/>
                <a:gd name="T20" fmla="*/ 48 w 62"/>
                <a:gd name="T21" fmla="*/ 37 h 37"/>
                <a:gd name="T22" fmla="*/ 51 w 62"/>
                <a:gd name="T23" fmla="*/ 37 h 37"/>
                <a:gd name="T24" fmla="*/ 36 w 62"/>
                <a:gd name="T2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37">
                  <a:moveTo>
                    <a:pt x="36" y="0"/>
                  </a:moveTo>
                  <a:cubicBezTo>
                    <a:pt x="35" y="0"/>
                    <a:pt x="33" y="0"/>
                    <a:pt x="31" y="0"/>
                  </a:cubicBezTo>
                  <a:cubicBezTo>
                    <a:pt x="29" y="0"/>
                    <a:pt x="26" y="0"/>
                    <a:pt x="26" y="0"/>
                  </a:cubicBezTo>
                  <a:cubicBezTo>
                    <a:pt x="0" y="4"/>
                    <a:pt x="11" y="37"/>
                    <a:pt x="11" y="37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3" y="34"/>
                    <a:pt x="9" y="23"/>
                    <a:pt x="13" y="12"/>
                  </a:cubicBezTo>
                  <a:cubicBezTo>
                    <a:pt x="16" y="6"/>
                    <a:pt x="21" y="3"/>
                    <a:pt x="25" y="3"/>
                  </a:cubicBezTo>
                  <a:cubicBezTo>
                    <a:pt x="26" y="2"/>
                    <a:pt x="28" y="2"/>
                    <a:pt x="31" y="2"/>
                  </a:cubicBezTo>
                  <a:cubicBezTo>
                    <a:pt x="33" y="2"/>
                    <a:pt x="35" y="2"/>
                    <a:pt x="36" y="3"/>
                  </a:cubicBezTo>
                  <a:cubicBezTo>
                    <a:pt x="40" y="3"/>
                    <a:pt x="46" y="5"/>
                    <a:pt x="48" y="12"/>
                  </a:cubicBezTo>
                  <a:cubicBezTo>
                    <a:pt x="52" y="23"/>
                    <a:pt x="49" y="34"/>
                    <a:pt x="48" y="37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1" y="37"/>
                    <a:pt x="62" y="4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7" name="Freeform 304">
              <a:extLst>
                <a:ext uri="{FF2B5EF4-FFF2-40B4-BE49-F238E27FC236}">
                  <a16:creationId xmlns:a16="http://schemas.microsoft.com/office/drawing/2014/main" id="{A1D01429-AA5F-4AD6-BA2B-5F2687A15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1" y="1826"/>
              <a:ext cx="701" cy="695"/>
            </a:xfrm>
            <a:custGeom>
              <a:avLst/>
              <a:gdLst>
                <a:gd name="T0" fmla="*/ 0 w 108"/>
                <a:gd name="T1" fmla="*/ 107 h 107"/>
                <a:gd name="T2" fmla="*/ 108 w 108"/>
                <a:gd name="T3" fmla="*/ 107 h 107"/>
                <a:gd name="T4" fmla="*/ 108 w 108"/>
                <a:gd name="T5" fmla="*/ 0 h 107"/>
                <a:gd name="T6" fmla="*/ 0 w 108"/>
                <a:gd name="T7" fmla="*/ 0 h 107"/>
                <a:gd name="T8" fmla="*/ 0 w 108"/>
                <a:gd name="T9" fmla="*/ 107 h 107"/>
                <a:gd name="T10" fmla="*/ 72 w 108"/>
                <a:gd name="T11" fmla="*/ 14 h 107"/>
                <a:gd name="T12" fmla="*/ 75 w 108"/>
                <a:gd name="T13" fmla="*/ 17 h 107"/>
                <a:gd name="T14" fmla="*/ 72 w 108"/>
                <a:gd name="T15" fmla="*/ 20 h 107"/>
                <a:gd name="T16" fmla="*/ 70 w 108"/>
                <a:gd name="T17" fmla="*/ 17 h 107"/>
                <a:gd name="T18" fmla="*/ 72 w 108"/>
                <a:gd name="T19" fmla="*/ 14 h 107"/>
                <a:gd name="T20" fmla="*/ 35 w 108"/>
                <a:gd name="T21" fmla="*/ 14 h 107"/>
                <a:gd name="T22" fmla="*/ 38 w 108"/>
                <a:gd name="T23" fmla="*/ 17 h 107"/>
                <a:gd name="T24" fmla="*/ 35 w 108"/>
                <a:gd name="T25" fmla="*/ 20 h 107"/>
                <a:gd name="T26" fmla="*/ 32 w 108"/>
                <a:gd name="T27" fmla="*/ 17 h 107"/>
                <a:gd name="T28" fmla="*/ 35 w 108"/>
                <a:gd name="T29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107">
                  <a:moveTo>
                    <a:pt x="0" y="107"/>
                  </a:moveTo>
                  <a:cubicBezTo>
                    <a:pt x="108" y="107"/>
                    <a:pt x="108" y="107"/>
                    <a:pt x="108" y="107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7"/>
                  </a:lnTo>
                  <a:close/>
                  <a:moveTo>
                    <a:pt x="72" y="14"/>
                  </a:moveTo>
                  <a:cubicBezTo>
                    <a:pt x="74" y="14"/>
                    <a:pt x="75" y="15"/>
                    <a:pt x="75" y="17"/>
                  </a:cubicBezTo>
                  <a:cubicBezTo>
                    <a:pt x="75" y="18"/>
                    <a:pt x="74" y="20"/>
                    <a:pt x="72" y="20"/>
                  </a:cubicBezTo>
                  <a:cubicBezTo>
                    <a:pt x="71" y="20"/>
                    <a:pt x="70" y="18"/>
                    <a:pt x="70" y="17"/>
                  </a:cubicBezTo>
                  <a:cubicBezTo>
                    <a:pt x="70" y="15"/>
                    <a:pt x="71" y="14"/>
                    <a:pt x="72" y="14"/>
                  </a:cubicBezTo>
                  <a:close/>
                  <a:moveTo>
                    <a:pt x="35" y="14"/>
                  </a:moveTo>
                  <a:cubicBezTo>
                    <a:pt x="37" y="14"/>
                    <a:pt x="38" y="15"/>
                    <a:pt x="38" y="17"/>
                  </a:cubicBezTo>
                  <a:cubicBezTo>
                    <a:pt x="38" y="18"/>
                    <a:pt x="37" y="20"/>
                    <a:pt x="35" y="20"/>
                  </a:cubicBezTo>
                  <a:cubicBezTo>
                    <a:pt x="34" y="20"/>
                    <a:pt x="32" y="18"/>
                    <a:pt x="32" y="17"/>
                  </a:cubicBezTo>
                  <a:cubicBezTo>
                    <a:pt x="32" y="15"/>
                    <a:pt x="34" y="14"/>
                    <a:pt x="35" y="14"/>
                  </a:cubicBezTo>
                  <a:close/>
                </a:path>
              </a:pathLst>
            </a:custGeom>
            <a:solidFill>
              <a:srgbClr val="6AA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8" name="Freeform 305">
              <a:extLst>
                <a:ext uri="{FF2B5EF4-FFF2-40B4-BE49-F238E27FC236}">
                  <a16:creationId xmlns:a16="http://schemas.microsoft.com/office/drawing/2014/main" id="{D0B1FCBE-8685-4D4F-82B0-E3E257877B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2" y="1911"/>
              <a:ext cx="52" cy="52"/>
            </a:xfrm>
            <a:custGeom>
              <a:avLst/>
              <a:gdLst>
                <a:gd name="T0" fmla="*/ 4 w 8"/>
                <a:gd name="T1" fmla="*/ 0 h 8"/>
                <a:gd name="T2" fmla="*/ 0 w 8"/>
                <a:gd name="T3" fmla="*/ 4 h 8"/>
                <a:gd name="T4" fmla="*/ 4 w 8"/>
                <a:gd name="T5" fmla="*/ 8 h 8"/>
                <a:gd name="T6" fmla="*/ 8 w 8"/>
                <a:gd name="T7" fmla="*/ 4 h 8"/>
                <a:gd name="T8" fmla="*/ 4 w 8"/>
                <a:gd name="T9" fmla="*/ 0 h 8"/>
                <a:gd name="T10" fmla="*/ 4 w 8"/>
                <a:gd name="T11" fmla="*/ 6 h 8"/>
                <a:gd name="T12" fmla="*/ 2 w 8"/>
                <a:gd name="T13" fmla="*/ 4 h 8"/>
                <a:gd name="T14" fmla="*/ 4 w 8"/>
                <a:gd name="T15" fmla="*/ 2 h 8"/>
                <a:gd name="T16" fmla="*/ 7 w 8"/>
                <a:gd name="T17" fmla="*/ 4 h 8"/>
                <a:gd name="T18" fmla="*/ 4 w 8"/>
                <a:gd name="T1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7" y="8"/>
                    <a:pt x="8" y="6"/>
                    <a:pt x="8" y="4"/>
                  </a:cubicBezTo>
                  <a:cubicBezTo>
                    <a:pt x="8" y="2"/>
                    <a:pt x="7" y="0"/>
                    <a:pt x="4" y="0"/>
                  </a:cubicBezTo>
                  <a:close/>
                  <a:moveTo>
                    <a:pt x="4" y="6"/>
                  </a:moveTo>
                  <a:cubicBezTo>
                    <a:pt x="3" y="6"/>
                    <a:pt x="2" y="5"/>
                    <a:pt x="2" y="4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6" y="2"/>
                    <a:pt x="7" y="3"/>
                    <a:pt x="7" y="4"/>
                  </a:cubicBezTo>
                  <a:cubicBezTo>
                    <a:pt x="7" y="5"/>
                    <a:pt x="6" y="6"/>
                    <a:pt x="4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9" name="Freeform 306">
              <a:extLst>
                <a:ext uri="{FF2B5EF4-FFF2-40B4-BE49-F238E27FC236}">
                  <a16:creationId xmlns:a16="http://schemas.microsoft.com/office/drawing/2014/main" id="{644D5B70-AD51-429C-9EAA-86C46D1F81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02" y="1911"/>
              <a:ext cx="52" cy="52"/>
            </a:xfrm>
            <a:custGeom>
              <a:avLst/>
              <a:gdLst>
                <a:gd name="T0" fmla="*/ 4 w 8"/>
                <a:gd name="T1" fmla="*/ 0 h 8"/>
                <a:gd name="T2" fmla="*/ 0 w 8"/>
                <a:gd name="T3" fmla="*/ 4 h 8"/>
                <a:gd name="T4" fmla="*/ 4 w 8"/>
                <a:gd name="T5" fmla="*/ 8 h 8"/>
                <a:gd name="T6" fmla="*/ 8 w 8"/>
                <a:gd name="T7" fmla="*/ 4 h 8"/>
                <a:gd name="T8" fmla="*/ 4 w 8"/>
                <a:gd name="T9" fmla="*/ 0 h 8"/>
                <a:gd name="T10" fmla="*/ 4 w 8"/>
                <a:gd name="T11" fmla="*/ 6 h 8"/>
                <a:gd name="T12" fmla="*/ 2 w 8"/>
                <a:gd name="T13" fmla="*/ 4 h 8"/>
                <a:gd name="T14" fmla="*/ 4 w 8"/>
                <a:gd name="T15" fmla="*/ 2 h 8"/>
                <a:gd name="T16" fmla="*/ 6 w 8"/>
                <a:gd name="T17" fmla="*/ 4 h 8"/>
                <a:gd name="T18" fmla="*/ 4 w 8"/>
                <a:gd name="T1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6" y="8"/>
                    <a:pt x="8" y="6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lose/>
                  <a:moveTo>
                    <a:pt x="4" y="6"/>
                  </a:moveTo>
                  <a:cubicBezTo>
                    <a:pt x="3" y="6"/>
                    <a:pt x="2" y="5"/>
                    <a:pt x="2" y="4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2"/>
                    <a:pt x="6" y="3"/>
                    <a:pt x="6" y="4"/>
                  </a:cubicBezTo>
                  <a:cubicBezTo>
                    <a:pt x="6" y="5"/>
                    <a:pt x="5" y="6"/>
                    <a:pt x="4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0" name="Freeform 307">
              <a:extLst>
                <a:ext uri="{FF2B5EF4-FFF2-40B4-BE49-F238E27FC236}">
                  <a16:creationId xmlns:a16="http://schemas.microsoft.com/office/drawing/2014/main" id="{ECEB4B8B-4281-4E43-834F-7A54A2824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1697"/>
              <a:ext cx="396" cy="240"/>
            </a:xfrm>
            <a:custGeom>
              <a:avLst/>
              <a:gdLst>
                <a:gd name="T0" fmla="*/ 35 w 61"/>
                <a:gd name="T1" fmla="*/ 0 h 37"/>
                <a:gd name="T2" fmla="*/ 30 w 61"/>
                <a:gd name="T3" fmla="*/ 0 h 37"/>
                <a:gd name="T4" fmla="*/ 25 w 61"/>
                <a:gd name="T5" fmla="*/ 0 h 37"/>
                <a:gd name="T6" fmla="*/ 11 w 61"/>
                <a:gd name="T7" fmla="*/ 37 h 37"/>
                <a:gd name="T8" fmla="*/ 14 w 61"/>
                <a:gd name="T9" fmla="*/ 37 h 37"/>
                <a:gd name="T10" fmla="*/ 13 w 61"/>
                <a:gd name="T11" fmla="*/ 12 h 37"/>
                <a:gd name="T12" fmla="*/ 25 w 61"/>
                <a:gd name="T13" fmla="*/ 3 h 37"/>
                <a:gd name="T14" fmla="*/ 30 w 61"/>
                <a:gd name="T15" fmla="*/ 3 h 37"/>
                <a:gd name="T16" fmla="*/ 36 w 61"/>
                <a:gd name="T17" fmla="*/ 3 h 37"/>
                <a:gd name="T18" fmla="*/ 48 w 61"/>
                <a:gd name="T19" fmla="*/ 12 h 37"/>
                <a:gd name="T20" fmla="*/ 48 w 61"/>
                <a:gd name="T21" fmla="*/ 37 h 37"/>
                <a:gd name="T22" fmla="*/ 50 w 61"/>
                <a:gd name="T23" fmla="*/ 37 h 37"/>
                <a:gd name="T24" fmla="*/ 35 w 61"/>
                <a:gd name="T2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37">
                  <a:moveTo>
                    <a:pt x="35" y="0"/>
                  </a:moveTo>
                  <a:cubicBezTo>
                    <a:pt x="35" y="0"/>
                    <a:pt x="33" y="0"/>
                    <a:pt x="30" y="0"/>
                  </a:cubicBezTo>
                  <a:cubicBezTo>
                    <a:pt x="28" y="0"/>
                    <a:pt x="26" y="0"/>
                    <a:pt x="25" y="0"/>
                  </a:cubicBezTo>
                  <a:cubicBezTo>
                    <a:pt x="0" y="4"/>
                    <a:pt x="11" y="37"/>
                    <a:pt x="11" y="37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3" y="34"/>
                    <a:pt x="9" y="23"/>
                    <a:pt x="13" y="12"/>
                  </a:cubicBezTo>
                  <a:cubicBezTo>
                    <a:pt x="15" y="6"/>
                    <a:pt x="20" y="4"/>
                    <a:pt x="25" y="3"/>
                  </a:cubicBezTo>
                  <a:cubicBezTo>
                    <a:pt x="26" y="3"/>
                    <a:pt x="28" y="3"/>
                    <a:pt x="30" y="3"/>
                  </a:cubicBezTo>
                  <a:cubicBezTo>
                    <a:pt x="33" y="3"/>
                    <a:pt x="35" y="3"/>
                    <a:pt x="36" y="3"/>
                  </a:cubicBezTo>
                  <a:cubicBezTo>
                    <a:pt x="40" y="4"/>
                    <a:pt x="46" y="6"/>
                    <a:pt x="48" y="12"/>
                  </a:cubicBezTo>
                  <a:cubicBezTo>
                    <a:pt x="52" y="23"/>
                    <a:pt x="49" y="34"/>
                    <a:pt x="48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37"/>
                    <a:pt x="61" y="4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84" name="Group 310">
            <a:extLst>
              <a:ext uri="{FF2B5EF4-FFF2-40B4-BE49-F238E27FC236}">
                <a16:creationId xmlns:a16="http://schemas.microsoft.com/office/drawing/2014/main" id="{E4222B9F-42E2-42FE-BA7E-D91574B67FD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963025" y="4525963"/>
            <a:ext cx="1784350" cy="1355725"/>
            <a:chOff x="5646" y="2851"/>
            <a:chExt cx="1124" cy="854"/>
          </a:xfrm>
        </p:grpSpPr>
        <p:sp>
          <p:nvSpPr>
            <p:cNvPr id="286" name="Freeform 311">
              <a:extLst>
                <a:ext uri="{FF2B5EF4-FFF2-40B4-BE49-F238E27FC236}">
                  <a16:creationId xmlns:a16="http://schemas.microsoft.com/office/drawing/2014/main" id="{9EDC1E9C-1ED2-4049-8EC4-E12620C41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6" y="2851"/>
              <a:ext cx="1021" cy="829"/>
            </a:xfrm>
            <a:custGeom>
              <a:avLst/>
              <a:gdLst>
                <a:gd name="T0" fmla="*/ 166 w 168"/>
                <a:gd name="T1" fmla="*/ 75 h 136"/>
                <a:gd name="T2" fmla="*/ 157 w 168"/>
                <a:gd name="T3" fmla="*/ 93 h 136"/>
                <a:gd name="T4" fmla="*/ 43 w 168"/>
                <a:gd name="T5" fmla="*/ 134 h 136"/>
                <a:gd name="T6" fmla="*/ 25 w 168"/>
                <a:gd name="T7" fmla="*/ 125 h 136"/>
                <a:gd name="T8" fmla="*/ 2 w 168"/>
                <a:gd name="T9" fmla="*/ 61 h 136"/>
                <a:gd name="T10" fmla="*/ 11 w 168"/>
                <a:gd name="T11" fmla="*/ 43 h 136"/>
                <a:gd name="T12" fmla="*/ 125 w 168"/>
                <a:gd name="T13" fmla="*/ 3 h 136"/>
                <a:gd name="T14" fmla="*/ 143 w 168"/>
                <a:gd name="T15" fmla="*/ 11 h 136"/>
                <a:gd name="T16" fmla="*/ 166 w 168"/>
                <a:gd name="T17" fmla="*/ 7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" h="136">
                  <a:moveTo>
                    <a:pt x="166" y="75"/>
                  </a:moveTo>
                  <a:cubicBezTo>
                    <a:pt x="168" y="82"/>
                    <a:pt x="165" y="90"/>
                    <a:pt x="157" y="93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36" y="136"/>
                    <a:pt x="28" y="132"/>
                    <a:pt x="25" y="125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0" y="54"/>
                    <a:pt x="4" y="46"/>
                    <a:pt x="11" y="4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32" y="0"/>
                    <a:pt x="140" y="4"/>
                    <a:pt x="143" y="11"/>
                  </a:cubicBezTo>
                  <a:lnTo>
                    <a:pt x="166" y="75"/>
                  </a:lnTo>
                  <a:close/>
                </a:path>
              </a:pathLst>
            </a:custGeom>
            <a:solidFill>
              <a:srgbClr val="20C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7" name="Freeform 312">
              <a:extLst>
                <a:ext uri="{FF2B5EF4-FFF2-40B4-BE49-F238E27FC236}">
                  <a16:creationId xmlns:a16="http://schemas.microsoft.com/office/drawing/2014/main" id="{FFC1C698-758F-4DDB-B17F-098F41B67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2" y="2967"/>
              <a:ext cx="364" cy="134"/>
            </a:xfrm>
            <a:custGeom>
              <a:avLst/>
              <a:gdLst>
                <a:gd name="T0" fmla="*/ 0 w 364"/>
                <a:gd name="T1" fmla="*/ 134 h 134"/>
                <a:gd name="T2" fmla="*/ 364 w 364"/>
                <a:gd name="T3" fmla="*/ 0 h 134"/>
                <a:gd name="T4" fmla="*/ 0 w 364"/>
                <a:gd name="T5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4" h="134">
                  <a:moveTo>
                    <a:pt x="0" y="134"/>
                  </a:moveTo>
                  <a:lnTo>
                    <a:pt x="364" y="0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8" name="Freeform 313">
              <a:extLst>
                <a:ext uri="{FF2B5EF4-FFF2-40B4-BE49-F238E27FC236}">
                  <a16:creationId xmlns:a16="http://schemas.microsoft.com/office/drawing/2014/main" id="{70FD943B-5C9F-4A70-AF91-F153A49F0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" y="2961"/>
              <a:ext cx="376" cy="152"/>
            </a:xfrm>
            <a:custGeom>
              <a:avLst/>
              <a:gdLst>
                <a:gd name="T0" fmla="*/ 6 w 376"/>
                <a:gd name="T1" fmla="*/ 152 h 152"/>
                <a:gd name="T2" fmla="*/ 0 w 376"/>
                <a:gd name="T3" fmla="*/ 128 h 152"/>
                <a:gd name="T4" fmla="*/ 370 w 376"/>
                <a:gd name="T5" fmla="*/ 0 h 152"/>
                <a:gd name="T6" fmla="*/ 376 w 376"/>
                <a:gd name="T7" fmla="*/ 18 h 152"/>
                <a:gd name="T8" fmla="*/ 6 w 376"/>
                <a:gd name="T9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" h="152">
                  <a:moveTo>
                    <a:pt x="6" y="152"/>
                  </a:moveTo>
                  <a:lnTo>
                    <a:pt x="0" y="128"/>
                  </a:lnTo>
                  <a:lnTo>
                    <a:pt x="370" y="0"/>
                  </a:lnTo>
                  <a:lnTo>
                    <a:pt x="376" y="18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9" name="Freeform 314">
              <a:extLst>
                <a:ext uri="{FF2B5EF4-FFF2-40B4-BE49-F238E27FC236}">
                  <a16:creationId xmlns:a16="http://schemas.microsoft.com/office/drawing/2014/main" id="{96C02D85-3DE2-4CC3-883E-4AEC17A97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2" y="3058"/>
              <a:ext cx="371" cy="128"/>
            </a:xfrm>
            <a:custGeom>
              <a:avLst/>
              <a:gdLst>
                <a:gd name="T0" fmla="*/ 0 w 371"/>
                <a:gd name="T1" fmla="*/ 128 h 128"/>
                <a:gd name="T2" fmla="*/ 371 w 371"/>
                <a:gd name="T3" fmla="*/ 0 h 128"/>
                <a:gd name="T4" fmla="*/ 0 w 371"/>
                <a:gd name="T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1" h="128">
                  <a:moveTo>
                    <a:pt x="0" y="128"/>
                  </a:moveTo>
                  <a:lnTo>
                    <a:pt x="371" y="0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0" name="Freeform 315">
              <a:extLst>
                <a:ext uri="{FF2B5EF4-FFF2-40B4-BE49-F238E27FC236}">
                  <a16:creationId xmlns:a16="http://schemas.microsoft.com/office/drawing/2014/main" id="{7B1B3357-C5FB-4124-9CFA-91EB0C3D7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6" y="3046"/>
              <a:ext cx="377" cy="153"/>
            </a:xfrm>
            <a:custGeom>
              <a:avLst/>
              <a:gdLst>
                <a:gd name="T0" fmla="*/ 6 w 377"/>
                <a:gd name="T1" fmla="*/ 153 h 153"/>
                <a:gd name="T2" fmla="*/ 0 w 377"/>
                <a:gd name="T3" fmla="*/ 128 h 153"/>
                <a:gd name="T4" fmla="*/ 371 w 377"/>
                <a:gd name="T5" fmla="*/ 0 h 153"/>
                <a:gd name="T6" fmla="*/ 377 w 377"/>
                <a:gd name="T7" fmla="*/ 24 h 153"/>
                <a:gd name="T8" fmla="*/ 6 w 377"/>
                <a:gd name="T9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7" h="153">
                  <a:moveTo>
                    <a:pt x="6" y="153"/>
                  </a:moveTo>
                  <a:lnTo>
                    <a:pt x="0" y="128"/>
                  </a:lnTo>
                  <a:lnTo>
                    <a:pt x="371" y="0"/>
                  </a:lnTo>
                  <a:lnTo>
                    <a:pt x="377" y="24"/>
                  </a:lnTo>
                  <a:lnTo>
                    <a:pt x="6" y="153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1" name="Freeform 316">
              <a:extLst>
                <a:ext uri="{FF2B5EF4-FFF2-40B4-BE49-F238E27FC236}">
                  <a16:creationId xmlns:a16="http://schemas.microsoft.com/office/drawing/2014/main" id="{FCB001DC-A3B6-4C2B-9D5D-26E8973C6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6" y="2851"/>
              <a:ext cx="1021" cy="829"/>
            </a:xfrm>
            <a:custGeom>
              <a:avLst/>
              <a:gdLst>
                <a:gd name="T0" fmla="*/ 166 w 168"/>
                <a:gd name="T1" fmla="*/ 75 h 136"/>
                <a:gd name="T2" fmla="*/ 157 w 168"/>
                <a:gd name="T3" fmla="*/ 93 h 136"/>
                <a:gd name="T4" fmla="*/ 43 w 168"/>
                <a:gd name="T5" fmla="*/ 134 h 136"/>
                <a:gd name="T6" fmla="*/ 25 w 168"/>
                <a:gd name="T7" fmla="*/ 125 h 136"/>
                <a:gd name="T8" fmla="*/ 2 w 168"/>
                <a:gd name="T9" fmla="*/ 61 h 136"/>
                <a:gd name="T10" fmla="*/ 11 w 168"/>
                <a:gd name="T11" fmla="*/ 43 h 136"/>
                <a:gd name="T12" fmla="*/ 125 w 168"/>
                <a:gd name="T13" fmla="*/ 3 h 136"/>
                <a:gd name="T14" fmla="*/ 143 w 168"/>
                <a:gd name="T15" fmla="*/ 11 h 136"/>
                <a:gd name="T16" fmla="*/ 166 w 168"/>
                <a:gd name="T17" fmla="*/ 7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" h="136">
                  <a:moveTo>
                    <a:pt x="166" y="75"/>
                  </a:moveTo>
                  <a:cubicBezTo>
                    <a:pt x="168" y="82"/>
                    <a:pt x="165" y="90"/>
                    <a:pt x="157" y="93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36" y="136"/>
                    <a:pt x="28" y="132"/>
                    <a:pt x="25" y="125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0" y="54"/>
                    <a:pt x="4" y="46"/>
                    <a:pt x="11" y="4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32" y="0"/>
                    <a:pt x="140" y="4"/>
                    <a:pt x="143" y="11"/>
                  </a:cubicBezTo>
                  <a:lnTo>
                    <a:pt x="166" y="75"/>
                  </a:lnTo>
                  <a:close/>
                </a:path>
              </a:pathLst>
            </a:custGeom>
            <a:solidFill>
              <a:srgbClr val="0C4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2" name="Freeform 317">
              <a:extLst>
                <a:ext uri="{FF2B5EF4-FFF2-40B4-BE49-F238E27FC236}">
                  <a16:creationId xmlns:a16="http://schemas.microsoft.com/office/drawing/2014/main" id="{BE60B20D-E759-40C2-8933-3BB582C30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2" y="2967"/>
              <a:ext cx="364" cy="134"/>
            </a:xfrm>
            <a:custGeom>
              <a:avLst/>
              <a:gdLst>
                <a:gd name="T0" fmla="*/ 0 w 364"/>
                <a:gd name="T1" fmla="*/ 134 h 134"/>
                <a:gd name="T2" fmla="*/ 364 w 364"/>
                <a:gd name="T3" fmla="*/ 0 h 134"/>
                <a:gd name="T4" fmla="*/ 0 w 364"/>
                <a:gd name="T5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4" h="134">
                  <a:moveTo>
                    <a:pt x="0" y="134"/>
                  </a:moveTo>
                  <a:lnTo>
                    <a:pt x="364" y="0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3" name="Freeform 318">
              <a:extLst>
                <a:ext uri="{FF2B5EF4-FFF2-40B4-BE49-F238E27FC236}">
                  <a16:creationId xmlns:a16="http://schemas.microsoft.com/office/drawing/2014/main" id="{B4915923-FD97-4748-BE1F-688CC341A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" y="2961"/>
              <a:ext cx="376" cy="152"/>
            </a:xfrm>
            <a:custGeom>
              <a:avLst/>
              <a:gdLst>
                <a:gd name="T0" fmla="*/ 6 w 376"/>
                <a:gd name="T1" fmla="*/ 152 h 152"/>
                <a:gd name="T2" fmla="*/ 0 w 376"/>
                <a:gd name="T3" fmla="*/ 128 h 152"/>
                <a:gd name="T4" fmla="*/ 370 w 376"/>
                <a:gd name="T5" fmla="*/ 0 h 152"/>
                <a:gd name="T6" fmla="*/ 376 w 376"/>
                <a:gd name="T7" fmla="*/ 18 h 152"/>
                <a:gd name="T8" fmla="*/ 6 w 376"/>
                <a:gd name="T9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" h="152">
                  <a:moveTo>
                    <a:pt x="6" y="152"/>
                  </a:moveTo>
                  <a:lnTo>
                    <a:pt x="0" y="128"/>
                  </a:lnTo>
                  <a:lnTo>
                    <a:pt x="370" y="0"/>
                  </a:lnTo>
                  <a:lnTo>
                    <a:pt x="376" y="18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rgbClr val="BDC7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4" name="Freeform 319">
              <a:extLst>
                <a:ext uri="{FF2B5EF4-FFF2-40B4-BE49-F238E27FC236}">
                  <a16:creationId xmlns:a16="http://schemas.microsoft.com/office/drawing/2014/main" id="{088A6D56-4519-4783-BBD3-0A2314491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2" y="3058"/>
              <a:ext cx="371" cy="128"/>
            </a:xfrm>
            <a:custGeom>
              <a:avLst/>
              <a:gdLst>
                <a:gd name="T0" fmla="*/ 0 w 371"/>
                <a:gd name="T1" fmla="*/ 128 h 128"/>
                <a:gd name="T2" fmla="*/ 371 w 371"/>
                <a:gd name="T3" fmla="*/ 0 h 128"/>
                <a:gd name="T4" fmla="*/ 0 w 371"/>
                <a:gd name="T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1" h="128">
                  <a:moveTo>
                    <a:pt x="0" y="128"/>
                  </a:moveTo>
                  <a:lnTo>
                    <a:pt x="371" y="0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5" name="Freeform 320">
              <a:extLst>
                <a:ext uri="{FF2B5EF4-FFF2-40B4-BE49-F238E27FC236}">
                  <a16:creationId xmlns:a16="http://schemas.microsoft.com/office/drawing/2014/main" id="{9C9698B3-320D-4AA7-8B17-4B205AA17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6" y="3046"/>
              <a:ext cx="377" cy="153"/>
            </a:xfrm>
            <a:custGeom>
              <a:avLst/>
              <a:gdLst>
                <a:gd name="T0" fmla="*/ 6 w 377"/>
                <a:gd name="T1" fmla="*/ 153 h 153"/>
                <a:gd name="T2" fmla="*/ 0 w 377"/>
                <a:gd name="T3" fmla="*/ 128 h 153"/>
                <a:gd name="T4" fmla="*/ 371 w 377"/>
                <a:gd name="T5" fmla="*/ 0 h 153"/>
                <a:gd name="T6" fmla="*/ 377 w 377"/>
                <a:gd name="T7" fmla="*/ 24 h 153"/>
                <a:gd name="T8" fmla="*/ 6 w 377"/>
                <a:gd name="T9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7" h="153">
                  <a:moveTo>
                    <a:pt x="6" y="153"/>
                  </a:moveTo>
                  <a:lnTo>
                    <a:pt x="0" y="128"/>
                  </a:lnTo>
                  <a:lnTo>
                    <a:pt x="371" y="0"/>
                  </a:lnTo>
                  <a:lnTo>
                    <a:pt x="377" y="24"/>
                  </a:lnTo>
                  <a:lnTo>
                    <a:pt x="6" y="153"/>
                  </a:lnTo>
                  <a:close/>
                </a:path>
              </a:pathLst>
            </a:custGeom>
            <a:solidFill>
              <a:srgbClr val="BDC7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6" name="Freeform 321">
              <a:extLst>
                <a:ext uri="{FF2B5EF4-FFF2-40B4-BE49-F238E27FC236}">
                  <a16:creationId xmlns:a16="http://schemas.microsoft.com/office/drawing/2014/main" id="{3EAA578B-8EB9-4291-88C9-E31ACEE9E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" y="3119"/>
              <a:ext cx="911" cy="586"/>
            </a:xfrm>
            <a:custGeom>
              <a:avLst/>
              <a:gdLst>
                <a:gd name="T0" fmla="*/ 150 w 150"/>
                <a:gd name="T1" fmla="*/ 82 h 96"/>
                <a:gd name="T2" fmla="*/ 136 w 150"/>
                <a:gd name="T3" fmla="*/ 96 h 96"/>
                <a:gd name="T4" fmla="*/ 15 w 150"/>
                <a:gd name="T5" fmla="*/ 96 h 96"/>
                <a:gd name="T6" fmla="*/ 0 w 150"/>
                <a:gd name="T7" fmla="*/ 82 h 96"/>
                <a:gd name="T8" fmla="*/ 0 w 150"/>
                <a:gd name="T9" fmla="*/ 14 h 96"/>
                <a:gd name="T10" fmla="*/ 15 w 150"/>
                <a:gd name="T11" fmla="*/ 0 h 96"/>
                <a:gd name="T12" fmla="*/ 136 w 150"/>
                <a:gd name="T13" fmla="*/ 0 h 96"/>
                <a:gd name="T14" fmla="*/ 150 w 150"/>
                <a:gd name="T15" fmla="*/ 14 h 96"/>
                <a:gd name="T16" fmla="*/ 150 w 150"/>
                <a:gd name="T17" fmla="*/ 8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96">
                  <a:moveTo>
                    <a:pt x="150" y="82"/>
                  </a:moveTo>
                  <a:cubicBezTo>
                    <a:pt x="150" y="89"/>
                    <a:pt x="143" y="96"/>
                    <a:pt x="136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7" y="96"/>
                    <a:pt x="0" y="89"/>
                    <a:pt x="0" y="8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43" y="0"/>
                    <a:pt x="150" y="6"/>
                    <a:pt x="150" y="14"/>
                  </a:cubicBezTo>
                  <a:lnTo>
                    <a:pt x="150" y="82"/>
                  </a:lnTo>
                  <a:close/>
                </a:path>
              </a:pathLst>
            </a:custGeom>
            <a:solidFill>
              <a:srgbClr val="26D5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7" name="Freeform 322">
              <a:extLst>
                <a:ext uri="{FF2B5EF4-FFF2-40B4-BE49-F238E27FC236}">
                  <a16:creationId xmlns:a16="http://schemas.microsoft.com/office/drawing/2014/main" id="{B284BD4F-B197-460B-BCB1-9EAB6BA37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9" y="3406"/>
              <a:ext cx="863" cy="24"/>
            </a:xfrm>
            <a:custGeom>
              <a:avLst/>
              <a:gdLst>
                <a:gd name="T0" fmla="*/ 140 w 142"/>
                <a:gd name="T1" fmla="*/ 4 h 4"/>
                <a:gd name="T2" fmla="*/ 2 w 142"/>
                <a:gd name="T3" fmla="*/ 4 h 4"/>
                <a:gd name="T4" fmla="*/ 0 w 142"/>
                <a:gd name="T5" fmla="*/ 2 h 4"/>
                <a:gd name="T6" fmla="*/ 2 w 142"/>
                <a:gd name="T7" fmla="*/ 0 h 4"/>
                <a:gd name="T8" fmla="*/ 140 w 142"/>
                <a:gd name="T9" fmla="*/ 0 h 4"/>
                <a:gd name="T10" fmla="*/ 142 w 142"/>
                <a:gd name="T11" fmla="*/ 2 h 4"/>
                <a:gd name="T12" fmla="*/ 140 w 14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" h="4">
                  <a:moveTo>
                    <a:pt x="14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1" y="0"/>
                    <a:pt x="142" y="1"/>
                    <a:pt x="142" y="2"/>
                  </a:cubicBezTo>
                  <a:cubicBezTo>
                    <a:pt x="142" y="3"/>
                    <a:pt x="141" y="4"/>
                    <a:pt x="140" y="4"/>
                  </a:cubicBezTo>
                  <a:close/>
                </a:path>
              </a:pathLst>
            </a:custGeom>
            <a:solidFill>
              <a:srgbClr val="FFC0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8" name="Rectangle 323">
              <a:extLst>
                <a:ext uri="{FF2B5EF4-FFF2-40B4-BE49-F238E27FC236}">
                  <a16:creationId xmlns:a16="http://schemas.microsoft.com/office/drawing/2014/main" id="{710B78EF-B36C-43AD-8881-3318190E2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4" y="3510"/>
              <a:ext cx="395" cy="1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9" name="Freeform 324">
              <a:extLst>
                <a:ext uri="{FF2B5EF4-FFF2-40B4-BE49-F238E27FC236}">
                  <a16:creationId xmlns:a16="http://schemas.microsoft.com/office/drawing/2014/main" id="{B422B1FE-A42F-4950-B526-4D64B2D62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4" y="3235"/>
              <a:ext cx="395" cy="0"/>
            </a:xfrm>
            <a:custGeom>
              <a:avLst/>
              <a:gdLst>
                <a:gd name="T0" fmla="*/ 0 w 395"/>
                <a:gd name="T1" fmla="*/ 395 w 395"/>
                <a:gd name="T2" fmla="*/ 0 w 39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95">
                  <a:moveTo>
                    <a:pt x="0" y="0"/>
                  </a:moveTo>
                  <a:lnTo>
                    <a:pt x="3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0" name="Freeform 325">
              <a:extLst>
                <a:ext uri="{FF2B5EF4-FFF2-40B4-BE49-F238E27FC236}">
                  <a16:creationId xmlns:a16="http://schemas.microsoft.com/office/drawing/2014/main" id="{4E40E19E-236E-47C8-94E2-F98905D77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" y="3223"/>
              <a:ext cx="420" cy="24"/>
            </a:xfrm>
            <a:custGeom>
              <a:avLst/>
              <a:gdLst>
                <a:gd name="T0" fmla="*/ 67 w 69"/>
                <a:gd name="T1" fmla="*/ 4 h 4"/>
                <a:gd name="T2" fmla="*/ 2 w 69"/>
                <a:gd name="T3" fmla="*/ 4 h 4"/>
                <a:gd name="T4" fmla="*/ 0 w 69"/>
                <a:gd name="T5" fmla="*/ 2 h 4"/>
                <a:gd name="T6" fmla="*/ 2 w 69"/>
                <a:gd name="T7" fmla="*/ 0 h 4"/>
                <a:gd name="T8" fmla="*/ 67 w 69"/>
                <a:gd name="T9" fmla="*/ 0 h 4"/>
                <a:gd name="T10" fmla="*/ 69 w 69"/>
                <a:gd name="T11" fmla="*/ 2 h 4"/>
                <a:gd name="T12" fmla="*/ 67 w 69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4">
                  <a:moveTo>
                    <a:pt x="67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8" y="0"/>
                    <a:pt x="69" y="1"/>
                    <a:pt x="69" y="2"/>
                  </a:cubicBezTo>
                  <a:cubicBezTo>
                    <a:pt x="69" y="3"/>
                    <a:pt x="68" y="4"/>
                    <a:pt x="67" y="4"/>
                  </a:cubicBezTo>
                  <a:close/>
                </a:path>
              </a:pathLst>
            </a:custGeom>
            <a:solidFill>
              <a:srgbClr val="363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1" name="Freeform 326">
              <a:extLst>
                <a:ext uri="{FF2B5EF4-FFF2-40B4-BE49-F238E27FC236}">
                  <a16:creationId xmlns:a16="http://schemas.microsoft.com/office/drawing/2014/main" id="{27805F17-BD00-45CB-BEF9-E4EEA5E74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4" y="3327"/>
              <a:ext cx="395" cy="0"/>
            </a:xfrm>
            <a:custGeom>
              <a:avLst/>
              <a:gdLst>
                <a:gd name="T0" fmla="*/ 0 w 395"/>
                <a:gd name="T1" fmla="*/ 395 w 395"/>
                <a:gd name="T2" fmla="*/ 0 w 39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95">
                  <a:moveTo>
                    <a:pt x="0" y="0"/>
                  </a:moveTo>
                  <a:lnTo>
                    <a:pt x="3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2" name="Freeform 327">
              <a:extLst>
                <a:ext uri="{FF2B5EF4-FFF2-40B4-BE49-F238E27FC236}">
                  <a16:creationId xmlns:a16="http://schemas.microsoft.com/office/drawing/2014/main" id="{8288815D-A66F-4FA4-AC25-D78C5E538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" y="3314"/>
              <a:ext cx="420" cy="25"/>
            </a:xfrm>
            <a:custGeom>
              <a:avLst/>
              <a:gdLst>
                <a:gd name="T0" fmla="*/ 67 w 69"/>
                <a:gd name="T1" fmla="*/ 4 h 4"/>
                <a:gd name="T2" fmla="*/ 2 w 69"/>
                <a:gd name="T3" fmla="*/ 4 h 4"/>
                <a:gd name="T4" fmla="*/ 0 w 69"/>
                <a:gd name="T5" fmla="*/ 2 h 4"/>
                <a:gd name="T6" fmla="*/ 2 w 69"/>
                <a:gd name="T7" fmla="*/ 0 h 4"/>
                <a:gd name="T8" fmla="*/ 67 w 69"/>
                <a:gd name="T9" fmla="*/ 0 h 4"/>
                <a:gd name="T10" fmla="*/ 69 w 69"/>
                <a:gd name="T11" fmla="*/ 2 h 4"/>
                <a:gd name="T12" fmla="*/ 67 w 69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4">
                  <a:moveTo>
                    <a:pt x="67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8" y="0"/>
                    <a:pt x="69" y="1"/>
                    <a:pt x="69" y="2"/>
                  </a:cubicBezTo>
                  <a:cubicBezTo>
                    <a:pt x="69" y="3"/>
                    <a:pt x="68" y="4"/>
                    <a:pt x="67" y="4"/>
                  </a:cubicBezTo>
                  <a:close/>
                </a:path>
              </a:pathLst>
            </a:custGeom>
            <a:solidFill>
              <a:srgbClr val="363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68" name="サブタイトル 16">
            <a:extLst>
              <a:ext uri="{FF2B5EF4-FFF2-40B4-BE49-F238E27FC236}">
                <a16:creationId xmlns:a16="http://schemas.microsoft.com/office/drawing/2014/main" id="{6A14DFDA-3FEA-446B-8679-8FE7DDB3C265}"/>
              </a:ext>
            </a:extLst>
          </p:cNvPr>
          <p:cNvSpPr txBox="1">
            <a:spLocks/>
          </p:cNvSpPr>
          <p:nvPr/>
        </p:nvSpPr>
        <p:spPr>
          <a:xfrm>
            <a:off x="143893" y="6384873"/>
            <a:ext cx="7561543" cy="495566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rgbClr val="51237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520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6232E2-C91E-4096-A68F-B3225EBBE3BC}"/>
              </a:ext>
            </a:extLst>
          </p:cNvPr>
          <p:cNvSpPr/>
          <p:nvPr/>
        </p:nvSpPr>
        <p:spPr>
          <a:xfrm>
            <a:off x="-21319" y="0"/>
            <a:ext cx="12234638" cy="6985253"/>
          </a:xfrm>
          <a:prstGeom prst="rect">
            <a:avLst/>
          </a:prstGeom>
          <a:solidFill>
            <a:srgbClr val="20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2608EC29-A5A5-438E-9FED-BECB56817E02}"/>
              </a:ext>
            </a:extLst>
          </p:cNvPr>
          <p:cNvSpPr txBox="1"/>
          <p:nvPr/>
        </p:nvSpPr>
        <p:spPr>
          <a:xfrm>
            <a:off x="6169211" y="5640428"/>
            <a:ext cx="3475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</a:t>
            </a:r>
            <a:endParaRPr lang="en-US" sz="1400" dirty="0"/>
          </a:p>
        </p:txBody>
      </p:sp>
      <p:sp>
        <p:nvSpPr>
          <p:cNvPr id="128" name="TextBox 214">
            <a:extLst>
              <a:ext uri="{FF2B5EF4-FFF2-40B4-BE49-F238E27FC236}">
                <a16:creationId xmlns:a16="http://schemas.microsoft.com/office/drawing/2014/main" id="{A840BE9F-BC85-4C0A-8FFB-8B0A62DE3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863" y="3726846"/>
            <a:ext cx="1983199" cy="400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1" rIns="91422" bIns="4571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s-CO" altLang="es-MX" sz="2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1.Controlables: </a:t>
            </a:r>
            <a:endParaRPr lang="id-ID" altLang="es-MX" sz="2000" b="1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34" name="TextBox 226">
            <a:extLst>
              <a:ext uri="{FF2B5EF4-FFF2-40B4-BE49-F238E27FC236}">
                <a16:creationId xmlns:a16="http://schemas.microsoft.com/office/drawing/2014/main" id="{9C7458E4-C1D7-4A2F-AE84-6086A727F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6128" y="3855648"/>
            <a:ext cx="2520205" cy="707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1" rIns="91422" bIns="4571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endParaRPr lang="es-CO" altLang="es-MX" sz="2000" b="1" dirty="0">
              <a:solidFill>
                <a:schemeClr val="bg1"/>
              </a:solidFill>
              <a:latin typeface="Source Sans Pro" panose="020B0503030403020204" pitchFamily="34" charset="0"/>
            </a:endParaRPr>
          </a:p>
          <a:p>
            <a:r>
              <a:rPr lang="es-CO" altLang="es-MX" sz="2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2.Semicontrolables :</a:t>
            </a:r>
            <a:endParaRPr lang="id-ID" altLang="es-MX" sz="2000" b="1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40" name="TextBox 232">
            <a:extLst>
              <a:ext uri="{FF2B5EF4-FFF2-40B4-BE49-F238E27FC236}">
                <a16:creationId xmlns:a16="http://schemas.microsoft.com/office/drawing/2014/main" id="{FE726E9E-105F-4D75-BF76-E3CEF6EF2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863" y="4546859"/>
            <a:ext cx="2178765" cy="400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1" rIns="91422" bIns="4571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s-CO" altLang="es-MX" sz="2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3.Incontrolables :</a:t>
            </a:r>
            <a:endParaRPr lang="id-ID" altLang="es-MX" sz="2000" b="1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091" name="TextBox 2090">
            <a:extLst>
              <a:ext uri="{FF2B5EF4-FFF2-40B4-BE49-F238E27FC236}">
                <a16:creationId xmlns:a16="http://schemas.microsoft.com/office/drawing/2014/main" id="{A741E165-461B-4016-8938-C095441EB514}"/>
              </a:ext>
            </a:extLst>
          </p:cNvPr>
          <p:cNvSpPr txBox="1"/>
          <p:nvPr/>
        </p:nvSpPr>
        <p:spPr>
          <a:xfrm>
            <a:off x="1636538" y="639125"/>
            <a:ext cx="8282869" cy="1974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s-MX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llama así a los elementos o factores  que inciden en la eficiencia y eficacia de las funciones de mercadeo. Según pueden ser manipulados o controlados por las decisiones que tomen los ejecutivos de mercadeo, se pueden tener las siguientes variables:</a:t>
            </a:r>
            <a:endParaRPr lang="es-CO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61AEA7-5879-6A11-53AE-F3138D87A5F1}"/>
              </a:ext>
            </a:extLst>
          </p:cNvPr>
          <p:cNvSpPr txBox="1"/>
          <p:nvPr/>
        </p:nvSpPr>
        <p:spPr>
          <a:xfrm>
            <a:off x="1636538" y="3117273"/>
            <a:ext cx="734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</a:rPr>
              <a:t>Estos son tres elementos fundamentales  </a:t>
            </a:r>
          </a:p>
        </p:txBody>
      </p:sp>
    </p:spTree>
    <p:extLst>
      <p:ext uri="{BB962C8B-B14F-4D97-AF65-F5344CB8AC3E}">
        <p14:creationId xmlns:p14="http://schemas.microsoft.com/office/powerpoint/2010/main" val="2456112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134" grpId="0"/>
      <p:bldP spid="140" grpId="0"/>
      <p:bldP spid="2091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309F59-A6F1-D8FF-63E3-00183DD48296}"/>
              </a:ext>
            </a:extLst>
          </p:cNvPr>
          <p:cNvSpPr txBox="1"/>
          <p:nvPr/>
        </p:nvSpPr>
        <p:spPr>
          <a:xfrm>
            <a:off x="928255" y="318654"/>
            <a:ext cx="9268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</a:rPr>
              <a:t>                                                                    </a:t>
            </a:r>
            <a:r>
              <a:rPr lang="es-SV" sz="3200" b="1" dirty="0">
                <a:solidFill>
                  <a:schemeClr val="bg1"/>
                </a:solidFill>
              </a:rPr>
              <a:t>1.Controlables</a:t>
            </a:r>
            <a:endParaRPr lang="es-SV" b="1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BD9C56-C684-73F6-30F7-2D95D26F7B86}"/>
              </a:ext>
            </a:extLst>
          </p:cNvPr>
          <p:cNvSpPr txBox="1"/>
          <p:nvPr/>
        </p:nvSpPr>
        <p:spPr>
          <a:xfrm>
            <a:off x="1039091" y="1219200"/>
            <a:ext cx="10183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Los elementos que si pueden modificar los ejecutivos de mercadeo por propia iniciativa y que son los que precisamente permiten ajustar la forma a su medio ambiente para fortalecer su posición en el mercado. Estos elementos o factores son el producto, el precio, la plaza y la promoción.</a:t>
            </a:r>
            <a:endParaRPr lang="es-SV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38EEE7-517B-CDF1-02CA-6D86DFC94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91" y="2543175"/>
            <a:ext cx="7412182" cy="331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26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FBA35F9-E786-4245-8D26-A76DD80E062B}"/>
              </a:ext>
            </a:extLst>
          </p:cNvPr>
          <p:cNvSpPr/>
          <p:nvPr/>
        </p:nvSpPr>
        <p:spPr>
          <a:xfrm>
            <a:off x="0" y="-537"/>
            <a:ext cx="12192000" cy="6857463"/>
          </a:xfrm>
          <a:prstGeom prst="rect">
            <a:avLst/>
          </a:prstGeom>
          <a:solidFill>
            <a:srgbClr val="7A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401" name="Group 215">
            <a:extLst>
              <a:ext uri="{FF2B5EF4-FFF2-40B4-BE49-F238E27FC236}">
                <a16:creationId xmlns:a16="http://schemas.microsoft.com/office/drawing/2014/main" id="{60BC5713-3041-4454-899E-A95F63E4928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81575" y="2286622"/>
            <a:ext cx="3108084" cy="4178299"/>
            <a:chOff x="4331" y="392"/>
            <a:chExt cx="2788" cy="3748"/>
          </a:xfrm>
        </p:grpSpPr>
        <p:grpSp>
          <p:nvGrpSpPr>
            <p:cNvPr id="9403" name="Group 416">
              <a:extLst>
                <a:ext uri="{FF2B5EF4-FFF2-40B4-BE49-F238E27FC236}">
                  <a16:creationId xmlns:a16="http://schemas.microsoft.com/office/drawing/2014/main" id="{F1C63931-AB84-4614-B55F-D511C7A9B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1" y="392"/>
              <a:ext cx="2788" cy="3748"/>
              <a:chOff x="4331" y="392"/>
              <a:chExt cx="2788" cy="3748"/>
            </a:xfrm>
          </p:grpSpPr>
          <p:sp>
            <p:nvSpPr>
              <p:cNvPr id="68675" name="Freeform 217">
                <a:extLst>
                  <a:ext uri="{FF2B5EF4-FFF2-40B4-BE49-F238E27FC236}">
                    <a16:creationId xmlns:a16="http://schemas.microsoft.com/office/drawing/2014/main" id="{4C1206FB-2DC6-4FB3-BAB3-4AE723A86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7" y="1848"/>
                <a:ext cx="137" cy="144"/>
              </a:xfrm>
              <a:custGeom>
                <a:avLst/>
                <a:gdLst>
                  <a:gd name="T0" fmla="*/ 12 w 19"/>
                  <a:gd name="T1" fmla="*/ 14 h 20"/>
                  <a:gd name="T2" fmla="*/ 4 w 19"/>
                  <a:gd name="T3" fmla="*/ 19 h 20"/>
                  <a:gd name="T4" fmla="*/ 3 w 19"/>
                  <a:gd name="T5" fmla="*/ 15 h 20"/>
                  <a:gd name="T6" fmla="*/ 7 w 19"/>
                  <a:gd name="T7" fmla="*/ 6 h 20"/>
                  <a:gd name="T8" fmla="*/ 7 w 19"/>
                  <a:gd name="T9" fmla="*/ 4 h 20"/>
                  <a:gd name="T10" fmla="*/ 14 w 19"/>
                  <a:gd name="T11" fmla="*/ 0 h 20"/>
                  <a:gd name="T12" fmla="*/ 19 w 19"/>
                  <a:gd name="T13" fmla="*/ 2 h 20"/>
                  <a:gd name="T14" fmla="*/ 12 w 19"/>
                  <a:gd name="T15" fmla="*/ 1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20">
                    <a:moveTo>
                      <a:pt x="12" y="14"/>
                    </a:moveTo>
                    <a:cubicBezTo>
                      <a:pt x="12" y="14"/>
                      <a:pt x="9" y="18"/>
                      <a:pt x="4" y="19"/>
                    </a:cubicBezTo>
                    <a:cubicBezTo>
                      <a:pt x="0" y="20"/>
                      <a:pt x="1" y="16"/>
                      <a:pt x="3" y="15"/>
                    </a:cubicBezTo>
                    <a:cubicBezTo>
                      <a:pt x="6" y="13"/>
                      <a:pt x="7" y="6"/>
                      <a:pt x="7" y="6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2" y="14"/>
                      <a:pt x="12" y="14"/>
                      <a:pt x="12" y="14"/>
                    </a:cubicBezTo>
                  </a:path>
                </a:pathLst>
              </a:custGeom>
              <a:solidFill>
                <a:srgbClr val="FFCE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76" name="Freeform 218">
                <a:extLst>
                  <a:ext uri="{FF2B5EF4-FFF2-40B4-BE49-F238E27FC236}">
                    <a16:creationId xmlns:a16="http://schemas.microsoft.com/office/drawing/2014/main" id="{4E56097E-434A-49C0-8D87-6DF27F4C4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1783"/>
                <a:ext cx="325" cy="223"/>
              </a:xfrm>
              <a:custGeom>
                <a:avLst/>
                <a:gdLst>
                  <a:gd name="T0" fmla="*/ 39 w 45"/>
                  <a:gd name="T1" fmla="*/ 31 h 31"/>
                  <a:gd name="T2" fmla="*/ 36 w 45"/>
                  <a:gd name="T3" fmla="*/ 31 h 31"/>
                  <a:gd name="T4" fmla="*/ 3 w 45"/>
                  <a:gd name="T5" fmla="*/ 12 h 31"/>
                  <a:gd name="T6" fmla="*/ 1 w 45"/>
                  <a:gd name="T7" fmla="*/ 4 h 31"/>
                  <a:gd name="T8" fmla="*/ 9 w 45"/>
                  <a:gd name="T9" fmla="*/ 2 h 31"/>
                  <a:gd name="T10" fmla="*/ 42 w 45"/>
                  <a:gd name="T11" fmla="*/ 21 h 31"/>
                  <a:gd name="T12" fmla="*/ 44 w 45"/>
                  <a:gd name="T13" fmla="*/ 29 h 31"/>
                  <a:gd name="T14" fmla="*/ 39 w 45"/>
                  <a:gd name="T15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31">
                    <a:moveTo>
                      <a:pt x="39" y="31"/>
                    </a:moveTo>
                    <a:cubicBezTo>
                      <a:pt x="38" y="31"/>
                      <a:pt x="37" y="31"/>
                      <a:pt x="36" y="31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1" y="10"/>
                      <a:pt x="0" y="7"/>
                      <a:pt x="1" y="4"/>
                    </a:cubicBezTo>
                    <a:cubicBezTo>
                      <a:pt x="3" y="1"/>
                      <a:pt x="6" y="0"/>
                      <a:pt x="9" y="2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4" y="22"/>
                      <a:pt x="45" y="26"/>
                      <a:pt x="44" y="29"/>
                    </a:cubicBezTo>
                    <a:cubicBezTo>
                      <a:pt x="43" y="30"/>
                      <a:pt x="41" y="31"/>
                      <a:pt x="39" y="31"/>
                    </a:cubicBezTo>
                    <a:close/>
                  </a:path>
                </a:pathLst>
              </a:custGeom>
              <a:solidFill>
                <a:srgbClr val="4C47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77" name="Freeform 219">
                <a:extLst>
                  <a:ext uri="{FF2B5EF4-FFF2-40B4-BE49-F238E27FC236}">
                    <a16:creationId xmlns:a16="http://schemas.microsoft.com/office/drawing/2014/main" id="{3303070F-EC13-4153-AA22-346C81705F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860"/>
                <a:ext cx="534" cy="743"/>
              </a:xfrm>
              <a:custGeom>
                <a:avLst/>
                <a:gdLst>
                  <a:gd name="T0" fmla="*/ 73 w 74"/>
                  <a:gd name="T1" fmla="*/ 15 h 103"/>
                  <a:gd name="T2" fmla="*/ 72 w 74"/>
                  <a:gd name="T3" fmla="*/ 21 h 103"/>
                  <a:gd name="T4" fmla="*/ 68 w 74"/>
                  <a:gd name="T5" fmla="*/ 34 h 103"/>
                  <a:gd name="T6" fmla="*/ 68 w 74"/>
                  <a:gd name="T7" fmla="*/ 34 h 103"/>
                  <a:gd name="T8" fmla="*/ 67 w 74"/>
                  <a:gd name="T9" fmla="*/ 35 h 103"/>
                  <a:gd name="T10" fmla="*/ 30 w 74"/>
                  <a:gd name="T11" fmla="*/ 94 h 103"/>
                  <a:gd name="T12" fmla="*/ 29 w 74"/>
                  <a:gd name="T13" fmla="*/ 96 h 103"/>
                  <a:gd name="T14" fmla="*/ 26 w 74"/>
                  <a:gd name="T15" fmla="*/ 100 h 103"/>
                  <a:gd name="T16" fmla="*/ 26 w 74"/>
                  <a:gd name="T17" fmla="*/ 101 h 103"/>
                  <a:gd name="T18" fmla="*/ 12 w 74"/>
                  <a:gd name="T19" fmla="*/ 101 h 103"/>
                  <a:gd name="T20" fmla="*/ 2 w 74"/>
                  <a:gd name="T21" fmla="*/ 87 h 103"/>
                  <a:gd name="T22" fmla="*/ 2 w 74"/>
                  <a:gd name="T23" fmla="*/ 85 h 103"/>
                  <a:gd name="T24" fmla="*/ 48 w 74"/>
                  <a:gd name="T25" fmla="*/ 5 h 103"/>
                  <a:gd name="T26" fmla="*/ 49 w 74"/>
                  <a:gd name="T27" fmla="*/ 5 h 103"/>
                  <a:gd name="T28" fmla="*/ 55 w 74"/>
                  <a:gd name="T29" fmla="*/ 0 h 103"/>
                  <a:gd name="T30" fmla="*/ 59 w 74"/>
                  <a:gd name="T31" fmla="*/ 0 h 103"/>
                  <a:gd name="T32" fmla="*/ 61 w 74"/>
                  <a:gd name="T33" fmla="*/ 0 h 103"/>
                  <a:gd name="T34" fmla="*/ 70 w 74"/>
                  <a:gd name="T35" fmla="*/ 1 h 103"/>
                  <a:gd name="T36" fmla="*/ 70 w 74"/>
                  <a:gd name="T37" fmla="*/ 2 h 103"/>
                  <a:gd name="T38" fmla="*/ 73 w 74"/>
                  <a:gd name="T39" fmla="*/ 1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" h="103">
                    <a:moveTo>
                      <a:pt x="73" y="15"/>
                    </a:moveTo>
                    <a:cubicBezTo>
                      <a:pt x="73" y="17"/>
                      <a:pt x="73" y="19"/>
                      <a:pt x="72" y="21"/>
                    </a:cubicBezTo>
                    <a:cubicBezTo>
                      <a:pt x="71" y="27"/>
                      <a:pt x="70" y="30"/>
                      <a:pt x="68" y="34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7" y="35"/>
                      <a:pt x="67" y="35"/>
                      <a:pt x="67" y="35"/>
                    </a:cubicBezTo>
                    <a:cubicBezTo>
                      <a:pt x="62" y="45"/>
                      <a:pt x="40" y="80"/>
                      <a:pt x="30" y="94"/>
                    </a:cubicBezTo>
                    <a:cubicBezTo>
                      <a:pt x="30" y="95"/>
                      <a:pt x="29" y="95"/>
                      <a:pt x="29" y="96"/>
                    </a:cubicBezTo>
                    <a:cubicBezTo>
                      <a:pt x="28" y="98"/>
                      <a:pt x="27" y="99"/>
                      <a:pt x="26" y="100"/>
                    </a:cubicBezTo>
                    <a:cubicBezTo>
                      <a:pt x="26" y="101"/>
                      <a:pt x="26" y="101"/>
                      <a:pt x="26" y="101"/>
                    </a:cubicBezTo>
                    <a:cubicBezTo>
                      <a:pt x="24" y="102"/>
                      <a:pt x="18" y="103"/>
                      <a:pt x="12" y="101"/>
                    </a:cubicBezTo>
                    <a:cubicBezTo>
                      <a:pt x="6" y="99"/>
                      <a:pt x="0" y="94"/>
                      <a:pt x="2" y="87"/>
                    </a:cubicBezTo>
                    <a:cubicBezTo>
                      <a:pt x="2" y="86"/>
                      <a:pt x="2" y="86"/>
                      <a:pt x="2" y="85"/>
                    </a:cubicBezTo>
                    <a:cubicBezTo>
                      <a:pt x="8" y="69"/>
                      <a:pt x="38" y="14"/>
                      <a:pt x="48" y="5"/>
                    </a:cubicBezTo>
                    <a:cubicBezTo>
                      <a:pt x="48" y="5"/>
                      <a:pt x="48" y="5"/>
                      <a:pt x="49" y="5"/>
                    </a:cubicBezTo>
                    <a:cubicBezTo>
                      <a:pt x="50" y="4"/>
                      <a:pt x="52" y="2"/>
                      <a:pt x="55" y="0"/>
                    </a:cubicBezTo>
                    <a:cubicBezTo>
                      <a:pt x="56" y="0"/>
                      <a:pt x="57" y="0"/>
                      <a:pt x="59" y="0"/>
                    </a:cubicBezTo>
                    <a:cubicBezTo>
                      <a:pt x="59" y="0"/>
                      <a:pt x="60" y="0"/>
                      <a:pt x="61" y="0"/>
                    </a:cubicBezTo>
                    <a:cubicBezTo>
                      <a:pt x="61" y="0"/>
                      <a:pt x="64" y="0"/>
                      <a:pt x="70" y="1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73" y="5"/>
                      <a:pt x="74" y="10"/>
                      <a:pt x="73" y="15"/>
                    </a:cubicBezTo>
                  </a:path>
                </a:pathLst>
              </a:custGeom>
              <a:solidFill>
                <a:srgbClr val="5123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78" name="Freeform 220">
                <a:extLst>
                  <a:ext uri="{FF2B5EF4-FFF2-40B4-BE49-F238E27FC236}">
                    <a16:creationId xmlns:a16="http://schemas.microsoft.com/office/drawing/2014/main" id="{19A26B7C-3354-4B1A-A143-36AD07DEE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" y="1487"/>
                <a:ext cx="614" cy="397"/>
              </a:xfrm>
              <a:custGeom>
                <a:avLst/>
                <a:gdLst>
                  <a:gd name="T0" fmla="*/ 82 w 85"/>
                  <a:gd name="T1" fmla="*/ 13 h 55"/>
                  <a:gd name="T2" fmla="*/ 82 w 85"/>
                  <a:gd name="T3" fmla="*/ 14 h 55"/>
                  <a:gd name="T4" fmla="*/ 13 w 85"/>
                  <a:gd name="T5" fmla="*/ 54 h 55"/>
                  <a:gd name="T6" fmla="*/ 3 w 85"/>
                  <a:gd name="T7" fmla="*/ 47 h 55"/>
                  <a:gd name="T8" fmla="*/ 4 w 85"/>
                  <a:gd name="T9" fmla="*/ 35 h 55"/>
                  <a:gd name="T10" fmla="*/ 58 w 85"/>
                  <a:gd name="T11" fmla="*/ 0 h 55"/>
                  <a:gd name="T12" fmla="*/ 59 w 85"/>
                  <a:gd name="T13" fmla="*/ 0 h 55"/>
                  <a:gd name="T14" fmla="*/ 80 w 85"/>
                  <a:gd name="T15" fmla="*/ 4 h 55"/>
                  <a:gd name="T16" fmla="*/ 82 w 85"/>
                  <a:gd name="T17" fmla="*/ 1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55">
                    <a:moveTo>
                      <a:pt x="82" y="13"/>
                    </a:moveTo>
                    <a:cubicBezTo>
                      <a:pt x="82" y="14"/>
                      <a:pt x="82" y="14"/>
                      <a:pt x="82" y="14"/>
                    </a:cubicBezTo>
                    <a:cubicBezTo>
                      <a:pt x="69" y="30"/>
                      <a:pt x="18" y="52"/>
                      <a:pt x="13" y="54"/>
                    </a:cubicBezTo>
                    <a:cubicBezTo>
                      <a:pt x="10" y="55"/>
                      <a:pt x="5" y="52"/>
                      <a:pt x="3" y="47"/>
                    </a:cubicBezTo>
                    <a:cubicBezTo>
                      <a:pt x="1" y="43"/>
                      <a:pt x="0" y="39"/>
                      <a:pt x="4" y="35"/>
                    </a:cubicBezTo>
                    <a:cubicBezTo>
                      <a:pt x="4" y="35"/>
                      <a:pt x="50" y="3"/>
                      <a:pt x="58" y="0"/>
                    </a:cubicBezTo>
                    <a:cubicBezTo>
                      <a:pt x="58" y="0"/>
                      <a:pt x="59" y="0"/>
                      <a:pt x="59" y="0"/>
                    </a:cubicBezTo>
                    <a:cubicBezTo>
                      <a:pt x="61" y="0"/>
                      <a:pt x="74" y="0"/>
                      <a:pt x="80" y="4"/>
                    </a:cubicBezTo>
                    <a:cubicBezTo>
                      <a:pt x="83" y="6"/>
                      <a:pt x="85" y="9"/>
                      <a:pt x="82" y="13"/>
                    </a:cubicBezTo>
                  </a:path>
                </a:pathLst>
              </a:custGeom>
              <a:solidFill>
                <a:srgbClr val="5123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80" name="Freeform 222">
                <a:extLst>
                  <a:ext uri="{FF2B5EF4-FFF2-40B4-BE49-F238E27FC236}">
                    <a16:creationId xmlns:a16="http://schemas.microsoft.com/office/drawing/2014/main" id="{EDED1997-0D92-4466-82BE-FBA1A1302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0" y="1588"/>
                <a:ext cx="158" cy="123"/>
              </a:xfrm>
              <a:custGeom>
                <a:avLst/>
                <a:gdLst>
                  <a:gd name="T0" fmla="*/ 22 w 22"/>
                  <a:gd name="T1" fmla="*/ 0 h 17"/>
                  <a:gd name="T2" fmla="*/ 22 w 22"/>
                  <a:gd name="T3" fmla="*/ 0 h 17"/>
                  <a:gd name="T4" fmla="*/ 0 w 22"/>
                  <a:gd name="T5" fmla="*/ 17 h 17"/>
                  <a:gd name="T6" fmla="*/ 22 w 22"/>
                  <a:gd name="T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17">
                    <a:moveTo>
                      <a:pt x="22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8" y="5"/>
                      <a:pt x="9" y="11"/>
                      <a:pt x="0" y="17"/>
                    </a:cubicBezTo>
                    <a:cubicBezTo>
                      <a:pt x="9" y="11"/>
                      <a:pt x="18" y="5"/>
                      <a:pt x="22" y="0"/>
                    </a:cubicBezTo>
                  </a:path>
                </a:pathLst>
              </a:custGeom>
              <a:solidFill>
                <a:srgbClr val="F2D3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81" name="Freeform 223">
                <a:extLst>
                  <a:ext uri="{FF2B5EF4-FFF2-40B4-BE49-F238E27FC236}">
                    <a16:creationId xmlns:a16="http://schemas.microsoft.com/office/drawing/2014/main" id="{B3401935-789B-4A05-A01C-8DAC537473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81"/>
                <a:ext cx="0" cy="7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839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82" name="Freeform 224">
                <a:extLst>
                  <a:ext uri="{FF2B5EF4-FFF2-40B4-BE49-F238E27FC236}">
                    <a16:creationId xmlns:a16="http://schemas.microsoft.com/office/drawing/2014/main" id="{729DD600-50C3-4B3B-BC25-34ECFBD929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38" y="1826"/>
                <a:ext cx="108" cy="50"/>
              </a:xfrm>
              <a:custGeom>
                <a:avLst/>
                <a:gdLst>
                  <a:gd name="T0" fmla="*/ 15 w 15"/>
                  <a:gd name="T1" fmla="*/ 5 h 7"/>
                  <a:gd name="T2" fmla="*/ 10 w 15"/>
                  <a:gd name="T3" fmla="*/ 7 h 7"/>
                  <a:gd name="T4" fmla="*/ 9 w 15"/>
                  <a:gd name="T5" fmla="*/ 7 h 7"/>
                  <a:gd name="T6" fmla="*/ 7 w 15"/>
                  <a:gd name="T7" fmla="*/ 7 h 7"/>
                  <a:gd name="T8" fmla="*/ 9 w 15"/>
                  <a:gd name="T9" fmla="*/ 7 h 7"/>
                  <a:gd name="T10" fmla="*/ 10 w 15"/>
                  <a:gd name="T11" fmla="*/ 7 h 7"/>
                  <a:gd name="T12" fmla="*/ 15 w 15"/>
                  <a:gd name="T13" fmla="*/ 5 h 7"/>
                  <a:gd name="T14" fmla="*/ 0 w 15"/>
                  <a:gd name="T15" fmla="*/ 0 h 7"/>
                  <a:gd name="T16" fmla="*/ 0 w 15"/>
                  <a:gd name="T17" fmla="*/ 0 h 7"/>
                  <a:gd name="T18" fmla="*/ 2 w 15"/>
                  <a:gd name="T19" fmla="*/ 4 h 7"/>
                  <a:gd name="T20" fmla="*/ 0 w 15"/>
                  <a:gd name="T2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" h="7">
                    <a:moveTo>
                      <a:pt x="15" y="5"/>
                    </a:moveTo>
                    <a:cubicBezTo>
                      <a:pt x="12" y="6"/>
                      <a:pt x="10" y="7"/>
                      <a:pt x="10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8" y="7"/>
                      <a:pt x="8" y="7"/>
                      <a:pt x="7" y="7"/>
                    </a:cubicBezTo>
                    <a:cubicBezTo>
                      <a:pt x="8" y="7"/>
                      <a:pt x="8" y="7"/>
                      <a:pt x="9" y="7"/>
                    </a:cubicBezTo>
                    <a:cubicBezTo>
                      <a:pt x="9" y="7"/>
                      <a:pt x="9" y="7"/>
                      <a:pt x="10" y="7"/>
                    </a:cubicBezTo>
                    <a:cubicBezTo>
                      <a:pt x="10" y="7"/>
                      <a:pt x="12" y="6"/>
                      <a:pt x="15" y="5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1" y="3"/>
                      <a:pt x="0" y="1"/>
                      <a:pt x="0" y="0"/>
                    </a:cubicBezTo>
                  </a:path>
                </a:pathLst>
              </a:custGeom>
              <a:solidFill>
                <a:srgbClr val="F2D3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84" name="Freeform 226">
                <a:extLst>
                  <a:ext uri="{FF2B5EF4-FFF2-40B4-BE49-F238E27FC236}">
                    <a16:creationId xmlns:a16="http://schemas.microsoft.com/office/drawing/2014/main" id="{B05D57FE-1ECB-43EE-971A-448413F31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" y="1754"/>
                <a:ext cx="325" cy="187"/>
              </a:xfrm>
              <a:custGeom>
                <a:avLst/>
                <a:gdLst>
                  <a:gd name="T0" fmla="*/ 6 w 45"/>
                  <a:gd name="T1" fmla="*/ 10 h 26"/>
                  <a:gd name="T2" fmla="*/ 25 w 45"/>
                  <a:gd name="T3" fmla="*/ 5 h 26"/>
                  <a:gd name="T4" fmla="*/ 35 w 45"/>
                  <a:gd name="T5" fmla="*/ 2 h 26"/>
                  <a:gd name="T6" fmla="*/ 43 w 45"/>
                  <a:gd name="T7" fmla="*/ 13 h 26"/>
                  <a:gd name="T8" fmla="*/ 34 w 45"/>
                  <a:gd name="T9" fmla="*/ 18 h 26"/>
                  <a:gd name="T10" fmla="*/ 23 w 45"/>
                  <a:gd name="T11" fmla="*/ 23 h 26"/>
                  <a:gd name="T12" fmla="*/ 6 w 45"/>
                  <a:gd name="T13" fmla="*/ 1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26">
                    <a:moveTo>
                      <a:pt x="6" y="10"/>
                    </a:moveTo>
                    <a:cubicBezTo>
                      <a:pt x="6" y="10"/>
                      <a:pt x="17" y="5"/>
                      <a:pt x="25" y="5"/>
                    </a:cubicBezTo>
                    <a:cubicBezTo>
                      <a:pt x="29" y="5"/>
                      <a:pt x="34" y="3"/>
                      <a:pt x="35" y="2"/>
                    </a:cubicBezTo>
                    <a:cubicBezTo>
                      <a:pt x="40" y="0"/>
                      <a:pt x="45" y="12"/>
                      <a:pt x="43" y="13"/>
                    </a:cubicBezTo>
                    <a:cubicBezTo>
                      <a:pt x="38" y="17"/>
                      <a:pt x="36" y="17"/>
                      <a:pt x="34" y="18"/>
                    </a:cubicBezTo>
                    <a:cubicBezTo>
                      <a:pt x="31" y="19"/>
                      <a:pt x="24" y="21"/>
                      <a:pt x="23" y="23"/>
                    </a:cubicBezTo>
                    <a:cubicBezTo>
                      <a:pt x="22" y="26"/>
                      <a:pt x="0" y="20"/>
                      <a:pt x="6" y="10"/>
                    </a:cubicBezTo>
                    <a:close/>
                  </a:path>
                </a:pathLst>
              </a:custGeom>
              <a:solidFill>
                <a:srgbClr val="FFCE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85" name="Freeform 227">
                <a:extLst>
                  <a:ext uri="{FF2B5EF4-FFF2-40B4-BE49-F238E27FC236}">
                    <a16:creationId xmlns:a16="http://schemas.microsoft.com/office/drawing/2014/main" id="{3F6AC9C2-BC07-436A-A84E-D01D0AAC3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9" y="1812"/>
                <a:ext cx="210" cy="230"/>
              </a:xfrm>
              <a:custGeom>
                <a:avLst/>
                <a:gdLst>
                  <a:gd name="T0" fmla="*/ 22 w 29"/>
                  <a:gd name="T1" fmla="*/ 15 h 32"/>
                  <a:gd name="T2" fmla="*/ 23 w 29"/>
                  <a:gd name="T3" fmla="*/ 23 h 32"/>
                  <a:gd name="T4" fmla="*/ 6 w 29"/>
                  <a:gd name="T5" fmla="*/ 18 h 32"/>
                  <a:gd name="T6" fmla="*/ 5 w 29"/>
                  <a:gd name="T7" fmla="*/ 2 h 32"/>
                  <a:gd name="T8" fmla="*/ 23 w 29"/>
                  <a:gd name="T9" fmla="*/ 14 h 32"/>
                  <a:gd name="T10" fmla="*/ 22 w 29"/>
                  <a:gd name="T11" fmla="*/ 15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32">
                    <a:moveTo>
                      <a:pt x="22" y="15"/>
                    </a:moveTo>
                    <a:cubicBezTo>
                      <a:pt x="22" y="15"/>
                      <a:pt x="21" y="21"/>
                      <a:pt x="23" y="23"/>
                    </a:cubicBezTo>
                    <a:cubicBezTo>
                      <a:pt x="29" y="32"/>
                      <a:pt x="9" y="25"/>
                      <a:pt x="6" y="18"/>
                    </a:cubicBezTo>
                    <a:cubicBezTo>
                      <a:pt x="6" y="18"/>
                      <a:pt x="0" y="5"/>
                      <a:pt x="5" y="2"/>
                    </a:cubicBezTo>
                    <a:cubicBezTo>
                      <a:pt x="11" y="0"/>
                      <a:pt x="23" y="14"/>
                      <a:pt x="23" y="14"/>
                    </a:cubicBezTo>
                    <a:lnTo>
                      <a:pt x="22" y="15"/>
                    </a:lnTo>
                    <a:close/>
                  </a:path>
                </a:pathLst>
              </a:custGeom>
              <a:solidFill>
                <a:srgbClr val="FFCE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86" name="Freeform 228">
                <a:extLst>
                  <a:ext uri="{FF2B5EF4-FFF2-40B4-BE49-F238E27FC236}">
                    <a16:creationId xmlns:a16="http://schemas.microsoft.com/office/drawing/2014/main" id="{781B236F-5A3C-4D78-91A8-22BD5664B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" y="2979"/>
                <a:ext cx="1394" cy="750"/>
              </a:xfrm>
              <a:custGeom>
                <a:avLst/>
                <a:gdLst>
                  <a:gd name="T0" fmla="*/ 859 w 1394"/>
                  <a:gd name="T1" fmla="*/ 0 h 750"/>
                  <a:gd name="T2" fmla="*/ 0 w 1394"/>
                  <a:gd name="T3" fmla="*/ 497 h 750"/>
                  <a:gd name="T4" fmla="*/ 549 w 1394"/>
                  <a:gd name="T5" fmla="*/ 750 h 750"/>
                  <a:gd name="T6" fmla="*/ 1394 w 1394"/>
                  <a:gd name="T7" fmla="*/ 274 h 750"/>
                  <a:gd name="T8" fmla="*/ 859 w 1394"/>
                  <a:gd name="T9" fmla="*/ 0 h 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4" h="750">
                    <a:moveTo>
                      <a:pt x="859" y="0"/>
                    </a:moveTo>
                    <a:lnTo>
                      <a:pt x="0" y="497"/>
                    </a:lnTo>
                    <a:lnTo>
                      <a:pt x="549" y="750"/>
                    </a:lnTo>
                    <a:lnTo>
                      <a:pt x="1394" y="274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592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87" name="Freeform 229">
                <a:extLst>
                  <a:ext uri="{FF2B5EF4-FFF2-40B4-BE49-F238E27FC236}">
                    <a16:creationId xmlns:a16="http://schemas.microsoft.com/office/drawing/2014/main" id="{38DC15F6-7B25-4553-9F5D-29BCEB3F6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" y="2979"/>
                <a:ext cx="1394" cy="750"/>
              </a:xfrm>
              <a:custGeom>
                <a:avLst/>
                <a:gdLst>
                  <a:gd name="T0" fmla="*/ 859 w 1394"/>
                  <a:gd name="T1" fmla="*/ 0 h 750"/>
                  <a:gd name="T2" fmla="*/ 0 w 1394"/>
                  <a:gd name="T3" fmla="*/ 497 h 750"/>
                  <a:gd name="T4" fmla="*/ 549 w 1394"/>
                  <a:gd name="T5" fmla="*/ 750 h 750"/>
                  <a:gd name="T6" fmla="*/ 1394 w 1394"/>
                  <a:gd name="T7" fmla="*/ 274 h 750"/>
                  <a:gd name="T8" fmla="*/ 859 w 1394"/>
                  <a:gd name="T9" fmla="*/ 0 h 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4" h="750">
                    <a:moveTo>
                      <a:pt x="859" y="0"/>
                    </a:moveTo>
                    <a:lnTo>
                      <a:pt x="0" y="497"/>
                    </a:lnTo>
                    <a:lnTo>
                      <a:pt x="549" y="750"/>
                    </a:lnTo>
                    <a:lnTo>
                      <a:pt x="1394" y="274"/>
                    </a:lnTo>
                    <a:lnTo>
                      <a:pt x="85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88" name="Freeform 230">
                <a:extLst>
                  <a:ext uri="{FF2B5EF4-FFF2-40B4-BE49-F238E27FC236}">
                    <a16:creationId xmlns:a16="http://schemas.microsoft.com/office/drawing/2014/main" id="{55AB5464-AB4A-4237-A900-5368F25B2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6" y="3066"/>
                <a:ext cx="606" cy="346"/>
              </a:xfrm>
              <a:custGeom>
                <a:avLst/>
                <a:gdLst>
                  <a:gd name="T0" fmla="*/ 84 w 84"/>
                  <a:gd name="T1" fmla="*/ 2 h 48"/>
                  <a:gd name="T2" fmla="*/ 83 w 84"/>
                  <a:gd name="T3" fmla="*/ 3 h 48"/>
                  <a:gd name="T4" fmla="*/ 4 w 84"/>
                  <a:gd name="T5" fmla="*/ 48 h 48"/>
                  <a:gd name="T6" fmla="*/ 1 w 84"/>
                  <a:gd name="T7" fmla="*/ 48 h 48"/>
                  <a:gd name="T8" fmla="*/ 0 w 84"/>
                  <a:gd name="T9" fmla="*/ 47 h 48"/>
                  <a:gd name="T10" fmla="*/ 1 w 84"/>
                  <a:gd name="T11" fmla="*/ 46 h 48"/>
                  <a:gd name="T12" fmla="*/ 80 w 84"/>
                  <a:gd name="T13" fmla="*/ 1 h 48"/>
                  <a:gd name="T14" fmla="*/ 83 w 84"/>
                  <a:gd name="T15" fmla="*/ 1 h 48"/>
                  <a:gd name="T16" fmla="*/ 84 w 84"/>
                  <a:gd name="T17" fmla="*/ 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48">
                    <a:moveTo>
                      <a:pt x="84" y="2"/>
                    </a:moveTo>
                    <a:cubicBezTo>
                      <a:pt x="83" y="3"/>
                      <a:pt x="83" y="3"/>
                      <a:pt x="83" y="3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3" y="48"/>
                      <a:pt x="2" y="48"/>
                      <a:pt x="1" y="48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6"/>
                      <a:pt x="1" y="46"/>
                    </a:cubicBezTo>
                    <a:cubicBezTo>
                      <a:pt x="80" y="1"/>
                      <a:pt x="80" y="1"/>
                      <a:pt x="80" y="1"/>
                    </a:cubicBezTo>
                    <a:cubicBezTo>
                      <a:pt x="81" y="0"/>
                      <a:pt x="83" y="0"/>
                      <a:pt x="83" y="1"/>
                    </a:cubicBezTo>
                    <a:cubicBezTo>
                      <a:pt x="84" y="1"/>
                      <a:pt x="84" y="2"/>
                      <a:pt x="84" y="2"/>
                    </a:cubicBezTo>
                  </a:path>
                </a:pathLst>
              </a:custGeom>
              <a:solidFill>
                <a:srgbClr val="505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89" name="Freeform 231">
                <a:extLst>
                  <a:ext uri="{FF2B5EF4-FFF2-40B4-BE49-F238E27FC236}">
                    <a16:creationId xmlns:a16="http://schemas.microsoft.com/office/drawing/2014/main" id="{248A6B77-0FAC-405C-8C99-A3ECE269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6" y="3073"/>
                <a:ext cx="606" cy="339"/>
              </a:xfrm>
              <a:custGeom>
                <a:avLst/>
                <a:gdLst>
                  <a:gd name="T0" fmla="*/ 84 w 84"/>
                  <a:gd name="T1" fmla="*/ 1 h 47"/>
                  <a:gd name="T2" fmla="*/ 83 w 84"/>
                  <a:gd name="T3" fmla="*/ 2 h 47"/>
                  <a:gd name="T4" fmla="*/ 4 w 84"/>
                  <a:gd name="T5" fmla="*/ 47 h 47"/>
                  <a:gd name="T6" fmla="*/ 1 w 84"/>
                  <a:gd name="T7" fmla="*/ 47 h 47"/>
                  <a:gd name="T8" fmla="*/ 0 w 84"/>
                  <a:gd name="T9" fmla="*/ 46 h 47"/>
                  <a:gd name="T10" fmla="*/ 1 w 84"/>
                  <a:gd name="T11" fmla="*/ 46 h 47"/>
                  <a:gd name="T12" fmla="*/ 80 w 84"/>
                  <a:gd name="T13" fmla="*/ 1 h 47"/>
                  <a:gd name="T14" fmla="*/ 83 w 84"/>
                  <a:gd name="T15" fmla="*/ 1 h 47"/>
                  <a:gd name="T16" fmla="*/ 84 w 84"/>
                  <a:gd name="T17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47">
                    <a:moveTo>
                      <a:pt x="84" y="1"/>
                    </a:moveTo>
                    <a:cubicBezTo>
                      <a:pt x="83" y="2"/>
                      <a:pt x="83" y="2"/>
                      <a:pt x="83" y="2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3" y="47"/>
                      <a:pt x="2" y="47"/>
                      <a:pt x="1" y="47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80" y="1"/>
                      <a:pt x="80" y="1"/>
                      <a:pt x="80" y="1"/>
                    </a:cubicBezTo>
                    <a:cubicBezTo>
                      <a:pt x="81" y="0"/>
                      <a:pt x="83" y="0"/>
                      <a:pt x="83" y="1"/>
                    </a:cubicBezTo>
                    <a:cubicBezTo>
                      <a:pt x="84" y="1"/>
                      <a:pt x="84" y="1"/>
                      <a:pt x="84" y="1"/>
                    </a:cubicBezTo>
                  </a:path>
                </a:pathLst>
              </a:custGeom>
              <a:solidFill>
                <a:srgbClr val="5F67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90" name="Freeform 232">
                <a:extLst>
                  <a:ext uri="{FF2B5EF4-FFF2-40B4-BE49-F238E27FC236}">
                    <a16:creationId xmlns:a16="http://schemas.microsoft.com/office/drawing/2014/main" id="{1D3D4109-6E81-42AF-B5BA-5CB45889BE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2" y="3123"/>
                <a:ext cx="607" cy="339"/>
              </a:xfrm>
              <a:custGeom>
                <a:avLst/>
                <a:gdLst>
                  <a:gd name="T0" fmla="*/ 84 w 84"/>
                  <a:gd name="T1" fmla="*/ 1 h 47"/>
                  <a:gd name="T2" fmla="*/ 84 w 84"/>
                  <a:gd name="T3" fmla="*/ 2 h 47"/>
                  <a:gd name="T4" fmla="*/ 4 w 84"/>
                  <a:gd name="T5" fmla="*/ 47 h 47"/>
                  <a:gd name="T6" fmla="*/ 1 w 84"/>
                  <a:gd name="T7" fmla="*/ 47 h 47"/>
                  <a:gd name="T8" fmla="*/ 1 w 84"/>
                  <a:gd name="T9" fmla="*/ 46 h 47"/>
                  <a:gd name="T10" fmla="*/ 1 w 84"/>
                  <a:gd name="T11" fmla="*/ 45 h 47"/>
                  <a:gd name="T12" fmla="*/ 81 w 84"/>
                  <a:gd name="T13" fmla="*/ 0 h 47"/>
                  <a:gd name="T14" fmla="*/ 84 w 84"/>
                  <a:gd name="T15" fmla="*/ 0 h 47"/>
                  <a:gd name="T16" fmla="*/ 84 w 84"/>
                  <a:gd name="T17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47">
                    <a:moveTo>
                      <a:pt x="84" y="1"/>
                    </a:moveTo>
                    <a:cubicBezTo>
                      <a:pt x="84" y="2"/>
                      <a:pt x="84" y="2"/>
                      <a:pt x="84" y="2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3" y="47"/>
                      <a:pt x="2" y="47"/>
                      <a:pt x="1" y="47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0" y="46"/>
                      <a:pt x="1" y="45"/>
                      <a:pt x="1" y="45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82" y="0"/>
                      <a:pt x="83" y="0"/>
                      <a:pt x="84" y="0"/>
                    </a:cubicBezTo>
                    <a:cubicBezTo>
                      <a:pt x="84" y="0"/>
                      <a:pt x="84" y="1"/>
                      <a:pt x="84" y="1"/>
                    </a:cubicBezTo>
                  </a:path>
                </a:pathLst>
              </a:custGeom>
              <a:solidFill>
                <a:srgbClr val="505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91" name="Freeform 233">
                <a:extLst>
                  <a:ext uri="{FF2B5EF4-FFF2-40B4-BE49-F238E27FC236}">
                    <a16:creationId xmlns:a16="http://schemas.microsoft.com/office/drawing/2014/main" id="{DDDA8BE4-DC98-410E-9AB4-2534E48B1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0" y="3123"/>
                <a:ext cx="599" cy="339"/>
              </a:xfrm>
              <a:custGeom>
                <a:avLst/>
                <a:gdLst>
                  <a:gd name="T0" fmla="*/ 83 w 83"/>
                  <a:gd name="T1" fmla="*/ 1 h 47"/>
                  <a:gd name="T2" fmla="*/ 83 w 83"/>
                  <a:gd name="T3" fmla="*/ 2 h 47"/>
                  <a:gd name="T4" fmla="*/ 3 w 83"/>
                  <a:gd name="T5" fmla="*/ 47 h 47"/>
                  <a:gd name="T6" fmla="*/ 0 w 83"/>
                  <a:gd name="T7" fmla="*/ 47 h 47"/>
                  <a:gd name="T8" fmla="*/ 0 w 83"/>
                  <a:gd name="T9" fmla="*/ 46 h 47"/>
                  <a:gd name="T10" fmla="*/ 0 w 83"/>
                  <a:gd name="T11" fmla="*/ 46 h 47"/>
                  <a:gd name="T12" fmla="*/ 80 w 83"/>
                  <a:gd name="T13" fmla="*/ 1 h 47"/>
                  <a:gd name="T14" fmla="*/ 83 w 83"/>
                  <a:gd name="T15" fmla="*/ 1 h 47"/>
                  <a:gd name="T16" fmla="*/ 83 w 83"/>
                  <a:gd name="T17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" h="47">
                    <a:moveTo>
                      <a:pt x="83" y="1"/>
                    </a:moveTo>
                    <a:cubicBezTo>
                      <a:pt x="83" y="2"/>
                      <a:pt x="83" y="2"/>
                      <a:pt x="83" y="2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2" y="47"/>
                      <a:pt x="1" y="47"/>
                      <a:pt x="0" y="47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80" y="1"/>
                      <a:pt x="80" y="1"/>
                      <a:pt x="80" y="1"/>
                    </a:cubicBezTo>
                    <a:cubicBezTo>
                      <a:pt x="81" y="0"/>
                      <a:pt x="82" y="0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</a:path>
                </a:pathLst>
              </a:custGeom>
              <a:solidFill>
                <a:srgbClr val="5F67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92" name="Freeform 234">
                <a:extLst>
                  <a:ext uri="{FF2B5EF4-FFF2-40B4-BE49-F238E27FC236}">
                    <a16:creationId xmlns:a16="http://schemas.microsoft.com/office/drawing/2014/main" id="{5E624FF7-4C3B-42A5-85DF-691CF1393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6" y="3174"/>
                <a:ext cx="607" cy="346"/>
              </a:xfrm>
              <a:custGeom>
                <a:avLst/>
                <a:gdLst>
                  <a:gd name="T0" fmla="*/ 84 w 84"/>
                  <a:gd name="T1" fmla="*/ 2 h 48"/>
                  <a:gd name="T2" fmla="*/ 83 w 84"/>
                  <a:gd name="T3" fmla="*/ 2 h 48"/>
                  <a:gd name="T4" fmla="*/ 3 w 84"/>
                  <a:gd name="T5" fmla="*/ 47 h 48"/>
                  <a:gd name="T6" fmla="*/ 0 w 84"/>
                  <a:gd name="T7" fmla="*/ 47 h 48"/>
                  <a:gd name="T8" fmla="*/ 0 w 84"/>
                  <a:gd name="T9" fmla="*/ 47 h 48"/>
                  <a:gd name="T10" fmla="*/ 0 w 84"/>
                  <a:gd name="T11" fmla="*/ 45 h 48"/>
                  <a:gd name="T12" fmla="*/ 80 w 84"/>
                  <a:gd name="T13" fmla="*/ 0 h 48"/>
                  <a:gd name="T14" fmla="*/ 83 w 84"/>
                  <a:gd name="T15" fmla="*/ 0 h 48"/>
                  <a:gd name="T16" fmla="*/ 84 w 84"/>
                  <a:gd name="T17" fmla="*/ 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48">
                    <a:moveTo>
                      <a:pt x="84" y="2"/>
                    </a:moveTo>
                    <a:cubicBezTo>
                      <a:pt x="83" y="2"/>
                      <a:pt x="83" y="2"/>
                      <a:pt x="83" y="2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3" y="48"/>
                      <a:pt x="1" y="48"/>
                      <a:pt x="0" y="47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6"/>
                      <a:pt x="0" y="46"/>
                      <a:pt x="0" y="45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1" y="0"/>
                      <a:pt x="82" y="0"/>
                      <a:pt x="83" y="0"/>
                    </a:cubicBezTo>
                    <a:cubicBezTo>
                      <a:pt x="84" y="1"/>
                      <a:pt x="84" y="1"/>
                      <a:pt x="84" y="2"/>
                    </a:cubicBezTo>
                  </a:path>
                </a:pathLst>
              </a:custGeom>
              <a:solidFill>
                <a:srgbClr val="505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93" name="Freeform 235">
                <a:extLst>
                  <a:ext uri="{FF2B5EF4-FFF2-40B4-BE49-F238E27FC236}">
                    <a16:creationId xmlns:a16="http://schemas.microsoft.com/office/drawing/2014/main" id="{CE083F1F-03C1-4A19-AA52-7F5C107D23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6" y="3181"/>
                <a:ext cx="607" cy="339"/>
              </a:xfrm>
              <a:custGeom>
                <a:avLst/>
                <a:gdLst>
                  <a:gd name="T0" fmla="*/ 84 w 84"/>
                  <a:gd name="T1" fmla="*/ 1 h 47"/>
                  <a:gd name="T2" fmla="*/ 83 w 84"/>
                  <a:gd name="T3" fmla="*/ 1 h 47"/>
                  <a:gd name="T4" fmla="*/ 3 w 84"/>
                  <a:gd name="T5" fmla="*/ 46 h 47"/>
                  <a:gd name="T6" fmla="*/ 0 w 84"/>
                  <a:gd name="T7" fmla="*/ 46 h 47"/>
                  <a:gd name="T8" fmla="*/ 0 w 84"/>
                  <a:gd name="T9" fmla="*/ 46 h 47"/>
                  <a:gd name="T10" fmla="*/ 0 w 84"/>
                  <a:gd name="T11" fmla="*/ 45 h 47"/>
                  <a:gd name="T12" fmla="*/ 80 w 84"/>
                  <a:gd name="T13" fmla="*/ 0 h 47"/>
                  <a:gd name="T14" fmla="*/ 83 w 84"/>
                  <a:gd name="T15" fmla="*/ 0 h 47"/>
                  <a:gd name="T16" fmla="*/ 84 w 84"/>
                  <a:gd name="T17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47">
                    <a:moveTo>
                      <a:pt x="84" y="1"/>
                    </a:moveTo>
                    <a:cubicBezTo>
                      <a:pt x="83" y="1"/>
                      <a:pt x="83" y="1"/>
                      <a:pt x="83" y="1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7"/>
                      <a:pt x="1" y="47"/>
                      <a:pt x="0" y="46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1" y="0"/>
                      <a:pt x="82" y="0"/>
                      <a:pt x="83" y="0"/>
                    </a:cubicBezTo>
                    <a:cubicBezTo>
                      <a:pt x="84" y="1"/>
                      <a:pt x="84" y="1"/>
                      <a:pt x="84" y="1"/>
                    </a:cubicBezTo>
                  </a:path>
                </a:pathLst>
              </a:custGeom>
              <a:solidFill>
                <a:srgbClr val="5F67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94" name="Freeform 236">
                <a:extLst>
                  <a:ext uri="{FF2B5EF4-FFF2-40B4-BE49-F238E27FC236}">
                    <a16:creationId xmlns:a16="http://schemas.microsoft.com/office/drawing/2014/main" id="{13AA6342-6DA4-4B58-B12F-B34DCA7CE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3" y="3224"/>
                <a:ext cx="607" cy="346"/>
              </a:xfrm>
              <a:custGeom>
                <a:avLst/>
                <a:gdLst>
                  <a:gd name="T0" fmla="*/ 84 w 84"/>
                  <a:gd name="T1" fmla="*/ 2 h 48"/>
                  <a:gd name="T2" fmla="*/ 83 w 84"/>
                  <a:gd name="T3" fmla="*/ 2 h 48"/>
                  <a:gd name="T4" fmla="*/ 4 w 84"/>
                  <a:gd name="T5" fmla="*/ 47 h 48"/>
                  <a:gd name="T6" fmla="*/ 1 w 84"/>
                  <a:gd name="T7" fmla="*/ 47 h 48"/>
                  <a:gd name="T8" fmla="*/ 0 w 84"/>
                  <a:gd name="T9" fmla="*/ 47 h 48"/>
                  <a:gd name="T10" fmla="*/ 1 w 84"/>
                  <a:gd name="T11" fmla="*/ 46 h 48"/>
                  <a:gd name="T12" fmla="*/ 80 w 84"/>
                  <a:gd name="T13" fmla="*/ 1 h 48"/>
                  <a:gd name="T14" fmla="*/ 83 w 84"/>
                  <a:gd name="T15" fmla="*/ 1 h 48"/>
                  <a:gd name="T16" fmla="*/ 84 w 84"/>
                  <a:gd name="T17" fmla="*/ 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48">
                    <a:moveTo>
                      <a:pt x="84" y="2"/>
                    </a:moveTo>
                    <a:cubicBezTo>
                      <a:pt x="83" y="2"/>
                      <a:pt x="83" y="2"/>
                      <a:pt x="83" y="2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3" y="48"/>
                      <a:pt x="2" y="48"/>
                      <a:pt x="1" y="47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6"/>
                      <a:pt x="0" y="46"/>
                      <a:pt x="1" y="46"/>
                    </a:cubicBezTo>
                    <a:cubicBezTo>
                      <a:pt x="80" y="1"/>
                      <a:pt x="80" y="1"/>
                      <a:pt x="80" y="1"/>
                    </a:cubicBezTo>
                    <a:cubicBezTo>
                      <a:pt x="81" y="0"/>
                      <a:pt x="83" y="0"/>
                      <a:pt x="83" y="1"/>
                    </a:cubicBezTo>
                    <a:cubicBezTo>
                      <a:pt x="84" y="1"/>
                      <a:pt x="84" y="1"/>
                      <a:pt x="84" y="2"/>
                    </a:cubicBezTo>
                  </a:path>
                </a:pathLst>
              </a:custGeom>
              <a:solidFill>
                <a:srgbClr val="505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95" name="Freeform 237">
                <a:extLst>
                  <a:ext uri="{FF2B5EF4-FFF2-40B4-BE49-F238E27FC236}">
                    <a16:creationId xmlns:a16="http://schemas.microsoft.com/office/drawing/2014/main" id="{4492CD6B-70D5-4743-91FE-3C28922FE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3" y="3231"/>
                <a:ext cx="607" cy="339"/>
              </a:xfrm>
              <a:custGeom>
                <a:avLst/>
                <a:gdLst>
                  <a:gd name="T0" fmla="*/ 84 w 84"/>
                  <a:gd name="T1" fmla="*/ 1 h 47"/>
                  <a:gd name="T2" fmla="*/ 83 w 84"/>
                  <a:gd name="T3" fmla="*/ 1 h 47"/>
                  <a:gd name="T4" fmla="*/ 4 w 84"/>
                  <a:gd name="T5" fmla="*/ 46 h 47"/>
                  <a:gd name="T6" fmla="*/ 1 w 84"/>
                  <a:gd name="T7" fmla="*/ 46 h 47"/>
                  <a:gd name="T8" fmla="*/ 0 w 84"/>
                  <a:gd name="T9" fmla="*/ 46 h 47"/>
                  <a:gd name="T10" fmla="*/ 1 w 84"/>
                  <a:gd name="T11" fmla="*/ 45 h 47"/>
                  <a:gd name="T12" fmla="*/ 80 w 84"/>
                  <a:gd name="T13" fmla="*/ 0 h 47"/>
                  <a:gd name="T14" fmla="*/ 83 w 84"/>
                  <a:gd name="T15" fmla="*/ 0 h 47"/>
                  <a:gd name="T16" fmla="*/ 84 w 84"/>
                  <a:gd name="T17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47">
                    <a:moveTo>
                      <a:pt x="84" y="1"/>
                    </a:moveTo>
                    <a:cubicBezTo>
                      <a:pt x="83" y="1"/>
                      <a:pt x="83" y="1"/>
                      <a:pt x="83" y="1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3" y="47"/>
                      <a:pt x="2" y="47"/>
                      <a:pt x="1" y="46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1" y="0"/>
                      <a:pt x="83" y="0"/>
                      <a:pt x="83" y="0"/>
                    </a:cubicBezTo>
                    <a:cubicBezTo>
                      <a:pt x="84" y="1"/>
                      <a:pt x="84" y="1"/>
                      <a:pt x="84" y="1"/>
                    </a:cubicBezTo>
                  </a:path>
                </a:pathLst>
              </a:custGeom>
              <a:solidFill>
                <a:srgbClr val="5F67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96" name="Freeform 238">
                <a:extLst>
                  <a:ext uri="{FF2B5EF4-FFF2-40B4-BE49-F238E27FC236}">
                    <a16:creationId xmlns:a16="http://schemas.microsoft.com/office/drawing/2014/main" id="{2A49A446-DA1A-425E-91BD-40F862D0E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0" y="3275"/>
                <a:ext cx="614" cy="346"/>
              </a:xfrm>
              <a:custGeom>
                <a:avLst/>
                <a:gdLst>
                  <a:gd name="T0" fmla="*/ 84 w 85"/>
                  <a:gd name="T1" fmla="*/ 2 h 48"/>
                  <a:gd name="T2" fmla="*/ 84 w 85"/>
                  <a:gd name="T3" fmla="*/ 3 h 48"/>
                  <a:gd name="T4" fmla="*/ 4 w 85"/>
                  <a:gd name="T5" fmla="*/ 48 h 48"/>
                  <a:gd name="T6" fmla="*/ 1 w 85"/>
                  <a:gd name="T7" fmla="*/ 48 h 48"/>
                  <a:gd name="T8" fmla="*/ 1 w 85"/>
                  <a:gd name="T9" fmla="*/ 47 h 48"/>
                  <a:gd name="T10" fmla="*/ 1 w 85"/>
                  <a:gd name="T11" fmla="*/ 46 h 48"/>
                  <a:gd name="T12" fmla="*/ 81 w 85"/>
                  <a:gd name="T13" fmla="*/ 1 h 48"/>
                  <a:gd name="T14" fmla="*/ 84 w 85"/>
                  <a:gd name="T15" fmla="*/ 1 h 48"/>
                  <a:gd name="T16" fmla="*/ 84 w 85"/>
                  <a:gd name="T17" fmla="*/ 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48">
                    <a:moveTo>
                      <a:pt x="84" y="2"/>
                    </a:moveTo>
                    <a:cubicBezTo>
                      <a:pt x="84" y="3"/>
                      <a:pt x="84" y="3"/>
                      <a:pt x="84" y="3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3" y="48"/>
                      <a:pt x="2" y="48"/>
                      <a:pt x="1" y="48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0" y="47"/>
                      <a:pt x="1" y="46"/>
                      <a:pt x="1" y="46"/>
                    </a:cubicBezTo>
                    <a:cubicBezTo>
                      <a:pt x="81" y="1"/>
                      <a:pt x="81" y="1"/>
                      <a:pt x="81" y="1"/>
                    </a:cubicBezTo>
                    <a:cubicBezTo>
                      <a:pt x="82" y="0"/>
                      <a:pt x="83" y="0"/>
                      <a:pt x="84" y="1"/>
                    </a:cubicBezTo>
                    <a:cubicBezTo>
                      <a:pt x="84" y="1"/>
                      <a:pt x="85" y="2"/>
                      <a:pt x="84" y="2"/>
                    </a:cubicBezTo>
                    <a:close/>
                  </a:path>
                </a:pathLst>
              </a:custGeom>
              <a:solidFill>
                <a:srgbClr val="505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97" name="Freeform 239">
                <a:extLst>
                  <a:ext uri="{FF2B5EF4-FFF2-40B4-BE49-F238E27FC236}">
                    <a16:creationId xmlns:a16="http://schemas.microsoft.com/office/drawing/2014/main" id="{1311AA22-00E5-4618-B728-239F9785B3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7" y="3282"/>
                <a:ext cx="599" cy="339"/>
              </a:xfrm>
              <a:custGeom>
                <a:avLst/>
                <a:gdLst>
                  <a:gd name="T0" fmla="*/ 83 w 83"/>
                  <a:gd name="T1" fmla="*/ 1 h 47"/>
                  <a:gd name="T2" fmla="*/ 83 w 83"/>
                  <a:gd name="T3" fmla="*/ 2 h 47"/>
                  <a:gd name="T4" fmla="*/ 3 w 83"/>
                  <a:gd name="T5" fmla="*/ 47 h 47"/>
                  <a:gd name="T6" fmla="*/ 0 w 83"/>
                  <a:gd name="T7" fmla="*/ 47 h 47"/>
                  <a:gd name="T8" fmla="*/ 0 w 83"/>
                  <a:gd name="T9" fmla="*/ 46 h 47"/>
                  <a:gd name="T10" fmla="*/ 0 w 83"/>
                  <a:gd name="T11" fmla="*/ 46 h 47"/>
                  <a:gd name="T12" fmla="*/ 80 w 83"/>
                  <a:gd name="T13" fmla="*/ 1 h 47"/>
                  <a:gd name="T14" fmla="*/ 83 w 83"/>
                  <a:gd name="T15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" h="47">
                    <a:moveTo>
                      <a:pt x="83" y="1"/>
                    </a:moveTo>
                    <a:cubicBezTo>
                      <a:pt x="83" y="2"/>
                      <a:pt x="83" y="2"/>
                      <a:pt x="83" y="2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2" y="47"/>
                      <a:pt x="1" y="47"/>
                      <a:pt x="0" y="47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80" y="1"/>
                      <a:pt x="80" y="1"/>
                      <a:pt x="80" y="1"/>
                    </a:cubicBezTo>
                    <a:cubicBezTo>
                      <a:pt x="81" y="0"/>
                      <a:pt x="82" y="0"/>
                      <a:pt x="83" y="1"/>
                    </a:cubicBezTo>
                    <a:close/>
                  </a:path>
                </a:pathLst>
              </a:custGeom>
              <a:solidFill>
                <a:srgbClr val="5F67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98" name="Freeform 240">
                <a:extLst>
                  <a:ext uri="{FF2B5EF4-FFF2-40B4-BE49-F238E27FC236}">
                    <a16:creationId xmlns:a16="http://schemas.microsoft.com/office/drawing/2014/main" id="{FD8653D3-3B55-4B71-A9E2-4C0EC5F52D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39" y="2287"/>
                <a:ext cx="629" cy="743"/>
              </a:xfrm>
              <a:custGeom>
                <a:avLst/>
                <a:gdLst>
                  <a:gd name="T0" fmla="*/ 85 w 87"/>
                  <a:gd name="T1" fmla="*/ 33 h 103"/>
                  <a:gd name="T2" fmla="*/ 79 w 87"/>
                  <a:gd name="T3" fmla="*/ 29 h 103"/>
                  <a:gd name="T4" fmla="*/ 77 w 87"/>
                  <a:gd name="T5" fmla="*/ 20 h 103"/>
                  <a:gd name="T6" fmla="*/ 81 w 87"/>
                  <a:gd name="T7" fmla="*/ 15 h 103"/>
                  <a:gd name="T8" fmla="*/ 63 w 87"/>
                  <a:gd name="T9" fmla="*/ 4 h 103"/>
                  <a:gd name="T10" fmla="*/ 37 w 87"/>
                  <a:gd name="T11" fmla="*/ 6 h 103"/>
                  <a:gd name="T12" fmla="*/ 0 w 87"/>
                  <a:gd name="T13" fmla="*/ 69 h 103"/>
                  <a:gd name="T14" fmla="*/ 10 w 87"/>
                  <a:gd name="T15" fmla="*/ 93 h 103"/>
                  <a:gd name="T16" fmla="*/ 28 w 87"/>
                  <a:gd name="T17" fmla="*/ 103 h 103"/>
                  <a:gd name="T18" fmla="*/ 31 w 87"/>
                  <a:gd name="T19" fmla="*/ 98 h 103"/>
                  <a:gd name="T20" fmla="*/ 32 w 87"/>
                  <a:gd name="T21" fmla="*/ 98 h 103"/>
                  <a:gd name="T22" fmla="*/ 32 w 87"/>
                  <a:gd name="T23" fmla="*/ 98 h 103"/>
                  <a:gd name="T24" fmla="*/ 42 w 87"/>
                  <a:gd name="T25" fmla="*/ 93 h 103"/>
                  <a:gd name="T26" fmla="*/ 49 w 87"/>
                  <a:gd name="T27" fmla="*/ 88 h 103"/>
                  <a:gd name="T28" fmla="*/ 49 w 87"/>
                  <a:gd name="T29" fmla="*/ 90 h 103"/>
                  <a:gd name="T30" fmla="*/ 54 w 87"/>
                  <a:gd name="T31" fmla="*/ 92 h 103"/>
                  <a:gd name="T32" fmla="*/ 65 w 87"/>
                  <a:gd name="T33" fmla="*/ 86 h 103"/>
                  <a:gd name="T34" fmla="*/ 76 w 87"/>
                  <a:gd name="T35" fmla="*/ 72 h 103"/>
                  <a:gd name="T36" fmla="*/ 82 w 87"/>
                  <a:gd name="T37" fmla="*/ 59 h 103"/>
                  <a:gd name="T38" fmla="*/ 87 w 87"/>
                  <a:gd name="T39" fmla="*/ 44 h 103"/>
                  <a:gd name="T40" fmla="*/ 85 w 87"/>
                  <a:gd name="T41" fmla="*/ 33 h 103"/>
                  <a:gd name="T42" fmla="*/ 54 w 87"/>
                  <a:gd name="T43" fmla="*/ 82 h 103"/>
                  <a:gd name="T44" fmla="*/ 35 w 87"/>
                  <a:gd name="T45" fmla="*/ 77 h 103"/>
                  <a:gd name="T46" fmla="*/ 26 w 87"/>
                  <a:gd name="T47" fmla="*/ 75 h 103"/>
                  <a:gd name="T48" fmla="*/ 25 w 87"/>
                  <a:gd name="T49" fmla="*/ 63 h 103"/>
                  <a:gd name="T50" fmla="*/ 33 w 87"/>
                  <a:gd name="T51" fmla="*/ 41 h 103"/>
                  <a:gd name="T52" fmla="*/ 50 w 87"/>
                  <a:gd name="T53" fmla="*/ 25 h 103"/>
                  <a:gd name="T54" fmla="*/ 55 w 87"/>
                  <a:gd name="T55" fmla="*/ 26 h 103"/>
                  <a:gd name="T56" fmla="*/ 61 w 87"/>
                  <a:gd name="T57" fmla="*/ 33 h 103"/>
                  <a:gd name="T58" fmla="*/ 75 w 87"/>
                  <a:gd name="T59" fmla="*/ 47 h 103"/>
                  <a:gd name="T60" fmla="*/ 54 w 87"/>
                  <a:gd name="T61" fmla="*/ 82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7" h="103">
                    <a:moveTo>
                      <a:pt x="85" y="33"/>
                    </a:moveTo>
                    <a:cubicBezTo>
                      <a:pt x="79" y="29"/>
                      <a:pt x="79" y="29"/>
                      <a:pt x="79" y="29"/>
                    </a:cubicBezTo>
                    <a:cubicBezTo>
                      <a:pt x="79" y="26"/>
                      <a:pt x="78" y="23"/>
                      <a:pt x="77" y="20"/>
                    </a:cubicBezTo>
                    <a:cubicBezTo>
                      <a:pt x="81" y="15"/>
                      <a:pt x="81" y="15"/>
                      <a:pt x="81" y="15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57" y="0"/>
                      <a:pt x="47" y="0"/>
                      <a:pt x="37" y="6"/>
                    </a:cubicBezTo>
                    <a:cubicBezTo>
                      <a:pt x="17" y="18"/>
                      <a:pt x="0" y="46"/>
                      <a:pt x="0" y="69"/>
                    </a:cubicBezTo>
                    <a:cubicBezTo>
                      <a:pt x="0" y="81"/>
                      <a:pt x="4" y="89"/>
                      <a:pt x="10" y="93"/>
                    </a:cubicBezTo>
                    <a:cubicBezTo>
                      <a:pt x="28" y="103"/>
                      <a:pt x="28" y="103"/>
                      <a:pt x="28" y="103"/>
                    </a:cubicBezTo>
                    <a:cubicBezTo>
                      <a:pt x="31" y="98"/>
                      <a:pt x="31" y="98"/>
                      <a:pt x="31" y="98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5" y="97"/>
                      <a:pt x="38" y="95"/>
                      <a:pt x="42" y="93"/>
                    </a:cubicBezTo>
                    <a:cubicBezTo>
                      <a:pt x="44" y="92"/>
                      <a:pt x="47" y="90"/>
                      <a:pt x="49" y="88"/>
                    </a:cubicBezTo>
                    <a:cubicBezTo>
                      <a:pt x="49" y="90"/>
                      <a:pt x="49" y="90"/>
                      <a:pt x="49" y="90"/>
                    </a:cubicBezTo>
                    <a:cubicBezTo>
                      <a:pt x="49" y="90"/>
                      <a:pt x="53" y="92"/>
                      <a:pt x="54" y="92"/>
                    </a:cubicBezTo>
                    <a:cubicBezTo>
                      <a:pt x="55" y="92"/>
                      <a:pt x="63" y="86"/>
                      <a:pt x="65" y="86"/>
                    </a:cubicBezTo>
                    <a:cubicBezTo>
                      <a:pt x="66" y="85"/>
                      <a:pt x="75" y="73"/>
                      <a:pt x="76" y="72"/>
                    </a:cubicBezTo>
                    <a:cubicBezTo>
                      <a:pt x="76" y="70"/>
                      <a:pt x="81" y="61"/>
                      <a:pt x="82" y="59"/>
                    </a:cubicBezTo>
                    <a:cubicBezTo>
                      <a:pt x="83" y="57"/>
                      <a:pt x="87" y="44"/>
                      <a:pt x="87" y="44"/>
                    </a:cubicBezTo>
                    <a:cubicBezTo>
                      <a:pt x="87" y="44"/>
                      <a:pt x="85" y="33"/>
                      <a:pt x="85" y="33"/>
                    </a:cubicBezTo>
                    <a:close/>
                    <a:moveTo>
                      <a:pt x="54" y="82"/>
                    </a:moveTo>
                    <a:cubicBezTo>
                      <a:pt x="45" y="88"/>
                      <a:pt x="37" y="85"/>
                      <a:pt x="35" y="77"/>
                    </a:cubicBezTo>
                    <a:cubicBezTo>
                      <a:pt x="32" y="78"/>
                      <a:pt x="28" y="77"/>
                      <a:pt x="26" y="75"/>
                    </a:cubicBezTo>
                    <a:cubicBezTo>
                      <a:pt x="25" y="69"/>
                      <a:pt x="25" y="63"/>
                      <a:pt x="25" y="63"/>
                    </a:cubicBezTo>
                    <a:cubicBezTo>
                      <a:pt x="26" y="63"/>
                      <a:pt x="33" y="41"/>
                      <a:pt x="33" y="41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8" y="27"/>
                      <a:pt x="60" y="30"/>
                      <a:pt x="61" y="33"/>
                    </a:cubicBezTo>
                    <a:cubicBezTo>
                      <a:pt x="69" y="32"/>
                      <a:pt x="75" y="38"/>
                      <a:pt x="75" y="47"/>
                    </a:cubicBezTo>
                    <a:cubicBezTo>
                      <a:pt x="74" y="60"/>
                      <a:pt x="65" y="76"/>
                      <a:pt x="54" y="82"/>
                    </a:cubicBezTo>
                    <a:close/>
                  </a:path>
                </a:pathLst>
              </a:custGeom>
              <a:solidFill>
                <a:srgbClr val="242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699" name="Freeform 241">
                <a:extLst>
                  <a:ext uri="{FF2B5EF4-FFF2-40B4-BE49-F238E27FC236}">
                    <a16:creationId xmlns:a16="http://schemas.microsoft.com/office/drawing/2014/main" id="{9042C4CA-7787-4239-92E8-9C4A04E384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69" y="2359"/>
                <a:ext cx="527" cy="707"/>
              </a:xfrm>
              <a:custGeom>
                <a:avLst/>
                <a:gdLst>
                  <a:gd name="T0" fmla="*/ 63 w 73"/>
                  <a:gd name="T1" fmla="*/ 5 h 98"/>
                  <a:gd name="T2" fmla="*/ 37 w 73"/>
                  <a:gd name="T3" fmla="*/ 7 h 98"/>
                  <a:gd name="T4" fmla="*/ 0 w 73"/>
                  <a:gd name="T5" fmla="*/ 70 h 98"/>
                  <a:gd name="T6" fmla="*/ 10 w 73"/>
                  <a:gd name="T7" fmla="*/ 93 h 98"/>
                  <a:gd name="T8" fmla="*/ 36 w 73"/>
                  <a:gd name="T9" fmla="*/ 91 h 98"/>
                  <a:gd name="T10" fmla="*/ 73 w 73"/>
                  <a:gd name="T11" fmla="*/ 28 h 98"/>
                  <a:gd name="T12" fmla="*/ 63 w 73"/>
                  <a:gd name="T13" fmla="*/ 5 h 98"/>
                  <a:gd name="T14" fmla="*/ 36 w 73"/>
                  <a:gd name="T15" fmla="*/ 72 h 98"/>
                  <a:gd name="T16" fmla="*/ 16 w 73"/>
                  <a:gd name="T17" fmla="*/ 61 h 98"/>
                  <a:gd name="T18" fmla="*/ 36 w 73"/>
                  <a:gd name="T19" fmla="*/ 26 h 98"/>
                  <a:gd name="T20" fmla="*/ 57 w 73"/>
                  <a:gd name="T21" fmla="*/ 37 h 98"/>
                  <a:gd name="T22" fmla="*/ 36 w 73"/>
                  <a:gd name="T23" fmla="*/ 72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3" h="98">
                    <a:moveTo>
                      <a:pt x="63" y="5"/>
                    </a:moveTo>
                    <a:cubicBezTo>
                      <a:pt x="56" y="0"/>
                      <a:pt x="47" y="1"/>
                      <a:pt x="37" y="7"/>
                    </a:cubicBezTo>
                    <a:cubicBezTo>
                      <a:pt x="16" y="18"/>
                      <a:pt x="0" y="47"/>
                      <a:pt x="0" y="70"/>
                    </a:cubicBezTo>
                    <a:cubicBezTo>
                      <a:pt x="0" y="81"/>
                      <a:pt x="3" y="89"/>
                      <a:pt x="10" y="93"/>
                    </a:cubicBezTo>
                    <a:cubicBezTo>
                      <a:pt x="16" y="98"/>
                      <a:pt x="26" y="97"/>
                      <a:pt x="36" y="91"/>
                    </a:cubicBezTo>
                    <a:cubicBezTo>
                      <a:pt x="56" y="80"/>
                      <a:pt x="73" y="51"/>
                      <a:pt x="73" y="28"/>
                    </a:cubicBezTo>
                    <a:cubicBezTo>
                      <a:pt x="73" y="17"/>
                      <a:pt x="69" y="9"/>
                      <a:pt x="63" y="5"/>
                    </a:cubicBezTo>
                    <a:close/>
                    <a:moveTo>
                      <a:pt x="36" y="72"/>
                    </a:moveTo>
                    <a:cubicBezTo>
                      <a:pt x="25" y="79"/>
                      <a:pt x="16" y="73"/>
                      <a:pt x="16" y="61"/>
                    </a:cubicBezTo>
                    <a:cubicBezTo>
                      <a:pt x="16" y="48"/>
                      <a:pt x="25" y="32"/>
                      <a:pt x="36" y="26"/>
                    </a:cubicBezTo>
                    <a:cubicBezTo>
                      <a:pt x="48" y="19"/>
                      <a:pt x="57" y="25"/>
                      <a:pt x="57" y="37"/>
                    </a:cubicBezTo>
                    <a:cubicBezTo>
                      <a:pt x="57" y="50"/>
                      <a:pt x="47" y="66"/>
                      <a:pt x="36" y="72"/>
                    </a:cubicBezTo>
                    <a:close/>
                  </a:path>
                </a:pathLst>
              </a:custGeom>
              <a:solidFill>
                <a:srgbClr val="19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00" name="Freeform 242">
                <a:extLst>
                  <a:ext uri="{FF2B5EF4-FFF2-40B4-BE49-F238E27FC236}">
                    <a16:creationId xmlns:a16="http://schemas.microsoft.com/office/drawing/2014/main" id="{1E288E93-DC41-4B63-89CA-1A95FA165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0" y="2518"/>
                <a:ext cx="101" cy="151"/>
              </a:xfrm>
              <a:custGeom>
                <a:avLst/>
                <a:gdLst>
                  <a:gd name="T0" fmla="*/ 14 w 14"/>
                  <a:gd name="T1" fmla="*/ 15 h 21"/>
                  <a:gd name="T2" fmla="*/ 13 w 14"/>
                  <a:gd name="T3" fmla="*/ 21 h 21"/>
                  <a:gd name="T4" fmla="*/ 1 w 14"/>
                  <a:gd name="T5" fmla="*/ 13 h 21"/>
                  <a:gd name="T6" fmla="*/ 1 w 14"/>
                  <a:gd name="T7" fmla="*/ 8 h 21"/>
                  <a:gd name="T8" fmla="*/ 0 w 14"/>
                  <a:gd name="T9" fmla="*/ 1 h 21"/>
                  <a:gd name="T10" fmla="*/ 14 w 14"/>
                  <a:gd name="T11" fmla="*/ 1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1">
                    <a:moveTo>
                      <a:pt x="14" y="15"/>
                    </a:moveTo>
                    <a:cubicBezTo>
                      <a:pt x="14" y="17"/>
                      <a:pt x="13" y="19"/>
                      <a:pt x="13" y="21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1"/>
                      <a:pt x="1" y="9"/>
                      <a:pt x="1" y="8"/>
                    </a:cubicBezTo>
                    <a:cubicBezTo>
                      <a:pt x="1" y="6"/>
                      <a:pt x="1" y="3"/>
                      <a:pt x="0" y="1"/>
                    </a:cubicBezTo>
                    <a:cubicBezTo>
                      <a:pt x="8" y="0"/>
                      <a:pt x="14" y="6"/>
                      <a:pt x="14" y="15"/>
                    </a:cubicBezTo>
                    <a:close/>
                  </a:path>
                </a:pathLst>
              </a:custGeom>
              <a:solidFill>
                <a:srgbClr val="8592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01" name="Freeform 243">
                <a:extLst>
                  <a:ext uri="{FF2B5EF4-FFF2-40B4-BE49-F238E27FC236}">
                    <a16:creationId xmlns:a16="http://schemas.microsoft.com/office/drawing/2014/main" id="{51885F67-E8BC-4D89-84D8-65256ADE7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4" y="2612"/>
                <a:ext cx="130" cy="158"/>
              </a:xfrm>
              <a:custGeom>
                <a:avLst/>
                <a:gdLst>
                  <a:gd name="T0" fmla="*/ 18 w 18"/>
                  <a:gd name="T1" fmla="*/ 8 h 22"/>
                  <a:gd name="T2" fmla="*/ 13 w 18"/>
                  <a:gd name="T3" fmla="*/ 22 h 22"/>
                  <a:gd name="T4" fmla="*/ 0 w 18"/>
                  <a:gd name="T5" fmla="*/ 15 h 22"/>
                  <a:gd name="T6" fmla="*/ 6 w 18"/>
                  <a:gd name="T7" fmla="*/ 0 h 22"/>
                  <a:gd name="T8" fmla="*/ 18 w 18"/>
                  <a:gd name="T9" fmla="*/ 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2">
                    <a:moveTo>
                      <a:pt x="18" y="8"/>
                    </a:moveTo>
                    <a:cubicBezTo>
                      <a:pt x="17" y="13"/>
                      <a:pt x="15" y="17"/>
                      <a:pt x="13" y="22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3" y="10"/>
                      <a:pt x="5" y="5"/>
                      <a:pt x="6" y="0"/>
                    </a:cubicBezTo>
                    <a:lnTo>
                      <a:pt x="18" y="8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02" name="Freeform 244">
                <a:extLst>
                  <a:ext uri="{FF2B5EF4-FFF2-40B4-BE49-F238E27FC236}">
                    <a16:creationId xmlns:a16="http://schemas.microsoft.com/office/drawing/2014/main" id="{D6B1BEC3-970B-4BA8-A1DC-4141FFFFA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1" y="2792"/>
                <a:ext cx="159" cy="93"/>
              </a:xfrm>
              <a:custGeom>
                <a:avLst/>
                <a:gdLst>
                  <a:gd name="T0" fmla="*/ 22 w 22"/>
                  <a:gd name="T1" fmla="*/ 7 h 13"/>
                  <a:gd name="T2" fmla="*/ 15 w 22"/>
                  <a:gd name="T3" fmla="*/ 12 h 13"/>
                  <a:gd name="T4" fmla="*/ 13 w 22"/>
                  <a:gd name="T5" fmla="*/ 13 h 13"/>
                  <a:gd name="T6" fmla="*/ 0 w 22"/>
                  <a:gd name="T7" fmla="*/ 6 h 13"/>
                  <a:gd name="T8" fmla="*/ 3 w 22"/>
                  <a:gd name="T9" fmla="*/ 4 h 13"/>
                  <a:gd name="T10" fmla="*/ 9 w 22"/>
                  <a:gd name="T11" fmla="*/ 0 h 13"/>
                  <a:gd name="T12" fmla="*/ 22 w 22"/>
                  <a:gd name="T13" fmla="*/ 7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13">
                    <a:moveTo>
                      <a:pt x="22" y="7"/>
                    </a:moveTo>
                    <a:cubicBezTo>
                      <a:pt x="20" y="9"/>
                      <a:pt x="17" y="11"/>
                      <a:pt x="15" y="12"/>
                    </a:cubicBezTo>
                    <a:cubicBezTo>
                      <a:pt x="15" y="13"/>
                      <a:pt x="14" y="13"/>
                      <a:pt x="13" y="13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4"/>
                    </a:cubicBezTo>
                    <a:cubicBezTo>
                      <a:pt x="5" y="3"/>
                      <a:pt x="7" y="2"/>
                      <a:pt x="9" y="0"/>
                    </a:cubicBezTo>
                    <a:lnTo>
                      <a:pt x="22" y="7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03" name="Freeform 245">
                <a:extLst>
                  <a:ext uri="{FF2B5EF4-FFF2-40B4-BE49-F238E27FC236}">
                    <a16:creationId xmlns:a16="http://schemas.microsoft.com/office/drawing/2014/main" id="{10CDF378-F626-4F8C-B2DB-C4436C5B2D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2" y="2835"/>
                <a:ext cx="123" cy="79"/>
              </a:xfrm>
              <a:custGeom>
                <a:avLst/>
                <a:gdLst>
                  <a:gd name="T0" fmla="*/ 17 w 17"/>
                  <a:gd name="T1" fmla="*/ 7 h 11"/>
                  <a:gd name="T2" fmla="*/ 0 w 17"/>
                  <a:gd name="T3" fmla="*/ 1 h 11"/>
                  <a:gd name="T4" fmla="*/ 4 w 17"/>
                  <a:gd name="T5" fmla="*/ 0 h 11"/>
                  <a:gd name="T6" fmla="*/ 17 w 17"/>
                  <a:gd name="T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17" y="7"/>
                    </a:moveTo>
                    <a:cubicBezTo>
                      <a:pt x="9" y="11"/>
                      <a:pt x="2" y="8"/>
                      <a:pt x="0" y="1"/>
                    </a:cubicBezTo>
                    <a:cubicBezTo>
                      <a:pt x="1" y="1"/>
                      <a:pt x="3" y="0"/>
                      <a:pt x="4" y="0"/>
                    </a:cubicBezTo>
                    <a:lnTo>
                      <a:pt x="17" y="7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04" name="Freeform 246">
                <a:extLst>
                  <a:ext uri="{FF2B5EF4-FFF2-40B4-BE49-F238E27FC236}">
                    <a16:creationId xmlns:a16="http://schemas.microsoft.com/office/drawing/2014/main" id="{97A1D9EF-6A3A-4170-960D-E6A2D4A04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6" y="2763"/>
                <a:ext cx="115" cy="79"/>
              </a:xfrm>
              <a:custGeom>
                <a:avLst/>
                <a:gdLst>
                  <a:gd name="T0" fmla="*/ 16 w 16"/>
                  <a:gd name="T1" fmla="*/ 8 h 11"/>
                  <a:gd name="T2" fmla="*/ 13 w 16"/>
                  <a:gd name="T3" fmla="*/ 11 h 11"/>
                  <a:gd name="T4" fmla="*/ 0 w 16"/>
                  <a:gd name="T5" fmla="*/ 4 h 11"/>
                  <a:gd name="T6" fmla="*/ 3 w 16"/>
                  <a:gd name="T7" fmla="*/ 0 h 11"/>
                  <a:gd name="T8" fmla="*/ 16 w 16"/>
                  <a:gd name="T9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1">
                    <a:moveTo>
                      <a:pt x="16" y="8"/>
                    </a:moveTo>
                    <a:cubicBezTo>
                      <a:pt x="15" y="9"/>
                      <a:pt x="14" y="10"/>
                      <a:pt x="13" y="1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3"/>
                      <a:pt x="2" y="2"/>
                      <a:pt x="3" y="0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05" name="Freeform 247">
                <a:extLst>
                  <a:ext uri="{FF2B5EF4-FFF2-40B4-BE49-F238E27FC236}">
                    <a16:creationId xmlns:a16="http://schemas.microsoft.com/office/drawing/2014/main" id="{D683A70B-990A-4B00-AF00-5CCD7E79D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8" y="2720"/>
                <a:ext cx="130" cy="101"/>
              </a:xfrm>
              <a:custGeom>
                <a:avLst/>
                <a:gdLst>
                  <a:gd name="T0" fmla="*/ 18 w 18"/>
                  <a:gd name="T1" fmla="*/ 7 h 14"/>
                  <a:gd name="T2" fmla="*/ 13 w 18"/>
                  <a:gd name="T3" fmla="*/ 14 h 14"/>
                  <a:gd name="T4" fmla="*/ 0 w 18"/>
                  <a:gd name="T5" fmla="*/ 6 h 14"/>
                  <a:gd name="T6" fmla="*/ 5 w 18"/>
                  <a:gd name="T7" fmla="*/ 0 h 14"/>
                  <a:gd name="T8" fmla="*/ 18 w 18"/>
                  <a:gd name="T9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4">
                    <a:moveTo>
                      <a:pt x="18" y="7"/>
                    </a:moveTo>
                    <a:cubicBezTo>
                      <a:pt x="16" y="9"/>
                      <a:pt x="15" y="12"/>
                      <a:pt x="13" y="1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4"/>
                      <a:pt x="4" y="2"/>
                      <a:pt x="5" y="0"/>
                    </a:cubicBezTo>
                    <a:lnTo>
                      <a:pt x="18" y="7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06" name="Freeform 248">
                <a:extLst>
                  <a:ext uri="{FF2B5EF4-FFF2-40B4-BE49-F238E27FC236}">
                    <a16:creationId xmlns:a16="http://schemas.microsoft.com/office/drawing/2014/main" id="{8F6AC4F2-95CC-4F8D-AC94-0E714326C6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1" y="2540"/>
                <a:ext cx="22" cy="317"/>
              </a:xfrm>
              <a:custGeom>
                <a:avLst/>
                <a:gdLst>
                  <a:gd name="T0" fmla="*/ 3 w 3"/>
                  <a:gd name="T1" fmla="*/ 0 h 44"/>
                  <a:gd name="T2" fmla="*/ 2 w 3"/>
                  <a:gd name="T3" fmla="*/ 43 h 44"/>
                  <a:gd name="T4" fmla="*/ 0 w 3"/>
                  <a:gd name="T5" fmla="*/ 44 h 44"/>
                  <a:gd name="T6" fmla="*/ 0 w 3"/>
                  <a:gd name="T7" fmla="*/ 2 h 44"/>
                  <a:gd name="T8" fmla="*/ 2 w 3"/>
                  <a:gd name="T9" fmla="*/ 1 h 44"/>
                  <a:gd name="T10" fmla="*/ 3 w 3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4">
                    <a:moveTo>
                      <a:pt x="3" y="0"/>
                    </a:moveTo>
                    <a:cubicBezTo>
                      <a:pt x="2" y="43"/>
                      <a:pt x="2" y="43"/>
                      <a:pt x="2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1"/>
                      <a:pt x="2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07" name="Freeform 249">
                <a:extLst>
                  <a:ext uri="{FF2B5EF4-FFF2-40B4-BE49-F238E27FC236}">
                    <a16:creationId xmlns:a16="http://schemas.microsoft.com/office/drawing/2014/main" id="{86FC9E47-5E63-48F4-B4C9-AB9ED9BFD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6" y="2626"/>
                <a:ext cx="188" cy="123"/>
              </a:xfrm>
              <a:custGeom>
                <a:avLst/>
                <a:gdLst>
                  <a:gd name="T0" fmla="*/ 26 w 26"/>
                  <a:gd name="T1" fmla="*/ 14 h 17"/>
                  <a:gd name="T2" fmla="*/ 25 w 26"/>
                  <a:gd name="T3" fmla="*/ 17 h 17"/>
                  <a:gd name="T4" fmla="*/ 15 w 26"/>
                  <a:gd name="T5" fmla="*/ 12 h 17"/>
                  <a:gd name="T6" fmla="*/ 12 w 26"/>
                  <a:gd name="T7" fmla="*/ 10 h 17"/>
                  <a:gd name="T8" fmla="*/ 10 w 26"/>
                  <a:gd name="T9" fmla="*/ 9 h 17"/>
                  <a:gd name="T10" fmla="*/ 10 w 26"/>
                  <a:gd name="T11" fmla="*/ 9 h 17"/>
                  <a:gd name="T12" fmla="*/ 9 w 26"/>
                  <a:gd name="T13" fmla="*/ 8 h 17"/>
                  <a:gd name="T14" fmla="*/ 9 w 26"/>
                  <a:gd name="T15" fmla="*/ 8 h 17"/>
                  <a:gd name="T16" fmla="*/ 8 w 26"/>
                  <a:gd name="T17" fmla="*/ 7 h 17"/>
                  <a:gd name="T18" fmla="*/ 4 w 26"/>
                  <a:gd name="T19" fmla="*/ 5 h 17"/>
                  <a:gd name="T20" fmla="*/ 3 w 26"/>
                  <a:gd name="T21" fmla="*/ 4 h 17"/>
                  <a:gd name="T22" fmla="*/ 1 w 26"/>
                  <a:gd name="T23" fmla="*/ 4 h 17"/>
                  <a:gd name="T24" fmla="*/ 0 w 26"/>
                  <a:gd name="T25" fmla="*/ 3 h 17"/>
                  <a:gd name="T26" fmla="*/ 2 w 26"/>
                  <a:gd name="T27" fmla="*/ 0 h 17"/>
                  <a:gd name="T28" fmla="*/ 3 w 26"/>
                  <a:gd name="T29" fmla="*/ 1 h 17"/>
                  <a:gd name="T30" fmla="*/ 4 w 26"/>
                  <a:gd name="T31" fmla="*/ 2 h 17"/>
                  <a:gd name="T32" fmla="*/ 6 w 26"/>
                  <a:gd name="T33" fmla="*/ 2 h 17"/>
                  <a:gd name="T34" fmla="*/ 9 w 26"/>
                  <a:gd name="T35" fmla="*/ 5 h 17"/>
                  <a:gd name="T36" fmla="*/ 10 w 26"/>
                  <a:gd name="T37" fmla="*/ 5 h 17"/>
                  <a:gd name="T38" fmla="*/ 11 w 26"/>
                  <a:gd name="T39" fmla="*/ 6 h 17"/>
                  <a:gd name="T40" fmla="*/ 12 w 26"/>
                  <a:gd name="T41" fmla="*/ 6 h 17"/>
                  <a:gd name="T42" fmla="*/ 12 w 26"/>
                  <a:gd name="T43" fmla="*/ 6 h 17"/>
                  <a:gd name="T44" fmla="*/ 13 w 26"/>
                  <a:gd name="T45" fmla="*/ 7 h 17"/>
                  <a:gd name="T46" fmla="*/ 17 w 26"/>
                  <a:gd name="T47" fmla="*/ 9 h 17"/>
                  <a:gd name="T48" fmla="*/ 26 w 26"/>
                  <a:gd name="T49" fmla="*/ 14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" h="17">
                    <a:moveTo>
                      <a:pt x="26" y="14"/>
                    </a:moveTo>
                    <a:cubicBezTo>
                      <a:pt x="25" y="17"/>
                      <a:pt x="25" y="17"/>
                      <a:pt x="25" y="17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26" y="14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08" name="Freeform 250">
                <a:extLst>
                  <a:ext uri="{FF2B5EF4-FFF2-40B4-BE49-F238E27FC236}">
                    <a16:creationId xmlns:a16="http://schemas.microsoft.com/office/drawing/2014/main" id="{27569CE1-58ED-4CAD-AED1-50B2250EC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3" y="2583"/>
                <a:ext cx="275" cy="173"/>
              </a:xfrm>
              <a:custGeom>
                <a:avLst/>
                <a:gdLst>
                  <a:gd name="T0" fmla="*/ 38 w 38"/>
                  <a:gd name="T1" fmla="*/ 0 h 24"/>
                  <a:gd name="T2" fmla="*/ 38 w 38"/>
                  <a:gd name="T3" fmla="*/ 2 h 24"/>
                  <a:gd name="T4" fmla="*/ 24 w 38"/>
                  <a:gd name="T5" fmla="*/ 10 h 24"/>
                  <a:gd name="T6" fmla="*/ 19 w 38"/>
                  <a:gd name="T7" fmla="*/ 13 h 24"/>
                  <a:gd name="T8" fmla="*/ 18 w 38"/>
                  <a:gd name="T9" fmla="*/ 14 h 24"/>
                  <a:gd name="T10" fmla="*/ 17 w 38"/>
                  <a:gd name="T11" fmla="*/ 14 h 24"/>
                  <a:gd name="T12" fmla="*/ 16 w 38"/>
                  <a:gd name="T13" fmla="*/ 15 h 24"/>
                  <a:gd name="T14" fmla="*/ 15 w 38"/>
                  <a:gd name="T15" fmla="*/ 15 h 24"/>
                  <a:gd name="T16" fmla="*/ 14 w 38"/>
                  <a:gd name="T17" fmla="*/ 16 h 24"/>
                  <a:gd name="T18" fmla="*/ 8 w 38"/>
                  <a:gd name="T19" fmla="*/ 19 h 24"/>
                  <a:gd name="T20" fmla="*/ 4 w 38"/>
                  <a:gd name="T21" fmla="*/ 21 h 24"/>
                  <a:gd name="T22" fmla="*/ 2 w 38"/>
                  <a:gd name="T23" fmla="*/ 22 h 24"/>
                  <a:gd name="T24" fmla="*/ 0 w 38"/>
                  <a:gd name="T25" fmla="*/ 24 h 24"/>
                  <a:gd name="T26" fmla="*/ 0 w 38"/>
                  <a:gd name="T27" fmla="*/ 23 h 24"/>
                  <a:gd name="T28" fmla="*/ 1 w 38"/>
                  <a:gd name="T29" fmla="*/ 21 h 24"/>
                  <a:gd name="T30" fmla="*/ 3 w 38"/>
                  <a:gd name="T31" fmla="*/ 19 h 24"/>
                  <a:gd name="T32" fmla="*/ 5 w 38"/>
                  <a:gd name="T33" fmla="*/ 18 h 24"/>
                  <a:gd name="T34" fmla="*/ 9 w 38"/>
                  <a:gd name="T35" fmla="*/ 16 h 24"/>
                  <a:gd name="T36" fmla="*/ 14 w 38"/>
                  <a:gd name="T37" fmla="*/ 13 h 24"/>
                  <a:gd name="T38" fmla="*/ 15 w 38"/>
                  <a:gd name="T39" fmla="*/ 12 h 24"/>
                  <a:gd name="T40" fmla="*/ 16 w 38"/>
                  <a:gd name="T41" fmla="*/ 12 h 24"/>
                  <a:gd name="T42" fmla="*/ 17 w 38"/>
                  <a:gd name="T43" fmla="*/ 12 h 24"/>
                  <a:gd name="T44" fmla="*/ 18 w 38"/>
                  <a:gd name="T45" fmla="*/ 11 h 24"/>
                  <a:gd name="T46" fmla="*/ 19 w 38"/>
                  <a:gd name="T47" fmla="*/ 10 h 24"/>
                  <a:gd name="T48" fmla="*/ 24 w 38"/>
                  <a:gd name="T49" fmla="*/ 7 h 24"/>
                  <a:gd name="T50" fmla="*/ 38 w 38"/>
                  <a:gd name="T5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8" h="24">
                    <a:moveTo>
                      <a:pt x="38" y="0"/>
                    </a:moveTo>
                    <a:cubicBezTo>
                      <a:pt x="38" y="2"/>
                      <a:pt x="38" y="2"/>
                      <a:pt x="38" y="2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" y="22"/>
                      <a:pt x="1" y="21"/>
                      <a:pt x="1" y="21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24" y="7"/>
                      <a:pt x="24" y="7"/>
                      <a:pt x="24" y="7"/>
                    </a:cubicBez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09" name="Freeform 251">
                <a:extLst>
                  <a:ext uri="{FF2B5EF4-FFF2-40B4-BE49-F238E27FC236}">
                    <a16:creationId xmlns:a16="http://schemas.microsoft.com/office/drawing/2014/main" id="{AC874D8C-67C0-416A-A1DD-1D9033392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3" y="2489"/>
                <a:ext cx="231" cy="382"/>
              </a:xfrm>
              <a:custGeom>
                <a:avLst/>
                <a:gdLst>
                  <a:gd name="T0" fmla="*/ 32 w 32"/>
                  <a:gd name="T1" fmla="*/ 1 h 53"/>
                  <a:gd name="T2" fmla="*/ 30 w 32"/>
                  <a:gd name="T3" fmla="*/ 5 h 53"/>
                  <a:gd name="T4" fmla="*/ 23 w 32"/>
                  <a:gd name="T5" fmla="*/ 17 h 53"/>
                  <a:gd name="T6" fmla="*/ 19 w 32"/>
                  <a:gd name="T7" fmla="*/ 23 h 53"/>
                  <a:gd name="T8" fmla="*/ 18 w 32"/>
                  <a:gd name="T9" fmla="*/ 25 h 53"/>
                  <a:gd name="T10" fmla="*/ 18 w 32"/>
                  <a:gd name="T11" fmla="*/ 26 h 53"/>
                  <a:gd name="T12" fmla="*/ 17 w 32"/>
                  <a:gd name="T13" fmla="*/ 27 h 53"/>
                  <a:gd name="T14" fmla="*/ 16 w 32"/>
                  <a:gd name="T15" fmla="*/ 28 h 53"/>
                  <a:gd name="T16" fmla="*/ 15 w 32"/>
                  <a:gd name="T17" fmla="*/ 30 h 53"/>
                  <a:gd name="T18" fmla="*/ 12 w 32"/>
                  <a:gd name="T19" fmla="*/ 36 h 53"/>
                  <a:gd name="T20" fmla="*/ 4 w 32"/>
                  <a:gd name="T21" fmla="*/ 49 h 53"/>
                  <a:gd name="T22" fmla="*/ 2 w 32"/>
                  <a:gd name="T23" fmla="*/ 53 h 53"/>
                  <a:gd name="T24" fmla="*/ 0 w 32"/>
                  <a:gd name="T25" fmla="*/ 52 h 53"/>
                  <a:gd name="T26" fmla="*/ 3 w 32"/>
                  <a:gd name="T27" fmla="*/ 47 h 53"/>
                  <a:gd name="T28" fmla="*/ 10 w 32"/>
                  <a:gd name="T29" fmla="*/ 35 h 53"/>
                  <a:gd name="T30" fmla="*/ 14 w 32"/>
                  <a:gd name="T31" fmla="*/ 29 h 53"/>
                  <a:gd name="T32" fmla="*/ 15 w 32"/>
                  <a:gd name="T33" fmla="*/ 27 h 53"/>
                  <a:gd name="T34" fmla="*/ 15 w 32"/>
                  <a:gd name="T35" fmla="*/ 26 h 53"/>
                  <a:gd name="T36" fmla="*/ 16 w 32"/>
                  <a:gd name="T37" fmla="*/ 25 h 53"/>
                  <a:gd name="T38" fmla="*/ 16 w 32"/>
                  <a:gd name="T39" fmla="*/ 24 h 53"/>
                  <a:gd name="T40" fmla="*/ 18 w 32"/>
                  <a:gd name="T41" fmla="*/ 22 h 53"/>
                  <a:gd name="T42" fmla="*/ 21 w 32"/>
                  <a:gd name="T43" fmla="*/ 16 h 53"/>
                  <a:gd name="T44" fmla="*/ 27 w 32"/>
                  <a:gd name="T45" fmla="*/ 6 h 53"/>
                  <a:gd name="T46" fmla="*/ 30 w 32"/>
                  <a:gd name="T47" fmla="*/ 0 h 53"/>
                  <a:gd name="T48" fmla="*/ 32 w 32"/>
                  <a:gd name="T49" fmla="*/ 0 h 53"/>
                  <a:gd name="T50" fmla="*/ 32 w 32"/>
                  <a:gd name="T51" fmla="*/ 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2" h="53">
                    <a:moveTo>
                      <a:pt x="32" y="1"/>
                    </a:moveTo>
                    <a:cubicBezTo>
                      <a:pt x="30" y="5"/>
                      <a:pt x="30" y="5"/>
                      <a:pt x="30" y="5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0"/>
                      <a:pt x="31" y="0"/>
                      <a:pt x="32" y="0"/>
                    </a:cubicBezTo>
                    <a:lnTo>
                      <a:pt x="32" y="1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10" name="Freeform 252">
                <a:extLst>
                  <a:ext uri="{FF2B5EF4-FFF2-40B4-BE49-F238E27FC236}">
                    <a16:creationId xmlns:a16="http://schemas.microsoft.com/office/drawing/2014/main" id="{987F9A01-C4DC-4290-889D-EB47DE18B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1" y="2590"/>
                <a:ext cx="115" cy="173"/>
              </a:xfrm>
              <a:custGeom>
                <a:avLst/>
                <a:gdLst>
                  <a:gd name="T0" fmla="*/ 16 w 16"/>
                  <a:gd name="T1" fmla="*/ 8 h 24"/>
                  <a:gd name="T2" fmla="*/ 8 w 16"/>
                  <a:gd name="T3" fmla="*/ 21 h 24"/>
                  <a:gd name="T4" fmla="*/ 0 w 16"/>
                  <a:gd name="T5" fmla="*/ 17 h 24"/>
                  <a:gd name="T6" fmla="*/ 8 w 16"/>
                  <a:gd name="T7" fmla="*/ 3 h 24"/>
                  <a:gd name="T8" fmla="*/ 16 w 16"/>
                  <a:gd name="T9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4">
                    <a:moveTo>
                      <a:pt x="16" y="8"/>
                    </a:moveTo>
                    <a:cubicBezTo>
                      <a:pt x="16" y="13"/>
                      <a:pt x="13" y="19"/>
                      <a:pt x="8" y="21"/>
                    </a:cubicBezTo>
                    <a:cubicBezTo>
                      <a:pt x="4" y="24"/>
                      <a:pt x="0" y="22"/>
                      <a:pt x="0" y="17"/>
                    </a:cubicBezTo>
                    <a:cubicBezTo>
                      <a:pt x="0" y="12"/>
                      <a:pt x="4" y="5"/>
                      <a:pt x="8" y="3"/>
                    </a:cubicBezTo>
                    <a:cubicBezTo>
                      <a:pt x="13" y="0"/>
                      <a:pt x="16" y="2"/>
                      <a:pt x="16" y="8"/>
                    </a:cubicBez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11" name="Freeform 253">
                <a:extLst>
                  <a:ext uri="{FF2B5EF4-FFF2-40B4-BE49-F238E27FC236}">
                    <a16:creationId xmlns:a16="http://schemas.microsoft.com/office/drawing/2014/main" id="{C1ECC9AD-FBAD-4EFE-A486-937EFD491B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1" y="2583"/>
                <a:ext cx="44" cy="36"/>
              </a:xfrm>
              <a:custGeom>
                <a:avLst/>
                <a:gdLst>
                  <a:gd name="T0" fmla="*/ 37 w 44"/>
                  <a:gd name="T1" fmla="*/ 0 h 36"/>
                  <a:gd name="T2" fmla="*/ 44 w 44"/>
                  <a:gd name="T3" fmla="*/ 7 h 36"/>
                  <a:gd name="T4" fmla="*/ 0 w 44"/>
                  <a:gd name="T5" fmla="*/ 36 h 36"/>
                  <a:gd name="T6" fmla="*/ 37 w 44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36">
                    <a:moveTo>
                      <a:pt x="37" y="0"/>
                    </a:moveTo>
                    <a:lnTo>
                      <a:pt x="44" y="7"/>
                    </a:lnTo>
                    <a:lnTo>
                      <a:pt x="0" y="36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12" name="Freeform 254">
                <a:extLst>
                  <a:ext uri="{FF2B5EF4-FFF2-40B4-BE49-F238E27FC236}">
                    <a16:creationId xmlns:a16="http://schemas.microsoft.com/office/drawing/2014/main" id="{4619FEF6-49B3-440B-B4AB-E4FB4AE1A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1" y="2828"/>
                <a:ext cx="22" cy="36"/>
              </a:xfrm>
              <a:custGeom>
                <a:avLst/>
                <a:gdLst>
                  <a:gd name="T0" fmla="*/ 15 w 22"/>
                  <a:gd name="T1" fmla="*/ 36 h 36"/>
                  <a:gd name="T2" fmla="*/ 0 w 22"/>
                  <a:gd name="T3" fmla="*/ 29 h 36"/>
                  <a:gd name="T4" fmla="*/ 8 w 22"/>
                  <a:gd name="T5" fmla="*/ 0 h 36"/>
                  <a:gd name="T6" fmla="*/ 22 w 22"/>
                  <a:gd name="T7" fmla="*/ 0 h 36"/>
                  <a:gd name="T8" fmla="*/ 15 w 22"/>
                  <a:gd name="T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6">
                    <a:moveTo>
                      <a:pt x="15" y="36"/>
                    </a:moveTo>
                    <a:lnTo>
                      <a:pt x="0" y="29"/>
                    </a:lnTo>
                    <a:lnTo>
                      <a:pt x="8" y="0"/>
                    </a:lnTo>
                    <a:lnTo>
                      <a:pt x="22" y="0"/>
                    </a:ln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13" name="Freeform 255">
                <a:extLst>
                  <a:ext uri="{FF2B5EF4-FFF2-40B4-BE49-F238E27FC236}">
                    <a16:creationId xmlns:a16="http://schemas.microsoft.com/office/drawing/2014/main" id="{AF29E70F-A5CB-4000-A2A3-30F8D5BE2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6" y="2532"/>
                <a:ext cx="14" cy="332"/>
              </a:xfrm>
              <a:custGeom>
                <a:avLst/>
                <a:gdLst>
                  <a:gd name="T0" fmla="*/ 2 w 2"/>
                  <a:gd name="T1" fmla="*/ 0 h 46"/>
                  <a:gd name="T2" fmla="*/ 2 w 2"/>
                  <a:gd name="T3" fmla="*/ 45 h 46"/>
                  <a:gd name="T4" fmla="*/ 0 w 2"/>
                  <a:gd name="T5" fmla="*/ 46 h 46"/>
                  <a:gd name="T6" fmla="*/ 0 w 2"/>
                  <a:gd name="T7" fmla="*/ 2 h 46"/>
                  <a:gd name="T8" fmla="*/ 2 w 2"/>
                  <a:gd name="T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6">
                    <a:moveTo>
                      <a:pt x="2" y="0"/>
                    </a:moveTo>
                    <a:cubicBezTo>
                      <a:pt x="2" y="45"/>
                      <a:pt x="2" y="45"/>
                      <a:pt x="2" y="45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14" name="Freeform 256">
                <a:extLst>
                  <a:ext uri="{FF2B5EF4-FFF2-40B4-BE49-F238E27FC236}">
                    <a16:creationId xmlns:a16="http://schemas.microsoft.com/office/drawing/2014/main" id="{6BC02BE0-8759-4C6A-8DB7-C72A9286F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6" y="2626"/>
                <a:ext cx="203" cy="130"/>
              </a:xfrm>
              <a:custGeom>
                <a:avLst/>
                <a:gdLst>
                  <a:gd name="T0" fmla="*/ 28 w 28"/>
                  <a:gd name="T1" fmla="*/ 15 h 18"/>
                  <a:gd name="T2" fmla="*/ 26 w 28"/>
                  <a:gd name="T3" fmla="*/ 18 h 18"/>
                  <a:gd name="T4" fmla="*/ 13 w 28"/>
                  <a:gd name="T5" fmla="*/ 11 h 18"/>
                  <a:gd name="T6" fmla="*/ 12 w 28"/>
                  <a:gd name="T7" fmla="*/ 10 h 18"/>
                  <a:gd name="T8" fmla="*/ 11 w 28"/>
                  <a:gd name="T9" fmla="*/ 10 h 18"/>
                  <a:gd name="T10" fmla="*/ 11 w 28"/>
                  <a:gd name="T11" fmla="*/ 9 h 18"/>
                  <a:gd name="T12" fmla="*/ 10 w 28"/>
                  <a:gd name="T13" fmla="*/ 9 h 18"/>
                  <a:gd name="T14" fmla="*/ 9 w 28"/>
                  <a:gd name="T15" fmla="*/ 8 h 18"/>
                  <a:gd name="T16" fmla="*/ 3 w 28"/>
                  <a:gd name="T17" fmla="*/ 4 h 18"/>
                  <a:gd name="T18" fmla="*/ 0 w 28"/>
                  <a:gd name="T19" fmla="*/ 3 h 18"/>
                  <a:gd name="T20" fmla="*/ 2 w 28"/>
                  <a:gd name="T21" fmla="*/ 0 h 18"/>
                  <a:gd name="T22" fmla="*/ 4 w 28"/>
                  <a:gd name="T23" fmla="*/ 2 h 18"/>
                  <a:gd name="T24" fmla="*/ 11 w 28"/>
                  <a:gd name="T25" fmla="*/ 6 h 18"/>
                  <a:gd name="T26" fmla="*/ 12 w 28"/>
                  <a:gd name="T27" fmla="*/ 6 h 18"/>
                  <a:gd name="T28" fmla="*/ 12 w 28"/>
                  <a:gd name="T29" fmla="*/ 6 h 18"/>
                  <a:gd name="T30" fmla="*/ 13 w 28"/>
                  <a:gd name="T31" fmla="*/ 7 h 18"/>
                  <a:gd name="T32" fmla="*/ 14 w 28"/>
                  <a:gd name="T33" fmla="*/ 7 h 18"/>
                  <a:gd name="T34" fmla="*/ 15 w 28"/>
                  <a:gd name="T35" fmla="*/ 8 h 18"/>
                  <a:gd name="T36" fmla="*/ 28 w 28"/>
                  <a:gd name="T37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8" h="18">
                    <a:moveTo>
                      <a:pt x="28" y="15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8"/>
                      <a:pt x="15" y="8"/>
                      <a:pt x="15" y="8"/>
                    </a:cubicBezTo>
                    <a:lnTo>
                      <a:pt x="28" y="15"/>
                    </a:ln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15" name="Freeform 257">
                <a:extLst>
                  <a:ext uri="{FF2B5EF4-FFF2-40B4-BE49-F238E27FC236}">
                    <a16:creationId xmlns:a16="http://schemas.microsoft.com/office/drawing/2014/main" id="{A93CB7AC-626D-4BB7-95BA-0F98787F4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3" y="2590"/>
                <a:ext cx="282" cy="180"/>
              </a:xfrm>
              <a:custGeom>
                <a:avLst/>
                <a:gdLst>
                  <a:gd name="T0" fmla="*/ 39 w 39"/>
                  <a:gd name="T1" fmla="*/ 0 h 25"/>
                  <a:gd name="T2" fmla="*/ 39 w 39"/>
                  <a:gd name="T3" fmla="*/ 2 h 25"/>
                  <a:gd name="T4" fmla="*/ 21 w 39"/>
                  <a:gd name="T5" fmla="*/ 13 h 25"/>
                  <a:gd name="T6" fmla="*/ 19 w 39"/>
                  <a:gd name="T7" fmla="*/ 14 h 25"/>
                  <a:gd name="T8" fmla="*/ 18 w 39"/>
                  <a:gd name="T9" fmla="*/ 14 h 25"/>
                  <a:gd name="T10" fmla="*/ 17 w 39"/>
                  <a:gd name="T11" fmla="*/ 15 h 25"/>
                  <a:gd name="T12" fmla="*/ 17 w 39"/>
                  <a:gd name="T13" fmla="*/ 15 h 25"/>
                  <a:gd name="T14" fmla="*/ 15 w 39"/>
                  <a:gd name="T15" fmla="*/ 16 h 25"/>
                  <a:gd name="T16" fmla="*/ 4 w 39"/>
                  <a:gd name="T17" fmla="*/ 22 h 25"/>
                  <a:gd name="T18" fmla="*/ 0 w 39"/>
                  <a:gd name="T19" fmla="*/ 25 h 25"/>
                  <a:gd name="T20" fmla="*/ 0 w 39"/>
                  <a:gd name="T21" fmla="*/ 22 h 25"/>
                  <a:gd name="T22" fmla="*/ 4 w 39"/>
                  <a:gd name="T23" fmla="*/ 19 h 25"/>
                  <a:gd name="T24" fmla="*/ 15 w 39"/>
                  <a:gd name="T25" fmla="*/ 13 h 25"/>
                  <a:gd name="T26" fmla="*/ 17 w 39"/>
                  <a:gd name="T27" fmla="*/ 12 h 25"/>
                  <a:gd name="T28" fmla="*/ 17 w 39"/>
                  <a:gd name="T29" fmla="*/ 12 h 25"/>
                  <a:gd name="T30" fmla="*/ 18 w 39"/>
                  <a:gd name="T31" fmla="*/ 11 h 25"/>
                  <a:gd name="T32" fmla="*/ 19 w 39"/>
                  <a:gd name="T33" fmla="*/ 11 h 25"/>
                  <a:gd name="T34" fmla="*/ 21 w 39"/>
                  <a:gd name="T35" fmla="*/ 10 h 25"/>
                  <a:gd name="T36" fmla="*/ 39 w 39"/>
                  <a:gd name="T3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9" h="25">
                    <a:moveTo>
                      <a:pt x="39" y="0"/>
                    </a:moveTo>
                    <a:cubicBezTo>
                      <a:pt x="39" y="2"/>
                      <a:pt x="39" y="2"/>
                      <a:pt x="39" y="2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4"/>
                      <a:pt x="0" y="23"/>
                      <a:pt x="0" y="22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21" y="10"/>
                      <a:pt x="21" y="10"/>
                      <a:pt x="21" y="10"/>
                    </a:cubicBez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16" name="Freeform 258">
                <a:extLst>
                  <a:ext uri="{FF2B5EF4-FFF2-40B4-BE49-F238E27FC236}">
                    <a16:creationId xmlns:a16="http://schemas.microsoft.com/office/drawing/2014/main" id="{B4AB2CA9-BB1A-4D13-AD70-B17AAB068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7" y="2496"/>
                <a:ext cx="232" cy="375"/>
              </a:xfrm>
              <a:custGeom>
                <a:avLst/>
                <a:gdLst>
                  <a:gd name="T0" fmla="*/ 15 w 232"/>
                  <a:gd name="T1" fmla="*/ 375 h 375"/>
                  <a:gd name="T2" fmla="*/ 0 w 232"/>
                  <a:gd name="T3" fmla="*/ 368 h 375"/>
                  <a:gd name="T4" fmla="*/ 217 w 232"/>
                  <a:gd name="T5" fmla="*/ 0 h 375"/>
                  <a:gd name="T6" fmla="*/ 232 w 232"/>
                  <a:gd name="T7" fmla="*/ 7 h 375"/>
                  <a:gd name="T8" fmla="*/ 15 w 232"/>
                  <a:gd name="T9" fmla="*/ 375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375">
                    <a:moveTo>
                      <a:pt x="15" y="375"/>
                    </a:moveTo>
                    <a:lnTo>
                      <a:pt x="0" y="368"/>
                    </a:lnTo>
                    <a:lnTo>
                      <a:pt x="217" y="0"/>
                    </a:lnTo>
                    <a:lnTo>
                      <a:pt x="232" y="7"/>
                    </a:lnTo>
                    <a:lnTo>
                      <a:pt x="15" y="375"/>
                    </a:ln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17" name="Freeform 259">
                <a:extLst>
                  <a:ext uri="{FF2B5EF4-FFF2-40B4-BE49-F238E27FC236}">
                    <a16:creationId xmlns:a16="http://schemas.microsoft.com/office/drawing/2014/main" id="{DD4FBFF5-4FAD-4854-919D-A426A4471A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5" y="2597"/>
                <a:ext cx="116" cy="173"/>
              </a:xfrm>
              <a:custGeom>
                <a:avLst/>
                <a:gdLst>
                  <a:gd name="T0" fmla="*/ 16 w 16"/>
                  <a:gd name="T1" fmla="*/ 7 h 24"/>
                  <a:gd name="T2" fmla="*/ 8 w 16"/>
                  <a:gd name="T3" fmla="*/ 21 h 24"/>
                  <a:gd name="T4" fmla="*/ 0 w 16"/>
                  <a:gd name="T5" fmla="*/ 17 h 24"/>
                  <a:gd name="T6" fmla="*/ 8 w 16"/>
                  <a:gd name="T7" fmla="*/ 3 h 24"/>
                  <a:gd name="T8" fmla="*/ 16 w 16"/>
                  <a:gd name="T9" fmla="*/ 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4">
                    <a:moveTo>
                      <a:pt x="16" y="7"/>
                    </a:moveTo>
                    <a:cubicBezTo>
                      <a:pt x="16" y="13"/>
                      <a:pt x="12" y="19"/>
                      <a:pt x="8" y="21"/>
                    </a:cubicBezTo>
                    <a:cubicBezTo>
                      <a:pt x="3" y="24"/>
                      <a:pt x="0" y="22"/>
                      <a:pt x="0" y="17"/>
                    </a:cubicBezTo>
                    <a:cubicBezTo>
                      <a:pt x="0" y="11"/>
                      <a:pt x="4" y="5"/>
                      <a:pt x="8" y="3"/>
                    </a:cubicBezTo>
                    <a:cubicBezTo>
                      <a:pt x="12" y="0"/>
                      <a:pt x="16" y="2"/>
                      <a:pt x="16" y="7"/>
                    </a:cubicBez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18" name="Freeform 260">
                <a:extLst>
                  <a:ext uri="{FF2B5EF4-FFF2-40B4-BE49-F238E27FC236}">
                    <a16:creationId xmlns:a16="http://schemas.microsoft.com/office/drawing/2014/main" id="{FF6CEE43-BD6F-4C5E-8364-3962D16B79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" y="2482"/>
                <a:ext cx="354" cy="490"/>
              </a:xfrm>
              <a:custGeom>
                <a:avLst/>
                <a:gdLst>
                  <a:gd name="T0" fmla="*/ 33 w 49"/>
                  <a:gd name="T1" fmla="*/ 1 h 68"/>
                  <a:gd name="T2" fmla="*/ 31 w 49"/>
                  <a:gd name="T3" fmla="*/ 1 h 68"/>
                  <a:gd name="T4" fmla="*/ 25 w 49"/>
                  <a:gd name="T5" fmla="*/ 4 h 68"/>
                  <a:gd name="T6" fmla="*/ 20 w 49"/>
                  <a:gd name="T7" fmla="*/ 7 h 68"/>
                  <a:gd name="T8" fmla="*/ 19 w 49"/>
                  <a:gd name="T9" fmla="*/ 8 h 68"/>
                  <a:gd name="T10" fmla="*/ 18 w 49"/>
                  <a:gd name="T11" fmla="*/ 9 h 68"/>
                  <a:gd name="T12" fmla="*/ 16 w 49"/>
                  <a:gd name="T13" fmla="*/ 10 h 68"/>
                  <a:gd name="T14" fmla="*/ 9 w 49"/>
                  <a:gd name="T15" fmla="*/ 20 h 68"/>
                  <a:gd name="T16" fmla="*/ 7 w 49"/>
                  <a:gd name="T17" fmla="*/ 23 h 68"/>
                  <a:gd name="T18" fmla="*/ 2 w 49"/>
                  <a:gd name="T19" fmla="*/ 35 h 68"/>
                  <a:gd name="T20" fmla="*/ 1 w 49"/>
                  <a:gd name="T21" fmla="*/ 37 h 68"/>
                  <a:gd name="T22" fmla="*/ 1 w 49"/>
                  <a:gd name="T23" fmla="*/ 38 h 68"/>
                  <a:gd name="T24" fmla="*/ 1 w 49"/>
                  <a:gd name="T25" fmla="*/ 40 h 68"/>
                  <a:gd name="T26" fmla="*/ 0 w 49"/>
                  <a:gd name="T27" fmla="*/ 46 h 68"/>
                  <a:gd name="T28" fmla="*/ 24 w 49"/>
                  <a:gd name="T29" fmla="*/ 60 h 68"/>
                  <a:gd name="T30" fmla="*/ 49 w 49"/>
                  <a:gd name="T31" fmla="*/ 18 h 68"/>
                  <a:gd name="T32" fmla="*/ 33 w 49"/>
                  <a:gd name="T33" fmla="*/ 1 h 68"/>
                  <a:gd name="T34" fmla="*/ 24 w 49"/>
                  <a:gd name="T35" fmla="*/ 55 h 68"/>
                  <a:gd name="T36" fmla="*/ 6 w 49"/>
                  <a:gd name="T37" fmla="*/ 52 h 68"/>
                  <a:gd name="T38" fmla="*/ 5 w 49"/>
                  <a:gd name="T39" fmla="*/ 50 h 68"/>
                  <a:gd name="T40" fmla="*/ 4 w 49"/>
                  <a:gd name="T41" fmla="*/ 48 h 68"/>
                  <a:gd name="T42" fmla="*/ 4 w 49"/>
                  <a:gd name="T43" fmla="*/ 44 h 68"/>
                  <a:gd name="T44" fmla="*/ 5 w 49"/>
                  <a:gd name="T45" fmla="*/ 37 h 68"/>
                  <a:gd name="T46" fmla="*/ 5 w 49"/>
                  <a:gd name="T47" fmla="*/ 35 h 68"/>
                  <a:gd name="T48" fmla="*/ 5 w 49"/>
                  <a:gd name="T49" fmla="*/ 34 h 68"/>
                  <a:gd name="T50" fmla="*/ 6 w 49"/>
                  <a:gd name="T51" fmla="*/ 32 h 68"/>
                  <a:gd name="T52" fmla="*/ 10 w 49"/>
                  <a:gd name="T53" fmla="*/ 24 h 68"/>
                  <a:gd name="T54" fmla="*/ 11 w 49"/>
                  <a:gd name="T55" fmla="*/ 22 h 68"/>
                  <a:gd name="T56" fmla="*/ 16 w 49"/>
                  <a:gd name="T57" fmla="*/ 15 h 68"/>
                  <a:gd name="T58" fmla="*/ 18 w 49"/>
                  <a:gd name="T59" fmla="*/ 14 h 68"/>
                  <a:gd name="T60" fmla="*/ 19 w 49"/>
                  <a:gd name="T61" fmla="*/ 13 h 68"/>
                  <a:gd name="T62" fmla="*/ 20 w 49"/>
                  <a:gd name="T63" fmla="*/ 12 h 68"/>
                  <a:gd name="T64" fmla="*/ 24 w 49"/>
                  <a:gd name="T65" fmla="*/ 9 h 68"/>
                  <a:gd name="T66" fmla="*/ 28 w 49"/>
                  <a:gd name="T67" fmla="*/ 7 h 68"/>
                  <a:gd name="T68" fmla="*/ 30 w 49"/>
                  <a:gd name="T69" fmla="*/ 6 h 68"/>
                  <a:gd name="T70" fmla="*/ 31 w 49"/>
                  <a:gd name="T71" fmla="*/ 6 h 68"/>
                  <a:gd name="T72" fmla="*/ 33 w 49"/>
                  <a:gd name="T73" fmla="*/ 6 h 68"/>
                  <a:gd name="T74" fmla="*/ 45 w 49"/>
                  <a:gd name="T75" fmla="*/ 20 h 68"/>
                  <a:gd name="T76" fmla="*/ 24 w 49"/>
                  <a:gd name="T77" fmla="*/ 55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9" h="68">
                    <a:moveTo>
                      <a:pt x="33" y="1"/>
                    </a:moveTo>
                    <a:cubicBezTo>
                      <a:pt x="32" y="1"/>
                      <a:pt x="32" y="1"/>
                      <a:pt x="31" y="1"/>
                    </a:cubicBezTo>
                    <a:cubicBezTo>
                      <a:pt x="29" y="2"/>
                      <a:pt x="27" y="3"/>
                      <a:pt x="25" y="4"/>
                    </a:cubicBezTo>
                    <a:cubicBezTo>
                      <a:pt x="23" y="5"/>
                      <a:pt x="22" y="6"/>
                      <a:pt x="20" y="7"/>
                    </a:cubicBezTo>
                    <a:cubicBezTo>
                      <a:pt x="20" y="7"/>
                      <a:pt x="19" y="8"/>
                      <a:pt x="19" y="8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7" y="9"/>
                      <a:pt x="17" y="10"/>
                      <a:pt x="16" y="10"/>
                    </a:cubicBezTo>
                    <a:cubicBezTo>
                      <a:pt x="13" y="13"/>
                      <a:pt x="11" y="17"/>
                      <a:pt x="9" y="20"/>
                    </a:cubicBezTo>
                    <a:cubicBezTo>
                      <a:pt x="8" y="21"/>
                      <a:pt x="7" y="22"/>
                      <a:pt x="7" y="23"/>
                    </a:cubicBezTo>
                    <a:cubicBezTo>
                      <a:pt x="5" y="27"/>
                      <a:pt x="3" y="31"/>
                      <a:pt x="2" y="35"/>
                    </a:cubicBezTo>
                    <a:cubicBezTo>
                      <a:pt x="2" y="35"/>
                      <a:pt x="2" y="36"/>
                      <a:pt x="1" y="37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8"/>
                      <a:pt x="1" y="39"/>
                      <a:pt x="1" y="40"/>
                    </a:cubicBezTo>
                    <a:cubicBezTo>
                      <a:pt x="0" y="42"/>
                      <a:pt x="0" y="44"/>
                      <a:pt x="0" y="46"/>
                    </a:cubicBezTo>
                    <a:cubicBezTo>
                      <a:pt x="0" y="61"/>
                      <a:pt x="11" y="68"/>
                      <a:pt x="24" y="60"/>
                    </a:cubicBezTo>
                    <a:cubicBezTo>
                      <a:pt x="38" y="52"/>
                      <a:pt x="48" y="34"/>
                      <a:pt x="49" y="18"/>
                    </a:cubicBezTo>
                    <a:cubicBezTo>
                      <a:pt x="49" y="6"/>
                      <a:pt x="42" y="0"/>
                      <a:pt x="33" y="1"/>
                    </a:cubicBezTo>
                    <a:close/>
                    <a:moveTo>
                      <a:pt x="24" y="55"/>
                    </a:moveTo>
                    <a:cubicBezTo>
                      <a:pt x="16" y="60"/>
                      <a:pt x="9" y="58"/>
                      <a:pt x="6" y="52"/>
                    </a:cubicBezTo>
                    <a:cubicBezTo>
                      <a:pt x="6" y="52"/>
                      <a:pt x="5" y="51"/>
                      <a:pt x="5" y="50"/>
                    </a:cubicBezTo>
                    <a:cubicBezTo>
                      <a:pt x="5" y="49"/>
                      <a:pt x="5" y="48"/>
                      <a:pt x="4" y="48"/>
                    </a:cubicBezTo>
                    <a:cubicBezTo>
                      <a:pt x="4" y="46"/>
                      <a:pt x="4" y="45"/>
                      <a:pt x="4" y="44"/>
                    </a:cubicBezTo>
                    <a:cubicBezTo>
                      <a:pt x="4" y="42"/>
                      <a:pt x="4" y="39"/>
                      <a:pt x="5" y="37"/>
                    </a:cubicBezTo>
                    <a:cubicBezTo>
                      <a:pt x="5" y="37"/>
                      <a:pt x="5" y="36"/>
                      <a:pt x="5" y="35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6" y="34"/>
                      <a:pt x="6" y="33"/>
                      <a:pt x="6" y="32"/>
                    </a:cubicBezTo>
                    <a:cubicBezTo>
                      <a:pt x="7" y="30"/>
                      <a:pt x="8" y="27"/>
                      <a:pt x="10" y="24"/>
                    </a:cubicBezTo>
                    <a:cubicBezTo>
                      <a:pt x="10" y="24"/>
                      <a:pt x="11" y="23"/>
                      <a:pt x="11" y="22"/>
                    </a:cubicBezTo>
                    <a:cubicBezTo>
                      <a:pt x="13" y="19"/>
                      <a:pt x="15" y="17"/>
                      <a:pt x="16" y="15"/>
                    </a:cubicBezTo>
                    <a:cubicBezTo>
                      <a:pt x="17" y="15"/>
                      <a:pt x="17" y="14"/>
                      <a:pt x="18" y="14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3"/>
                      <a:pt x="20" y="12"/>
                      <a:pt x="20" y="12"/>
                    </a:cubicBezTo>
                    <a:cubicBezTo>
                      <a:pt x="22" y="11"/>
                      <a:pt x="23" y="10"/>
                      <a:pt x="24" y="9"/>
                    </a:cubicBezTo>
                    <a:cubicBezTo>
                      <a:pt x="26" y="8"/>
                      <a:pt x="27" y="7"/>
                      <a:pt x="28" y="7"/>
                    </a:cubicBezTo>
                    <a:cubicBezTo>
                      <a:pt x="29" y="7"/>
                      <a:pt x="30" y="7"/>
                      <a:pt x="30" y="6"/>
                    </a:cubicBezTo>
                    <a:cubicBezTo>
                      <a:pt x="31" y="6"/>
                      <a:pt x="31" y="6"/>
                      <a:pt x="31" y="6"/>
                    </a:cubicBezTo>
                    <a:cubicBezTo>
                      <a:pt x="32" y="6"/>
                      <a:pt x="32" y="6"/>
                      <a:pt x="33" y="6"/>
                    </a:cubicBezTo>
                    <a:cubicBezTo>
                      <a:pt x="40" y="6"/>
                      <a:pt x="45" y="12"/>
                      <a:pt x="45" y="20"/>
                    </a:cubicBezTo>
                    <a:cubicBezTo>
                      <a:pt x="44" y="33"/>
                      <a:pt x="35" y="49"/>
                      <a:pt x="24" y="55"/>
                    </a:cubicBez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19" name="Freeform 261">
                <a:extLst>
                  <a:ext uri="{FF2B5EF4-FFF2-40B4-BE49-F238E27FC236}">
                    <a16:creationId xmlns:a16="http://schemas.microsoft.com/office/drawing/2014/main" id="{8F365980-0FD0-4604-BD10-CBB89B9B6D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7" y="2294"/>
                <a:ext cx="209" cy="433"/>
              </a:xfrm>
              <a:custGeom>
                <a:avLst/>
                <a:gdLst>
                  <a:gd name="T0" fmla="*/ 10 w 29"/>
                  <a:gd name="T1" fmla="*/ 3 h 60"/>
                  <a:gd name="T2" fmla="*/ 29 w 29"/>
                  <a:gd name="T3" fmla="*/ 53 h 60"/>
                  <a:gd name="T4" fmla="*/ 28 w 29"/>
                  <a:gd name="T5" fmla="*/ 57 h 60"/>
                  <a:gd name="T6" fmla="*/ 26 w 29"/>
                  <a:gd name="T7" fmla="*/ 59 h 60"/>
                  <a:gd name="T8" fmla="*/ 20 w 29"/>
                  <a:gd name="T9" fmla="*/ 57 h 60"/>
                  <a:gd name="T10" fmla="*/ 1 w 29"/>
                  <a:gd name="T11" fmla="*/ 6 h 60"/>
                  <a:gd name="T12" fmla="*/ 4 w 29"/>
                  <a:gd name="T13" fmla="*/ 1 h 60"/>
                  <a:gd name="T14" fmla="*/ 7 w 29"/>
                  <a:gd name="T15" fmla="*/ 0 h 60"/>
                  <a:gd name="T16" fmla="*/ 10 w 29"/>
                  <a:gd name="T17" fmla="*/ 3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60">
                    <a:moveTo>
                      <a:pt x="10" y="3"/>
                    </a:moveTo>
                    <a:cubicBezTo>
                      <a:pt x="29" y="53"/>
                      <a:pt x="29" y="53"/>
                      <a:pt x="29" y="53"/>
                    </a:cubicBezTo>
                    <a:cubicBezTo>
                      <a:pt x="29" y="55"/>
                      <a:pt x="29" y="56"/>
                      <a:pt x="28" y="57"/>
                    </a:cubicBezTo>
                    <a:cubicBezTo>
                      <a:pt x="28" y="58"/>
                      <a:pt x="27" y="59"/>
                      <a:pt x="26" y="59"/>
                    </a:cubicBezTo>
                    <a:cubicBezTo>
                      <a:pt x="23" y="60"/>
                      <a:pt x="21" y="59"/>
                      <a:pt x="20" y="57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4"/>
                      <a:pt x="1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1"/>
                      <a:pt x="9" y="2"/>
                      <a:pt x="10" y="3"/>
                    </a:cubicBezTo>
                    <a:close/>
                  </a:path>
                </a:pathLst>
              </a:custGeom>
              <a:solidFill>
                <a:srgbClr val="5F67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20" name="Freeform 262">
                <a:extLst>
                  <a:ext uri="{FF2B5EF4-FFF2-40B4-BE49-F238E27FC236}">
                    <a16:creationId xmlns:a16="http://schemas.microsoft.com/office/drawing/2014/main" id="{A069743E-2F44-4861-9E00-7649363A6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9" y="2294"/>
                <a:ext cx="187" cy="426"/>
              </a:xfrm>
              <a:custGeom>
                <a:avLst/>
                <a:gdLst>
                  <a:gd name="T0" fmla="*/ 7 w 26"/>
                  <a:gd name="T1" fmla="*/ 3 h 59"/>
                  <a:gd name="T2" fmla="*/ 26 w 26"/>
                  <a:gd name="T3" fmla="*/ 53 h 59"/>
                  <a:gd name="T4" fmla="*/ 25 w 26"/>
                  <a:gd name="T5" fmla="*/ 57 h 59"/>
                  <a:gd name="T6" fmla="*/ 23 w 26"/>
                  <a:gd name="T7" fmla="*/ 59 h 59"/>
                  <a:gd name="T8" fmla="*/ 20 w 26"/>
                  <a:gd name="T9" fmla="*/ 57 h 59"/>
                  <a:gd name="T10" fmla="*/ 1 w 26"/>
                  <a:gd name="T11" fmla="*/ 6 h 59"/>
                  <a:gd name="T12" fmla="*/ 4 w 26"/>
                  <a:gd name="T13" fmla="*/ 1 h 59"/>
                  <a:gd name="T14" fmla="*/ 4 w 26"/>
                  <a:gd name="T15" fmla="*/ 0 h 59"/>
                  <a:gd name="T16" fmla="*/ 7 w 26"/>
                  <a:gd name="T17" fmla="*/ 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59">
                    <a:moveTo>
                      <a:pt x="7" y="3"/>
                    </a:moveTo>
                    <a:cubicBezTo>
                      <a:pt x="26" y="53"/>
                      <a:pt x="26" y="53"/>
                      <a:pt x="26" y="53"/>
                    </a:cubicBezTo>
                    <a:cubicBezTo>
                      <a:pt x="26" y="55"/>
                      <a:pt x="26" y="56"/>
                      <a:pt x="25" y="57"/>
                    </a:cubicBezTo>
                    <a:cubicBezTo>
                      <a:pt x="25" y="58"/>
                      <a:pt x="24" y="59"/>
                      <a:pt x="23" y="59"/>
                    </a:cubicBezTo>
                    <a:cubicBezTo>
                      <a:pt x="21" y="59"/>
                      <a:pt x="20" y="58"/>
                      <a:pt x="20" y="57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4"/>
                      <a:pt x="1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1"/>
                      <a:pt x="6" y="2"/>
                      <a:pt x="7" y="3"/>
                    </a:cubicBezTo>
                    <a:close/>
                  </a:path>
                </a:pathLst>
              </a:custGeom>
              <a:solidFill>
                <a:srgbClr val="505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21" name="Freeform 263">
                <a:extLst>
                  <a:ext uri="{FF2B5EF4-FFF2-40B4-BE49-F238E27FC236}">
                    <a16:creationId xmlns:a16="http://schemas.microsoft.com/office/drawing/2014/main" id="{2E90B5DA-2D23-403B-B1CB-6CA0D331D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9" y="2763"/>
                <a:ext cx="57" cy="14"/>
              </a:xfrm>
              <a:custGeom>
                <a:avLst/>
                <a:gdLst>
                  <a:gd name="T0" fmla="*/ 8 w 8"/>
                  <a:gd name="T1" fmla="*/ 1 h 2"/>
                  <a:gd name="T2" fmla="*/ 6 w 8"/>
                  <a:gd name="T3" fmla="*/ 2 h 2"/>
                  <a:gd name="T4" fmla="*/ 0 w 8"/>
                  <a:gd name="T5" fmla="*/ 2 h 2"/>
                  <a:gd name="T6" fmla="*/ 8 w 8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2">
                    <a:moveTo>
                      <a:pt x="8" y="1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4" y="1"/>
                      <a:pt x="2" y="1"/>
                      <a:pt x="0" y="2"/>
                    </a:cubicBezTo>
                    <a:cubicBezTo>
                      <a:pt x="3" y="0"/>
                      <a:pt x="5" y="0"/>
                      <a:pt x="8" y="1"/>
                    </a:cubicBez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22" name="Freeform 264">
                <a:extLst>
                  <a:ext uri="{FF2B5EF4-FFF2-40B4-BE49-F238E27FC236}">
                    <a16:creationId xmlns:a16="http://schemas.microsoft.com/office/drawing/2014/main" id="{D95218E3-BD03-47D6-AFBA-0FC8C9FA3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2" y="2770"/>
                <a:ext cx="520" cy="324"/>
              </a:xfrm>
              <a:custGeom>
                <a:avLst/>
                <a:gdLst>
                  <a:gd name="T0" fmla="*/ 72 w 72"/>
                  <a:gd name="T1" fmla="*/ 1 h 45"/>
                  <a:gd name="T2" fmla="*/ 3 w 72"/>
                  <a:gd name="T3" fmla="*/ 42 h 45"/>
                  <a:gd name="T4" fmla="*/ 0 w 72"/>
                  <a:gd name="T5" fmla="*/ 45 h 45"/>
                  <a:gd name="T6" fmla="*/ 4 w 72"/>
                  <a:gd name="T7" fmla="*/ 38 h 45"/>
                  <a:gd name="T8" fmla="*/ 66 w 72"/>
                  <a:gd name="T9" fmla="*/ 1 h 45"/>
                  <a:gd name="T10" fmla="*/ 72 w 72"/>
                  <a:gd name="T11" fmla="*/ 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5">
                    <a:moveTo>
                      <a:pt x="72" y="1"/>
                    </a:moveTo>
                    <a:cubicBezTo>
                      <a:pt x="3" y="42"/>
                      <a:pt x="3" y="42"/>
                      <a:pt x="3" y="42"/>
                    </a:cubicBezTo>
                    <a:cubicBezTo>
                      <a:pt x="2" y="43"/>
                      <a:pt x="1" y="44"/>
                      <a:pt x="0" y="45"/>
                    </a:cubicBezTo>
                    <a:cubicBezTo>
                      <a:pt x="0" y="42"/>
                      <a:pt x="2" y="39"/>
                      <a:pt x="4" y="38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8" y="0"/>
                      <a:pt x="70" y="0"/>
                      <a:pt x="72" y="1"/>
                    </a:cubicBezTo>
                    <a:close/>
                  </a:path>
                </a:pathLst>
              </a:custGeom>
              <a:solidFill>
                <a:srgbClr val="8592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23" name="Freeform 265">
                <a:extLst>
                  <a:ext uri="{FF2B5EF4-FFF2-40B4-BE49-F238E27FC236}">
                    <a16:creationId xmlns:a16="http://schemas.microsoft.com/office/drawing/2014/main" id="{8C0E1559-6025-4783-BC95-0EFA66591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2" y="2770"/>
                <a:ext cx="29" cy="22"/>
              </a:xfrm>
              <a:custGeom>
                <a:avLst/>
                <a:gdLst>
                  <a:gd name="T0" fmla="*/ 4 w 4"/>
                  <a:gd name="T1" fmla="*/ 2 h 3"/>
                  <a:gd name="T2" fmla="*/ 3 w 4"/>
                  <a:gd name="T3" fmla="*/ 3 h 3"/>
                  <a:gd name="T4" fmla="*/ 0 w 4"/>
                  <a:gd name="T5" fmla="*/ 1 h 3"/>
                  <a:gd name="T6" fmla="*/ 2 w 4"/>
                  <a:gd name="T7" fmla="*/ 0 h 3"/>
                  <a:gd name="T8" fmla="*/ 4 w 4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4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1" y="1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24" name="Freeform 266">
                <a:extLst>
                  <a:ext uri="{FF2B5EF4-FFF2-40B4-BE49-F238E27FC236}">
                    <a16:creationId xmlns:a16="http://schemas.microsoft.com/office/drawing/2014/main" id="{A8B1CD68-408D-44E0-B235-3CB9E6E88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2" y="2777"/>
                <a:ext cx="542" cy="346"/>
              </a:xfrm>
              <a:custGeom>
                <a:avLst/>
                <a:gdLst>
                  <a:gd name="T0" fmla="*/ 75 w 75"/>
                  <a:gd name="T1" fmla="*/ 2 h 48"/>
                  <a:gd name="T2" fmla="*/ 5 w 75"/>
                  <a:gd name="T3" fmla="*/ 44 h 48"/>
                  <a:gd name="T4" fmla="*/ 1 w 75"/>
                  <a:gd name="T5" fmla="*/ 48 h 48"/>
                  <a:gd name="T6" fmla="*/ 0 w 75"/>
                  <a:gd name="T7" fmla="*/ 44 h 48"/>
                  <a:gd name="T8" fmla="*/ 3 w 75"/>
                  <a:gd name="T9" fmla="*/ 41 h 48"/>
                  <a:gd name="T10" fmla="*/ 72 w 75"/>
                  <a:gd name="T11" fmla="*/ 0 h 48"/>
                  <a:gd name="T12" fmla="*/ 75 w 75"/>
                  <a:gd name="T13" fmla="*/ 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48">
                    <a:moveTo>
                      <a:pt x="75" y="2"/>
                    </a:moveTo>
                    <a:cubicBezTo>
                      <a:pt x="5" y="44"/>
                      <a:pt x="5" y="44"/>
                      <a:pt x="5" y="44"/>
                    </a:cubicBezTo>
                    <a:cubicBezTo>
                      <a:pt x="3" y="45"/>
                      <a:pt x="2" y="47"/>
                      <a:pt x="1" y="48"/>
                    </a:cubicBezTo>
                    <a:cubicBezTo>
                      <a:pt x="0" y="47"/>
                      <a:pt x="0" y="45"/>
                      <a:pt x="0" y="44"/>
                    </a:cubicBezTo>
                    <a:cubicBezTo>
                      <a:pt x="1" y="43"/>
                      <a:pt x="2" y="42"/>
                      <a:pt x="3" y="41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3" y="0"/>
                      <a:pt x="74" y="1"/>
                      <a:pt x="75" y="2"/>
                    </a:cubicBez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25" name="Freeform 267">
                <a:extLst>
                  <a:ext uri="{FF2B5EF4-FFF2-40B4-BE49-F238E27FC236}">
                    <a16:creationId xmlns:a16="http://schemas.microsoft.com/office/drawing/2014/main" id="{F17252A6-44C1-4CF5-AEB9-208015E131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6" y="2785"/>
                <a:ext cx="484" cy="374"/>
              </a:xfrm>
              <a:custGeom>
                <a:avLst/>
                <a:gdLst>
                  <a:gd name="T0" fmla="*/ 63 w 67"/>
                  <a:gd name="T1" fmla="*/ 14 h 52"/>
                  <a:gd name="T2" fmla="*/ 1 w 67"/>
                  <a:gd name="T3" fmla="*/ 52 h 52"/>
                  <a:gd name="T4" fmla="*/ 0 w 67"/>
                  <a:gd name="T5" fmla="*/ 52 h 52"/>
                  <a:gd name="T6" fmla="*/ 61 w 67"/>
                  <a:gd name="T7" fmla="*/ 15 h 52"/>
                  <a:gd name="T8" fmla="*/ 63 w 67"/>
                  <a:gd name="T9" fmla="*/ 2 h 52"/>
                  <a:gd name="T10" fmla="*/ 62 w 67"/>
                  <a:gd name="T11" fmla="*/ 1 h 52"/>
                  <a:gd name="T12" fmla="*/ 63 w 67"/>
                  <a:gd name="T13" fmla="*/ 0 h 52"/>
                  <a:gd name="T14" fmla="*/ 65 w 67"/>
                  <a:gd name="T15" fmla="*/ 2 h 52"/>
                  <a:gd name="T16" fmla="*/ 63 w 67"/>
                  <a:gd name="T17" fmla="*/ 1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" h="52">
                    <a:moveTo>
                      <a:pt x="63" y="14"/>
                    </a:moveTo>
                    <a:cubicBezTo>
                      <a:pt x="1" y="52"/>
                      <a:pt x="1" y="52"/>
                      <a:pt x="1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6" y="12"/>
                      <a:pt x="66" y="7"/>
                      <a:pt x="63" y="2"/>
                    </a:cubicBezTo>
                    <a:cubicBezTo>
                      <a:pt x="63" y="2"/>
                      <a:pt x="62" y="1"/>
                      <a:pt x="62" y="1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4" y="1"/>
                      <a:pt x="64" y="1"/>
                      <a:pt x="65" y="2"/>
                    </a:cubicBezTo>
                    <a:cubicBezTo>
                      <a:pt x="67" y="6"/>
                      <a:pt x="67" y="12"/>
                      <a:pt x="63" y="14"/>
                    </a:cubicBez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26" name="Freeform 268">
                <a:extLst>
                  <a:ext uri="{FF2B5EF4-FFF2-40B4-BE49-F238E27FC236}">
                    <a16:creationId xmlns:a16="http://schemas.microsoft.com/office/drawing/2014/main" id="{BBF2B626-05BD-4576-B6CB-22D63A3D5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9" y="2792"/>
                <a:ext cx="564" cy="375"/>
              </a:xfrm>
              <a:custGeom>
                <a:avLst/>
                <a:gdLst>
                  <a:gd name="T0" fmla="*/ 73 w 78"/>
                  <a:gd name="T1" fmla="*/ 14 h 52"/>
                  <a:gd name="T2" fmla="*/ 12 w 78"/>
                  <a:gd name="T3" fmla="*/ 51 h 52"/>
                  <a:gd name="T4" fmla="*/ 8 w 78"/>
                  <a:gd name="T5" fmla="*/ 52 h 52"/>
                  <a:gd name="T6" fmla="*/ 0 w 78"/>
                  <a:gd name="T7" fmla="*/ 47 h 52"/>
                  <a:gd name="T8" fmla="*/ 0 w 78"/>
                  <a:gd name="T9" fmla="*/ 46 h 52"/>
                  <a:gd name="T10" fmla="*/ 4 w 78"/>
                  <a:gd name="T11" fmla="*/ 42 h 52"/>
                  <a:gd name="T12" fmla="*/ 74 w 78"/>
                  <a:gd name="T13" fmla="*/ 0 h 52"/>
                  <a:gd name="T14" fmla="*/ 75 w 78"/>
                  <a:gd name="T15" fmla="*/ 1 h 52"/>
                  <a:gd name="T16" fmla="*/ 73 w 78"/>
                  <a:gd name="T17" fmla="*/ 1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8" h="52">
                    <a:moveTo>
                      <a:pt x="73" y="14"/>
                    </a:moveTo>
                    <a:cubicBezTo>
                      <a:pt x="12" y="51"/>
                      <a:pt x="12" y="51"/>
                      <a:pt x="12" y="51"/>
                    </a:cubicBezTo>
                    <a:cubicBezTo>
                      <a:pt x="10" y="52"/>
                      <a:pt x="9" y="52"/>
                      <a:pt x="8" y="52"/>
                    </a:cubicBezTo>
                    <a:cubicBezTo>
                      <a:pt x="5" y="52"/>
                      <a:pt x="2" y="50"/>
                      <a:pt x="0" y="47"/>
                    </a:cubicBezTo>
                    <a:cubicBezTo>
                      <a:pt x="0" y="47"/>
                      <a:pt x="0" y="47"/>
                      <a:pt x="0" y="46"/>
                    </a:cubicBezTo>
                    <a:cubicBezTo>
                      <a:pt x="1" y="45"/>
                      <a:pt x="2" y="43"/>
                      <a:pt x="4" y="42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0"/>
                      <a:pt x="75" y="1"/>
                      <a:pt x="75" y="1"/>
                    </a:cubicBezTo>
                    <a:cubicBezTo>
                      <a:pt x="78" y="6"/>
                      <a:pt x="78" y="11"/>
                      <a:pt x="73" y="14"/>
                    </a:cubicBezTo>
                    <a:close/>
                  </a:path>
                </a:pathLst>
              </a:custGeom>
              <a:solidFill>
                <a:srgbClr val="8592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27" name="Freeform 269">
                <a:extLst>
                  <a:ext uri="{FF2B5EF4-FFF2-40B4-BE49-F238E27FC236}">
                    <a16:creationId xmlns:a16="http://schemas.microsoft.com/office/drawing/2014/main" id="{A828CC6B-7191-4B98-ABFF-A773F5F50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0" y="1804"/>
                <a:ext cx="968" cy="1456"/>
              </a:xfrm>
              <a:custGeom>
                <a:avLst/>
                <a:gdLst>
                  <a:gd name="T0" fmla="*/ 133 w 134"/>
                  <a:gd name="T1" fmla="*/ 32 h 202"/>
                  <a:gd name="T2" fmla="*/ 98 w 134"/>
                  <a:gd name="T3" fmla="*/ 74 h 202"/>
                  <a:gd name="T4" fmla="*/ 33 w 134"/>
                  <a:gd name="T5" fmla="*/ 191 h 202"/>
                  <a:gd name="T6" fmla="*/ 31 w 134"/>
                  <a:gd name="T7" fmla="*/ 193 h 202"/>
                  <a:gd name="T8" fmla="*/ 0 w 134"/>
                  <a:gd name="T9" fmla="*/ 202 h 202"/>
                  <a:gd name="T10" fmla="*/ 3 w 134"/>
                  <a:gd name="T11" fmla="*/ 198 h 202"/>
                  <a:gd name="T12" fmla="*/ 12 w 134"/>
                  <a:gd name="T13" fmla="*/ 121 h 202"/>
                  <a:gd name="T14" fmla="*/ 30 w 134"/>
                  <a:gd name="T15" fmla="*/ 74 h 202"/>
                  <a:gd name="T16" fmla="*/ 130 w 134"/>
                  <a:gd name="T17" fmla="*/ 0 h 202"/>
                  <a:gd name="T18" fmla="*/ 132 w 134"/>
                  <a:gd name="T19" fmla="*/ 2 h 202"/>
                  <a:gd name="T20" fmla="*/ 133 w 134"/>
                  <a:gd name="T21" fmla="*/ 3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4" h="202">
                    <a:moveTo>
                      <a:pt x="133" y="32"/>
                    </a:moveTo>
                    <a:cubicBezTo>
                      <a:pt x="131" y="51"/>
                      <a:pt x="117" y="62"/>
                      <a:pt x="98" y="74"/>
                    </a:cubicBezTo>
                    <a:cubicBezTo>
                      <a:pt x="43" y="107"/>
                      <a:pt x="39" y="175"/>
                      <a:pt x="33" y="191"/>
                    </a:cubicBezTo>
                    <a:cubicBezTo>
                      <a:pt x="33" y="192"/>
                      <a:pt x="32" y="193"/>
                      <a:pt x="31" y="193"/>
                    </a:cubicBezTo>
                    <a:cubicBezTo>
                      <a:pt x="0" y="202"/>
                      <a:pt x="0" y="202"/>
                      <a:pt x="0" y="202"/>
                    </a:cubicBezTo>
                    <a:cubicBezTo>
                      <a:pt x="2" y="201"/>
                      <a:pt x="3" y="199"/>
                      <a:pt x="3" y="198"/>
                    </a:cubicBezTo>
                    <a:cubicBezTo>
                      <a:pt x="3" y="191"/>
                      <a:pt x="1" y="160"/>
                      <a:pt x="12" y="121"/>
                    </a:cubicBezTo>
                    <a:cubicBezTo>
                      <a:pt x="16" y="106"/>
                      <a:pt x="21" y="90"/>
                      <a:pt x="30" y="74"/>
                    </a:cubicBezTo>
                    <a:cubicBezTo>
                      <a:pt x="61" y="15"/>
                      <a:pt x="112" y="11"/>
                      <a:pt x="130" y="0"/>
                    </a:cubicBezTo>
                    <a:cubicBezTo>
                      <a:pt x="130" y="0"/>
                      <a:pt x="131" y="1"/>
                      <a:pt x="132" y="2"/>
                    </a:cubicBezTo>
                    <a:cubicBezTo>
                      <a:pt x="133" y="7"/>
                      <a:pt x="134" y="19"/>
                      <a:pt x="133" y="32"/>
                    </a:cubicBezTo>
                  </a:path>
                </a:pathLst>
              </a:custGeom>
              <a:solidFill>
                <a:srgbClr val="FF8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28" name="Freeform 270">
                <a:extLst>
                  <a:ext uri="{FF2B5EF4-FFF2-40B4-BE49-F238E27FC236}">
                    <a16:creationId xmlns:a16="http://schemas.microsoft.com/office/drawing/2014/main" id="{F2BC8DB8-14CB-4A9A-9A77-A11D65673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3" y="1804"/>
                <a:ext cx="1445" cy="872"/>
              </a:xfrm>
              <a:custGeom>
                <a:avLst/>
                <a:gdLst>
                  <a:gd name="T0" fmla="*/ 199 w 200"/>
                  <a:gd name="T1" fmla="*/ 31 h 121"/>
                  <a:gd name="T2" fmla="*/ 199 w 200"/>
                  <a:gd name="T3" fmla="*/ 32 h 121"/>
                  <a:gd name="T4" fmla="*/ 98 w 200"/>
                  <a:gd name="T5" fmla="*/ 96 h 121"/>
                  <a:gd name="T6" fmla="*/ 78 w 200"/>
                  <a:gd name="T7" fmla="*/ 121 h 121"/>
                  <a:gd name="T8" fmla="*/ 5 w 200"/>
                  <a:gd name="T9" fmla="*/ 78 h 121"/>
                  <a:gd name="T10" fmla="*/ 50 w 200"/>
                  <a:gd name="T11" fmla="*/ 76 h 121"/>
                  <a:gd name="T12" fmla="*/ 96 w 200"/>
                  <a:gd name="T13" fmla="*/ 74 h 121"/>
                  <a:gd name="T14" fmla="*/ 196 w 200"/>
                  <a:gd name="T15" fmla="*/ 0 h 121"/>
                  <a:gd name="T16" fmla="*/ 198 w 200"/>
                  <a:gd name="T17" fmla="*/ 2 h 121"/>
                  <a:gd name="T18" fmla="*/ 199 w 200"/>
                  <a:gd name="T19" fmla="*/ 11 h 121"/>
                  <a:gd name="T20" fmla="*/ 199 w 200"/>
                  <a:gd name="T21" fmla="*/ 3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0" h="121">
                    <a:moveTo>
                      <a:pt x="199" y="31"/>
                    </a:moveTo>
                    <a:cubicBezTo>
                      <a:pt x="199" y="31"/>
                      <a:pt x="199" y="32"/>
                      <a:pt x="199" y="32"/>
                    </a:cubicBezTo>
                    <a:cubicBezTo>
                      <a:pt x="184" y="53"/>
                      <a:pt x="138" y="67"/>
                      <a:pt x="98" y="96"/>
                    </a:cubicBezTo>
                    <a:cubicBezTo>
                      <a:pt x="88" y="104"/>
                      <a:pt x="84" y="115"/>
                      <a:pt x="78" y="121"/>
                    </a:cubicBezTo>
                    <a:cubicBezTo>
                      <a:pt x="80" y="110"/>
                      <a:pt x="0" y="89"/>
                      <a:pt x="5" y="78"/>
                    </a:cubicBezTo>
                    <a:cubicBezTo>
                      <a:pt x="6" y="75"/>
                      <a:pt x="28" y="76"/>
                      <a:pt x="50" y="76"/>
                    </a:cubicBezTo>
                    <a:cubicBezTo>
                      <a:pt x="72" y="76"/>
                      <a:pt x="95" y="76"/>
                      <a:pt x="96" y="74"/>
                    </a:cubicBezTo>
                    <a:cubicBezTo>
                      <a:pt x="127" y="15"/>
                      <a:pt x="178" y="11"/>
                      <a:pt x="196" y="0"/>
                    </a:cubicBezTo>
                    <a:cubicBezTo>
                      <a:pt x="196" y="0"/>
                      <a:pt x="197" y="1"/>
                      <a:pt x="198" y="2"/>
                    </a:cubicBezTo>
                    <a:cubicBezTo>
                      <a:pt x="198" y="4"/>
                      <a:pt x="199" y="7"/>
                      <a:pt x="199" y="11"/>
                    </a:cubicBezTo>
                    <a:cubicBezTo>
                      <a:pt x="200" y="16"/>
                      <a:pt x="200" y="23"/>
                      <a:pt x="199" y="31"/>
                    </a:cubicBezTo>
                  </a:path>
                </a:pathLst>
              </a:custGeom>
              <a:solidFill>
                <a:srgbClr val="FFB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29" name="Freeform 271">
                <a:extLst>
                  <a:ext uri="{FF2B5EF4-FFF2-40B4-BE49-F238E27FC236}">
                    <a16:creationId xmlns:a16="http://schemas.microsoft.com/office/drawing/2014/main" id="{C07C8F9F-4A26-480D-84A0-C0B6364AB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7" y="2403"/>
                <a:ext cx="564" cy="843"/>
              </a:xfrm>
              <a:custGeom>
                <a:avLst/>
                <a:gdLst>
                  <a:gd name="T0" fmla="*/ 3 w 78"/>
                  <a:gd name="T1" fmla="*/ 22 h 117"/>
                  <a:gd name="T2" fmla="*/ 50 w 78"/>
                  <a:gd name="T3" fmla="*/ 7 h 117"/>
                  <a:gd name="T4" fmla="*/ 12 w 78"/>
                  <a:gd name="T5" fmla="*/ 117 h 117"/>
                  <a:gd name="T6" fmla="*/ 3 w 78"/>
                  <a:gd name="T7" fmla="*/ 22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8" h="117">
                    <a:moveTo>
                      <a:pt x="3" y="22"/>
                    </a:moveTo>
                    <a:cubicBezTo>
                      <a:pt x="3" y="22"/>
                      <a:pt x="0" y="20"/>
                      <a:pt x="50" y="7"/>
                    </a:cubicBezTo>
                    <a:cubicBezTo>
                      <a:pt x="78" y="0"/>
                      <a:pt x="43" y="98"/>
                      <a:pt x="12" y="117"/>
                    </a:cubicBezTo>
                    <a:cubicBezTo>
                      <a:pt x="12" y="117"/>
                      <a:pt x="12" y="76"/>
                      <a:pt x="3" y="22"/>
                    </a:cubicBezTo>
                  </a:path>
                </a:pathLst>
              </a:custGeom>
              <a:solidFill>
                <a:srgbClr val="4C47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30" name="Freeform 272">
                <a:extLst>
                  <a:ext uri="{FF2B5EF4-FFF2-40B4-BE49-F238E27FC236}">
                    <a16:creationId xmlns:a16="http://schemas.microsoft.com/office/drawing/2014/main" id="{50576F37-36A9-43A9-9AEF-5555C9530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9" y="2489"/>
                <a:ext cx="455" cy="757"/>
              </a:xfrm>
              <a:custGeom>
                <a:avLst/>
                <a:gdLst>
                  <a:gd name="T0" fmla="*/ 61 w 63"/>
                  <a:gd name="T1" fmla="*/ 19 h 105"/>
                  <a:gd name="T2" fmla="*/ 27 w 63"/>
                  <a:gd name="T3" fmla="*/ 105 h 105"/>
                  <a:gd name="T4" fmla="*/ 18 w 63"/>
                  <a:gd name="T5" fmla="*/ 104 h 105"/>
                  <a:gd name="T6" fmla="*/ 17 w 63"/>
                  <a:gd name="T7" fmla="*/ 104 h 105"/>
                  <a:gd name="T8" fmla="*/ 0 w 63"/>
                  <a:gd name="T9" fmla="*/ 73 h 105"/>
                  <a:gd name="T10" fmla="*/ 20 w 63"/>
                  <a:gd name="T11" fmla="*/ 11 h 105"/>
                  <a:gd name="T12" fmla="*/ 61 w 63"/>
                  <a:gd name="T13" fmla="*/ 19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" h="105">
                    <a:moveTo>
                      <a:pt x="61" y="19"/>
                    </a:moveTo>
                    <a:cubicBezTo>
                      <a:pt x="59" y="38"/>
                      <a:pt x="41" y="94"/>
                      <a:pt x="27" y="105"/>
                    </a:cubicBezTo>
                    <a:cubicBezTo>
                      <a:pt x="18" y="104"/>
                      <a:pt x="18" y="104"/>
                      <a:pt x="18" y="104"/>
                    </a:cubicBezTo>
                    <a:cubicBezTo>
                      <a:pt x="18" y="104"/>
                      <a:pt x="17" y="104"/>
                      <a:pt x="17" y="104"/>
                    </a:cubicBezTo>
                    <a:cubicBezTo>
                      <a:pt x="7" y="96"/>
                      <a:pt x="0" y="73"/>
                      <a:pt x="0" y="73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20" y="11"/>
                      <a:pt x="63" y="0"/>
                      <a:pt x="61" y="19"/>
                    </a:cubicBezTo>
                  </a:path>
                </a:pathLst>
              </a:custGeom>
              <a:solidFill>
                <a:srgbClr val="505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31" name="Freeform 273">
                <a:extLst>
                  <a:ext uri="{FF2B5EF4-FFF2-40B4-BE49-F238E27FC236}">
                    <a16:creationId xmlns:a16="http://schemas.microsoft.com/office/drawing/2014/main" id="{2A949153-D27A-423B-8253-76E54BFE0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1" y="2244"/>
                <a:ext cx="578" cy="1002"/>
              </a:xfrm>
              <a:custGeom>
                <a:avLst/>
                <a:gdLst>
                  <a:gd name="T0" fmla="*/ 71 w 80"/>
                  <a:gd name="T1" fmla="*/ 139 h 139"/>
                  <a:gd name="T2" fmla="*/ 62 w 80"/>
                  <a:gd name="T3" fmla="*/ 138 h 139"/>
                  <a:gd name="T4" fmla="*/ 61 w 80"/>
                  <a:gd name="T5" fmla="*/ 138 h 139"/>
                  <a:gd name="T6" fmla="*/ 0 w 80"/>
                  <a:gd name="T7" fmla="*/ 102 h 139"/>
                  <a:gd name="T8" fmla="*/ 0 w 80"/>
                  <a:gd name="T9" fmla="*/ 102 h 139"/>
                  <a:gd name="T10" fmla="*/ 2 w 80"/>
                  <a:gd name="T11" fmla="*/ 3 h 139"/>
                  <a:gd name="T12" fmla="*/ 28 w 80"/>
                  <a:gd name="T13" fmla="*/ 0 h 139"/>
                  <a:gd name="T14" fmla="*/ 74 w 80"/>
                  <a:gd name="T15" fmla="*/ 15 h 139"/>
                  <a:gd name="T16" fmla="*/ 64 w 80"/>
                  <a:gd name="T17" fmla="*/ 45 h 139"/>
                  <a:gd name="T18" fmla="*/ 71 w 80"/>
                  <a:gd name="T19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139">
                    <a:moveTo>
                      <a:pt x="71" y="139"/>
                    </a:moveTo>
                    <a:cubicBezTo>
                      <a:pt x="62" y="138"/>
                      <a:pt x="62" y="138"/>
                      <a:pt x="62" y="138"/>
                    </a:cubicBezTo>
                    <a:cubicBezTo>
                      <a:pt x="62" y="138"/>
                      <a:pt x="61" y="138"/>
                      <a:pt x="61" y="138"/>
                    </a:cubicBezTo>
                    <a:cubicBezTo>
                      <a:pt x="37" y="133"/>
                      <a:pt x="16" y="121"/>
                      <a:pt x="0" y="102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9" y="74"/>
                      <a:pt x="2" y="3"/>
                      <a:pt x="2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74" y="15"/>
                      <a:pt x="74" y="15"/>
                      <a:pt x="74" y="15"/>
                    </a:cubicBezTo>
                    <a:cubicBezTo>
                      <a:pt x="64" y="45"/>
                      <a:pt x="64" y="45"/>
                      <a:pt x="64" y="45"/>
                    </a:cubicBezTo>
                    <a:cubicBezTo>
                      <a:pt x="64" y="45"/>
                      <a:pt x="80" y="111"/>
                      <a:pt x="71" y="139"/>
                    </a:cubicBezTo>
                  </a:path>
                </a:pathLst>
              </a:custGeom>
              <a:solidFill>
                <a:srgbClr val="5F67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32" name="Freeform 274">
                <a:extLst>
                  <a:ext uri="{FF2B5EF4-FFF2-40B4-BE49-F238E27FC236}">
                    <a16:creationId xmlns:a16="http://schemas.microsoft.com/office/drawing/2014/main" id="{B4A2C91F-2D49-4B02-850C-84633145A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9" y="1487"/>
                <a:ext cx="1250" cy="995"/>
              </a:xfrm>
              <a:custGeom>
                <a:avLst/>
                <a:gdLst>
                  <a:gd name="T0" fmla="*/ 173 w 173"/>
                  <a:gd name="T1" fmla="*/ 44 h 138"/>
                  <a:gd name="T2" fmla="*/ 114 w 173"/>
                  <a:gd name="T3" fmla="*/ 4 h 138"/>
                  <a:gd name="T4" fmla="*/ 15 w 173"/>
                  <a:gd name="T5" fmla="*/ 68 h 138"/>
                  <a:gd name="T6" fmla="*/ 0 w 173"/>
                  <a:gd name="T7" fmla="*/ 120 h 138"/>
                  <a:gd name="T8" fmla="*/ 18 w 173"/>
                  <a:gd name="T9" fmla="*/ 138 h 138"/>
                  <a:gd name="T10" fmla="*/ 116 w 173"/>
                  <a:gd name="T11" fmla="*/ 79 h 138"/>
                  <a:gd name="T12" fmla="*/ 173 w 173"/>
                  <a:gd name="T13" fmla="*/ 44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3" h="138">
                    <a:moveTo>
                      <a:pt x="173" y="44"/>
                    </a:moveTo>
                    <a:cubicBezTo>
                      <a:pt x="173" y="44"/>
                      <a:pt x="153" y="14"/>
                      <a:pt x="114" y="4"/>
                    </a:cubicBezTo>
                    <a:cubicBezTo>
                      <a:pt x="99" y="0"/>
                      <a:pt x="25" y="55"/>
                      <a:pt x="15" y="68"/>
                    </a:cubicBezTo>
                    <a:cubicBezTo>
                      <a:pt x="6" y="81"/>
                      <a:pt x="0" y="120"/>
                      <a:pt x="0" y="120"/>
                    </a:cubicBezTo>
                    <a:cubicBezTo>
                      <a:pt x="18" y="138"/>
                      <a:pt x="18" y="138"/>
                      <a:pt x="18" y="138"/>
                    </a:cubicBezTo>
                    <a:cubicBezTo>
                      <a:pt x="18" y="138"/>
                      <a:pt x="90" y="98"/>
                      <a:pt x="116" y="79"/>
                    </a:cubicBezTo>
                    <a:cubicBezTo>
                      <a:pt x="144" y="58"/>
                      <a:pt x="173" y="44"/>
                      <a:pt x="173" y="44"/>
                    </a:cubicBezTo>
                  </a:path>
                </a:pathLst>
              </a:custGeom>
              <a:solidFill>
                <a:srgbClr val="5557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33" name="Freeform 275">
                <a:extLst>
                  <a:ext uri="{FF2B5EF4-FFF2-40B4-BE49-F238E27FC236}">
                    <a16:creationId xmlns:a16="http://schemas.microsoft.com/office/drawing/2014/main" id="{24A20F2A-6AC0-4C2C-9D9A-A9A4C8929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911"/>
                <a:ext cx="953" cy="555"/>
              </a:xfrm>
              <a:custGeom>
                <a:avLst/>
                <a:gdLst>
                  <a:gd name="T0" fmla="*/ 476 w 953"/>
                  <a:gd name="T1" fmla="*/ 0 h 555"/>
                  <a:gd name="T2" fmla="*/ 953 w 953"/>
                  <a:gd name="T3" fmla="*/ 281 h 555"/>
                  <a:gd name="T4" fmla="*/ 910 w 953"/>
                  <a:gd name="T5" fmla="*/ 302 h 555"/>
                  <a:gd name="T6" fmla="*/ 476 w 953"/>
                  <a:gd name="T7" fmla="*/ 555 h 555"/>
                  <a:gd name="T8" fmla="*/ 0 w 953"/>
                  <a:gd name="T9" fmla="*/ 281 h 555"/>
                  <a:gd name="T10" fmla="*/ 36 w 953"/>
                  <a:gd name="T11" fmla="*/ 252 h 555"/>
                  <a:gd name="T12" fmla="*/ 476 w 95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3" h="555">
                    <a:moveTo>
                      <a:pt x="476" y="0"/>
                    </a:moveTo>
                    <a:lnTo>
                      <a:pt x="953" y="281"/>
                    </a:lnTo>
                    <a:lnTo>
                      <a:pt x="910" y="302"/>
                    </a:lnTo>
                    <a:lnTo>
                      <a:pt x="476" y="555"/>
                    </a:lnTo>
                    <a:lnTo>
                      <a:pt x="0" y="281"/>
                    </a:lnTo>
                    <a:lnTo>
                      <a:pt x="36" y="252"/>
                    </a:lnTo>
                    <a:lnTo>
                      <a:pt x="476" y="0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34" name="Freeform 276">
                <a:extLst>
                  <a:ext uri="{FF2B5EF4-FFF2-40B4-BE49-F238E27FC236}">
                    <a16:creationId xmlns:a16="http://schemas.microsoft.com/office/drawing/2014/main" id="{77F13A5F-D992-40A9-869D-D30942BD9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911"/>
                <a:ext cx="953" cy="555"/>
              </a:xfrm>
              <a:custGeom>
                <a:avLst/>
                <a:gdLst>
                  <a:gd name="T0" fmla="*/ 476 w 953"/>
                  <a:gd name="T1" fmla="*/ 0 h 555"/>
                  <a:gd name="T2" fmla="*/ 953 w 953"/>
                  <a:gd name="T3" fmla="*/ 281 h 555"/>
                  <a:gd name="T4" fmla="*/ 910 w 953"/>
                  <a:gd name="T5" fmla="*/ 302 h 555"/>
                  <a:gd name="T6" fmla="*/ 476 w 953"/>
                  <a:gd name="T7" fmla="*/ 555 h 555"/>
                  <a:gd name="T8" fmla="*/ 0 w 953"/>
                  <a:gd name="T9" fmla="*/ 281 h 555"/>
                  <a:gd name="T10" fmla="*/ 36 w 953"/>
                  <a:gd name="T11" fmla="*/ 252 h 555"/>
                  <a:gd name="T12" fmla="*/ 476 w 95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3" h="555">
                    <a:moveTo>
                      <a:pt x="476" y="0"/>
                    </a:moveTo>
                    <a:lnTo>
                      <a:pt x="953" y="281"/>
                    </a:lnTo>
                    <a:lnTo>
                      <a:pt x="910" y="302"/>
                    </a:lnTo>
                    <a:lnTo>
                      <a:pt x="476" y="555"/>
                    </a:lnTo>
                    <a:lnTo>
                      <a:pt x="0" y="281"/>
                    </a:lnTo>
                    <a:lnTo>
                      <a:pt x="36" y="252"/>
                    </a:lnTo>
                    <a:lnTo>
                      <a:pt x="47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35" name="Freeform 277">
                <a:extLst>
                  <a:ext uri="{FF2B5EF4-FFF2-40B4-BE49-F238E27FC236}">
                    <a16:creationId xmlns:a16="http://schemas.microsoft.com/office/drawing/2014/main" id="{788DCED6-CA64-40F6-ADB6-55A7232EF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6" y="1228"/>
                <a:ext cx="593" cy="173"/>
              </a:xfrm>
              <a:custGeom>
                <a:avLst/>
                <a:gdLst>
                  <a:gd name="T0" fmla="*/ 0 w 593"/>
                  <a:gd name="T1" fmla="*/ 0 h 173"/>
                  <a:gd name="T2" fmla="*/ 593 w 593"/>
                  <a:gd name="T3" fmla="*/ 0 h 173"/>
                  <a:gd name="T4" fmla="*/ 296 w 593"/>
                  <a:gd name="T5" fmla="*/ 173 h 173"/>
                  <a:gd name="T6" fmla="*/ 0 w 593"/>
                  <a:gd name="T7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3" h="173">
                    <a:moveTo>
                      <a:pt x="0" y="0"/>
                    </a:moveTo>
                    <a:lnTo>
                      <a:pt x="593" y="0"/>
                    </a:lnTo>
                    <a:lnTo>
                      <a:pt x="296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E9C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36" name="Freeform 278">
                <a:extLst>
                  <a:ext uri="{FF2B5EF4-FFF2-40B4-BE49-F238E27FC236}">
                    <a16:creationId xmlns:a16="http://schemas.microsoft.com/office/drawing/2014/main" id="{204D2276-3905-4A29-AE75-BA19CE06F9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6" y="1228"/>
                <a:ext cx="593" cy="173"/>
              </a:xfrm>
              <a:custGeom>
                <a:avLst/>
                <a:gdLst>
                  <a:gd name="T0" fmla="*/ 0 w 593"/>
                  <a:gd name="T1" fmla="*/ 0 h 173"/>
                  <a:gd name="T2" fmla="*/ 593 w 593"/>
                  <a:gd name="T3" fmla="*/ 0 h 173"/>
                  <a:gd name="T4" fmla="*/ 296 w 593"/>
                  <a:gd name="T5" fmla="*/ 173 h 173"/>
                  <a:gd name="T6" fmla="*/ 0 w 593"/>
                  <a:gd name="T7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3" h="173">
                    <a:moveTo>
                      <a:pt x="0" y="0"/>
                    </a:moveTo>
                    <a:lnTo>
                      <a:pt x="593" y="0"/>
                    </a:lnTo>
                    <a:lnTo>
                      <a:pt x="296" y="17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37" name="Freeform 279">
                <a:extLst>
                  <a:ext uri="{FF2B5EF4-FFF2-40B4-BE49-F238E27FC236}">
                    <a16:creationId xmlns:a16="http://schemas.microsoft.com/office/drawing/2014/main" id="{F2F73EB2-A210-4090-A299-432525480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1" y="983"/>
                <a:ext cx="723" cy="216"/>
              </a:xfrm>
              <a:custGeom>
                <a:avLst/>
                <a:gdLst>
                  <a:gd name="T0" fmla="*/ 361 w 723"/>
                  <a:gd name="T1" fmla="*/ 0 h 216"/>
                  <a:gd name="T2" fmla="*/ 723 w 723"/>
                  <a:gd name="T3" fmla="*/ 209 h 216"/>
                  <a:gd name="T4" fmla="*/ 708 w 723"/>
                  <a:gd name="T5" fmla="*/ 216 h 216"/>
                  <a:gd name="T6" fmla="*/ 361 w 723"/>
                  <a:gd name="T7" fmla="*/ 14 h 216"/>
                  <a:gd name="T8" fmla="*/ 44 w 723"/>
                  <a:gd name="T9" fmla="*/ 194 h 216"/>
                  <a:gd name="T10" fmla="*/ 22 w 723"/>
                  <a:gd name="T11" fmla="*/ 209 h 216"/>
                  <a:gd name="T12" fmla="*/ 15 w 723"/>
                  <a:gd name="T13" fmla="*/ 216 h 216"/>
                  <a:gd name="T14" fmla="*/ 0 w 723"/>
                  <a:gd name="T15" fmla="*/ 209 h 216"/>
                  <a:gd name="T16" fmla="*/ 15 w 723"/>
                  <a:gd name="T17" fmla="*/ 194 h 216"/>
                  <a:gd name="T18" fmla="*/ 44 w 723"/>
                  <a:gd name="T19" fmla="*/ 180 h 216"/>
                  <a:gd name="T20" fmla="*/ 361 w 723"/>
                  <a:gd name="T21" fmla="*/ 0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3" h="216">
                    <a:moveTo>
                      <a:pt x="361" y="0"/>
                    </a:moveTo>
                    <a:lnTo>
                      <a:pt x="723" y="209"/>
                    </a:lnTo>
                    <a:lnTo>
                      <a:pt x="708" y="216"/>
                    </a:lnTo>
                    <a:lnTo>
                      <a:pt x="361" y="14"/>
                    </a:lnTo>
                    <a:lnTo>
                      <a:pt x="44" y="194"/>
                    </a:lnTo>
                    <a:lnTo>
                      <a:pt x="22" y="209"/>
                    </a:lnTo>
                    <a:lnTo>
                      <a:pt x="15" y="216"/>
                    </a:lnTo>
                    <a:lnTo>
                      <a:pt x="0" y="209"/>
                    </a:lnTo>
                    <a:lnTo>
                      <a:pt x="15" y="194"/>
                    </a:lnTo>
                    <a:lnTo>
                      <a:pt x="44" y="180"/>
                    </a:lnTo>
                    <a:lnTo>
                      <a:pt x="361" y="0"/>
                    </a:lnTo>
                    <a:close/>
                  </a:path>
                </a:pathLst>
              </a:custGeom>
              <a:solidFill>
                <a:srgbClr val="9C6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38" name="Freeform 280">
                <a:extLst>
                  <a:ext uri="{FF2B5EF4-FFF2-40B4-BE49-F238E27FC236}">
                    <a16:creationId xmlns:a16="http://schemas.microsoft.com/office/drawing/2014/main" id="{1C3C6636-C2E6-4DE4-9D14-E34803D74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1" y="983"/>
                <a:ext cx="723" cy="216"/>
              </a:xfrm>
              <a:custGeom>
                <a:avLst/>
                <a:gdLst>
                  <a:gd name="T0" fmla="*/ 361 w 723"/>
                  <a:gd name="T1" fmla="*/ 0 h 216"/>
                  <a:gd name="T2" fmla="*/ 723 w 723"/>
                  <a:gd name="T3" fmla="*/ 209 h 216"/>
                  <a:gd name="T4" fmla="*/ 708 w 723"/>
                  <a:gd name="T5" fmla="*/ 216 h 216"/>
                  <a:gd name="T6" fmla="*/ 361 w 723"/>
                  <a:gd name="T7" fmla="*/ 14 h 216"/>
                  <a:gd name="T8" fmla="*/ 44 w 723"/>
                  <a:gd name="T9" fmla="*/ 194 h 216"/>
                  <a:gd name="T10" fmla="*/ 22 w 723"/>
                  <a:gd name="T11" fmla="*/ 209 h 216"/>
                  <a:gd name="T12" fmla="*/ 15 w 723"/>
                  <a:gd name="T13" fmla="*/ 216 h 216"/>
                  <a:gd name="T14" fmla="*/ 0 w 723"/>
                  <a:gd name="T15" fmla="*/ 209 h 216"/>
                  <a:gd name="T16" fmla="*/ 15 w 723"/>
                  <a:gd name="T17" fmla="*/ 194 h 216"/>
                  <a:gd name="T18" fmla="*/ 44 w 723"/>
                  <a:gd name="T19" fmla="*/ 180 h 216"/>
                  <a:gd name="T20" fmla="*/ 361 w 723"/>
                  <a:gd name="T21" fmla="*/ 0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3" h="216">
                    <a:moveTo>
                      <a:pt x="361" y="0"/>
                    </a:moveTo>
                    <a:lnTo>
                      <a:pt x="723" y="209"/>
                    </a:lnTo>
                    <a:lnTo>
                      <a:pt x="708" y="216"/>
                    </a:lnTo>
                    <a:lnTo>
                      <a:pt x="361" y="14"/>
                    </a:lnTo>
                    <a:lnTo>
                      <a:pt x="44" y="194"/>
                    </a:lnTo>
                    <a:lnTo>
                      <a:pt x="22" y="209"/>
                    </a:lnTo>
                    <a:lnTo>
                      <a:pt x="15" y="216"/>
                    </a:lnTo>
                    <a:lnTo>
                      <a:pt x="0" y="209"/>
                    </a:lnTo>
                    <a:lnTo>
                      <a:pt x="15" y="194"/>
                    </a:lnTo>
                    <a:lnTo>
                      <a:pt x="44" y="180"/>
                    </a:lnTo>
                    <a:lnTo>
                      <a:pt x="36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39" name="Freeform 281">
                <a:extLst>
                  <a:ext uri="{FF2B5EF4-FFF2-40B4-BE49-F238E27FC236}">
                    <a16:creationId xmlns:a16="http://schemas.microsoft.com/office/drawing/2014/main" id="{3E53D137-9B27-4C23-9CF0-65114BFDD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6" y="997"/>
                <a:ext cx="693" cy="216"/>
              </a:xfrm>
              <a:custGeom>
                <a:avLst/>
                <a:gdLst>
                  <a:gd name="T0" fmla="*/ 346 w 693"/>
                  <a:gd name="T1" fmla="*/ 0 h 216"/>
                  <a:gd name="T2" fmla="*/ 693 w 693"/>
                  <a:gd name="T3" fmla="*/ 202 h 216"/>
                  <a:gd name="T4" fmla="*/ 664 w 693"/>
                  <a:gd name="T5" fmla="*/ 216 h 216"/>
                  <a:gd name="T6" fmla="*/ 29 w 693"/>
                  <a:gd name="T7" fmla="*/ 216 h 216"/>
                  <a:gd name="T8" fmla="*/ 0 w 693"/>
                  <a:gd name="T9" fmla="*/ 202 h 216"/>
                  <a:gd name="T10" fmla="*/ 7 w 693"/>
                  <a:gd name="T11" fmla="*/ 195 h 216"/>
                  <a:gd name="T12" fmla="*/ 29 w 693"/>
                  <a:gd name="T13" fmla="*/ 180 h 216"/>
                  <a:gd name="T14" fmla="*/ 346 w 693"/>
                  <a:gd name="T15" fmla="*/ 0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3" h="216">
                    <a:moveTo>
                      <a:pt x="346" y="0"/>
                    </a:moveTo>
                    <a:lnTo>
                      <a:pt x="693" y="202"/>
                    </a:lnTo>
                    <a:lnTo>
                      <a:pt x="664" y="216"/>
                    </a:lnTo>
                    <a:lnTo>
                      <a:pt x="29" y="216"/>
                    </a:lnTo>
                    <a:lnTo>
                      <a:pt x="0" y="202"/>
                    </a:lnTo>
                    <a:lnTo>
                      <a:pt x="7" y="195"/>
                    </a:lnTo>
                    <a:lnTo>
                      <a:pt x="29" y="180"/>
                    </a:lnTo>
                    <a:lnTo>
                      <a:pt x="346" y="0"/>
                    </a:lnTo>
                    <a:close/>
                  </a:path>
                </a:pathLst>
              </a:custGeom>
              <a:solidFill>
                <a:srgbClr val="DE9C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40" name="Freeform 282">
                <a:extLst>
                  <a:ext uri="{FF2B5EF4-FFF2-40B4-BE49-F238E27FC236}">
                    <a16:creationId xmlns:a16="http://schemas.microsoft.com/office/drawing/2014/main" id="{2674AF15-113C-44AE-8CE9-E195F1706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6" y="997"/>
                <a:ext cx="693" cy="216"/>
              </a:xfrm>
              <a:custGeom>
                <a:avLst/>
                <a:gdLst>
                  <a:gd name="T0" fmla="*/ 346 w 693"/>
                  <a:gd name="T1" fmla="*/ 0 h 216"/>
                  <a:gd name="T2" fmla="*/ 693 w 693"/>
                  <a:gd name="T3" fmla="*/ 202 h 216"/>
                  <a:gd name="T4" fmla="*/ 664 w 693"/>
                  <a:gd name="T5" fmla="*/ 216 h 216"/>
                  <a:gd name="T6" fmla="*/ 29 w 693"/>
                  <a:gd name="T7" fmla="*/ 216 h 216"/>
                  <a:gd name="T8" fmla="*/ 0 w 693"/>
                  <a:gd name="T9" fmla="*/ 202 h 216"/>
                  <a:gd name="T10" fmla="*/ 7 w 693"/>
                  <a:gd name="T11" fmla="*/ 195 h 216"/>
                  <a:gd name="T12" fmla="*/ 29 w 693"/>
                  <a:gd name="T13" fmla="*/ 180 h 216"/>
                  <a:gd name="T14" fmla="*/ 346 w 693"/>
                  <a:gd name="T15" fmla="*/ 0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3" h="216">
                    <a:moveTo>
                      <a:pt x="346" y="0"/>
                    </a:moveTo>
                    <a:lnTo>
                      <a:pt x="693" y="202"/>
                    </a:lnTo>
                    <a:lnTo>
                      <a:pt x="664" y="216"/>
                    </a:lnTo>
                    <a:lnTo>
                      <a:pt x="29" y="216"/>
                    </a:lnTo>
                    <a:lnTo>
                      <a:pt x="0" y="202"/>
                    </a:lnTo>
                    <a:lnTo>
                      <a:pt x="7" y="195"/>
                    </a:lnTo>
                    <a:lnTo>
                      <a:pt x="29" y="180"/>
                    </a:lnTo>
                    <a:lnTo>
                      <a:pt x="3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41" name="Freeform 283">
                <a:extLst>
                  <a:ext uri="{FF2B5EF4-FFF2-40B4-BE49-F238E27FC236}">
                    <a16:creationId xmlns:a16="http://schemas.microsoft.com/office/drawing/2014/main" id="{D6EB3F54-E0B9-49EA-9E9B-083109B0E5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5" y="1213"/>
                <a:ext cx="635" cy="15"/>
              </a:xfrm>
              <a:custGeom>
                <a:avLst/>
                <a:gdLst>
                  <a:gd name="T0" fmla="*/ 635 w 635"/>
                  <a:gd name="T1" fmla="*/ 0 h 15"/>
                  <a:gd name="T2" fmla="*/ 614 w 635"/>
                  <a:gd name="T3" fmla="*/ 15 h 15"/>
                  <a:gd name="T4" fmla="*/ 21 w 635"/>
                  <a:gd name="T5" fmla="*/ 15 h 15"/>
                  <a:gd name="T6" fmla="*/ 0 w 635"/>
                  <a:gd name="T7" fmla="*/ 0 h 15"/>
                  <a:gd name="T8" fmla="*/ 635 w 635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5" h="15">
                    <a:moveTo>
                      <a:pt x="635" y="0"/>
                    </a:moveTo>
                    <a:lnTo>
                      <a:pt x="614" y="15"/>
                    </a:lnTo>
                    <a:lnTo>
                      <a:pt x="21" y="15"/>
                    </a:lnTo>
                    <a:lnTo>
                      <a:pt x="0" y="0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9C6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42" name="Freeform 284">
                <a:extLst>
                  <a:ext uri="{FF2B5EF4-FFF2-40B4-BE49-F238E27FC236}">
                    <a16:creationId xmlns:a16="http://schemas.microsoft.com/office/drawing/2014/main" id="{67C43203-DBB4-4F45-9854-13ECF2C25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5" y="1213"/>
                <a:ext cx="635" cy="15"/>
              </a:xfrm>
              <a:custGeom>
                <a:avLst/>
                <a:gdLst>
                  <a:gd name="T0" fmla="*/ 635 w 635"/>
                  <a:gd name="T1" fmla="*/ 0 h 15"/>
                  <a:gd name="T2" fmla="*/ 614 w 635"/>
                  <a:gd name="T3" fmla="*/ 15 h 15"/>
                  <a:gd name="T4" fmla="*/ 21 w 635"/>
                  <a:gd name="T5" fmla="*/ 15 h 15"/>
                  <a:gd name="T6" fmla="*/ 0 w 635"/>
                  <a:gd name="T7" fmla="*/ 0 h 15"/>
                  <a:gd name="T8" fmla="*/ 635 w 635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5" h="15">
                    <a:moveTo>
                      <a:pt x="635" y="0"/>
                    </a:moveTo>
                    <a:lnTo>
                      <a:pt x="614" y="15"/>
                    </a:lnTo>
                    <a:lnTo>
                      <a:pt x="21" y="15"/>
                    </a:lnTo>
                    <a:lnTo>
                      <a:pt x="0" y="0"/>
                    </a:lnTo>
                    <a:lnTo>
                      <a:pt x="6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43" name="Freeform 285">
                <a:extLst>
                  <a:ext uri="{FF2B5EF4-FFF2-40B4-BE49-F238E27FC236}">
                    <a16:creationId xmlns:a16="http://schemas.microsoft.com/office/drawing/2014/main" id="{F5DF8B25-4AA3-4B0B-8FCD-AA2BFA0DB9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1163"/>
                <a:ext cx="953" cy="50"/>
              </a:xfrm>
              <a:custGeom>
                <a:avLst/>
                <a:gdLst>
                  <a:gd name="T0" fmla="*/ 910 w 953"/>
                  <a:gd name="T1" fmla="*/ 0 h 50"/>
                  <a:gd name="T2" fmla="*/ 953 w 953"/>
                  <a:gd name="T3" fmla="*/ 29 h 50"/>
                  <a:gd name="T4" fmla="*/ 939 w 953"/>
                  <a:gd name="T5" fmla="*/ 36 h 50"/>
                  <a:gd name="T6" fmla="*/ 910 w 953"/>
                  <a:gd name="T7" fmla="*/ 50 h 50"/>
                  <a:gd name="T8" fmla="*/ 794 w 953"/>
                  <a:gd name="T9" fmla="*/ 50 h 50"/>
                  <a:gd name="T10" fmla="*/ 159 w 953"/>
                  <a:gd name="T11" fmla="*/ 50 h 50"/>
                  <a:gd name="T12" fmla="*/ 36 w 953"/>
                  <a:gd name="T13" fmla="*/ 50 h 50"/>
                  <a:gd name="T14" fmla="*/ 0 w 953"/>
                  <a:gd name="T15" fmla="*/ 29 h 50"/>
                  <a:gd name="T16" fmla="*/ 36 w 953"/>
                  <a:gd name="T17" fmla="*/ 0 h 50"/>
                  <a:gd name="T18" fmla="*/ 159 w 953"/>
                  <a:gd name="T19" fmla="*/ 0 h 50"/>
                  <a:gd name="T20" fmla="*/ 794 w 953"/>
                  <a:gd name="T21" fmla="*/ 0 h 50"/>
                  <a:gd name="T22" fmla="*/ 910 w 953"/>
                  <a:gd name="T2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53" h="50">
                    <a:moveTo>
                      <a:pt x="910" y="0"/>
                    </a:moveTo>
                    <a:lnTo>
                      <a:pt x="953" y="29"/>
                    </a:lnTo>
                    <a:lnTo>
                      <a:pt x="939" y="36"/>
                    </a:lnTo>
                    <a:lnTo>
                      <a:pt x="910" y="50"/>
                    </a:lnTo>
                    <a:lnTo>
                      <a:pt x="794" y="50"/>
                    </a:lnTo>
                    <a:lnTo>
                      <a:pt x="159" y="50"/>
                    </a:lnTo>
                    <a:lnTo>
                      <a:pt x="36" y="50"/>
                    </a:lnTo>
                    <a:lnTo>
                      <a:pt x="0" y="29"/>
                    </a:lnTo>
                    <a:lnTo>
                      <a:pt x="36" y="0"/>
                    </a:lnTo>
                    <a:lnTo>
                      <a:pt x="159" y="0"/>
                    </a:lnTo>
                    <a:lnTo>
                      <a:pt x="794" y="0"/>
                    </a:lnTo>
                    <a:lnTo>
                      <a:pt x="910" y="0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44" name="Freeform 286">
                <a:extLst>
                  <a:ext uri="{FF2B5EF4-FFF2-40B4-BE49-F238E27FC236}">
                    <a16:creationId xmlns:a16="http://schemas.microsoft.com/office/drawing/2014/main" id="{FD7C5751-D6D7-405C-9797-D56DBB9FDB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1163"/>
                <a:ext cx="953" cy="50"/>
              </a:xfrm>
              <a:custGeom>
                <a:avLst/>
                <a:gdLst>
                  <a:gd name="T0" fmla="*/ 910 w 953"/>
                  <a:gd name="T1" fmla="*/ 0 h 50"/>
                  <a:gd name="T2" fmla="*/ 953 w 953"/>
                  <a:gd name="T3" fmla="*/ 29 h 50"/>
                  <a:gd name="T4" fmla="*/ 939 w 953"/>
                  <a:gd name="T5" fmla="*/ 36 h 50"/>
                  <a:gd name="T6" fmla="*/ 910 w 953"/>
                  <a:gd name="T7" fmla="*/ 50 h 50"/>
                  <a:gd name="T8" fmla="*/ 794 w 953"/>
                  <a:gd name="T9" fmla="*/ 50 h 50"/>
                  <a:gd name="T10" fmla="*/ 159 w 953"/>
                  <a:gd name="T11" fmla="*/ 50 h 50"/>
                  <a:gd name="T12" fmla="*/ 36 w 953"/>
                  <a:gd name="T13" fmla="*/ 50 h 50"/>
                  <a:gd name="T14" fmla="*/ 0 w 953"/>
                  <a:gd name="T15" fmla="*/ 29 h 50"/>
                  <a:gd name="T16" fmla="*/ 36 w 953"/>
                  <a:gd name="T17" fmla="*/ 0 h 50"/>
                  <a:gd name="T18" fmla="*/ 159 w 953"/>
                  <a:gd name="T19" fmla="*/ 0 h 50"/>
                  <a:gd name="T20" fmla="*/ 794 w 953"/>
                  <a:gd name="T21" fmla="*/ 0 h 50"/>
                  <a:gd name="T22" fmla="*/ 910 w 953"/>
                  <a:gd name="T2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53" h="50">
                    <a:moveTo>
                      <a:pt x="910" y="0"/>
                    </a:moveTo>
                    <a:lnTo>
                      <a:pt x="953" y="29"/>
                    </a:lnTo>
                    <a:lnTo>
                      <a:pt x="939" y="36"/>
                    </a:lnTo>
                    <a:lnTo>
                      <a:pt x="910" y="50"/>
                    </a:lnTo>
                    <a:lnTo>
                      <a:pt x="794" y="50"/>
                    </a:lnTo>
                    <a:lnTo>
                      <a:pt x="159" y="50"/>
                    </a:lnTo>
                    <a:lnTo>
                      <a:pt x="36" y="50"/>
                    </a:lnTo>
                    <a:lnTo>
                      <a:pt x="0" y="29"/>
                    </a:lnTo>
                    <a:lnTo>
                      <a:pt x="36" y="0"/>
                    </a:lnTo>
                    <a:lnTo>
                      <a:pt x="159" y="0"/>
                    </a:lnTo>
                    <a:lnTo>
                      <a:pt x="794" y="0"/>
                    </a:lnTo>
                    <a:lnTo>
                      <a:pt x="91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45" name="Freeform 287">
                <a:extLst>
                  <a:ext uri="{FF2B5EF4-FFF2-40B4-BE49-F238E27FC236}">
                    <a16:creationId xmlns:a16="http://schemas.microsoft.com/office/drawing/2014/main" id="{B56CE783-DAA9-4F39-A342-0237E62CA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1192"/>
                <a:ext cx="476" cy="829"/>
              </a:xfrm>
              <a:custGeom>
                <a:avLst/>
                <a:gdLst>
                  <a:gd name="T0" fmla="*/ 0 w 476"/>
                  <a:gd name="T1" fmla="*/ 0 h 829"/>
                  <a:gd name="T2" fmla="*/ 476 w 476"/>
                  <a:gd name="T3" fmla="*/ 274 h 829"/>
                  <a:gd name="T4" fmla="*/ 476 w 476"/>
                  <a:gd name="T5" fmla="*/ 324 h 829"/>
                  <a:gd name="T6" fmla="*/ 476 w 476"/>
                  <a:gd name="T7" fmla="*/ 829 h 829"/>
                  <a:gd name="T8" fmla="*/ 0 w 476"/>
                  <a:gd name="T9" fmla="*/ 547 h 829"/>
                  <a:gd name="T10" fmla="*/ 0 w 476"/>
                  <a:gd name="T11" fmla="*/ 504 h 829"/>
                  <a:gd name="T12" fmla="*/ 0 w 476"/>
                  <a:gd name="T13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6" h="829">
                    <a:moveTo>
                      <a:pt x="0" y="0"/>
                    </a:moveTo>
                    <a:lnTo>
                      <a:pt x="476" y="274"/>
                    </a:lnTo>
                    <a:lnTo>
                      <a:pt x="476" y="324"/>
                    </a:lnTo>
                    <a:lnTo>
                      <a:pt x="476" y="829"/>
                    </a:lnTo>
                    <a:lnTo>
                      <a:pt x="0" y="547"/>
                    </a:lnTo>
                    <a:lnTo>
                      <a:pt x="0" y="5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E9C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46" name="Freeform 288">
                <a:extLst>
                  <a:ext uri="{FF2B5EF4-FFF2-40B4-BE49-F238E27FC236}">
                    <a16:creationId xmlns:a16="http://schemas.microsoft.com/office/drawing/2014/main" id="{9A718069-B192-4EF4-8D5D-DAA96FA7C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1192"/>
                <a:ext cx="476" cy="829"/>
              </a:xfrm>
              <a:custGeom>
                <a:avLst/>
                <a:gdLst>
                  <a:gd name="T0" fmla="*/ 0 w 476"/>
                  <a:gd name="T1" fmla="*/ 0 h 829"/>
                  <a:gd name="T2" fmla="*/ 476 w 476"/>
                  <a:gd name="T3" fmla="*/ 274 h 829"/>
                  <a:gd name="T4" fmla="*/ 476 w 476"/>
                  <a:gd name="T5" fmla="*/ 324 h 829"/>
                  <a:gd name="T6" fmla="*/ 476 w 476"/>
                  <a:gd name="T7" fmla="*/ 829 h 829"/>
                  <a:gd name="T8" fmla="*/ 0 w 476"/>
                  <a:gd name="T9" fmla="*/ 547 h 829"/>
                  <a:gd name="T10" fmla="*/ 0 w 476"/>
                  <a:gd name="T11" fmla="*/ 504 h 829"/>
                  <a:gd name="T12" fmla="*/ 0 w 476"/>
                  <a:gd name="T13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6" h="829">
                    <a:moveTo>
                      <a:pt x="0" y="0"/>
                    </a:moveTo>
                    <a:lnTo>
                      <a:pt x="476" y="274"/>
                    </a:lnTo>
                    <a:lnTo>
                      <a:pt x="476" y="324"/>
                    </a:lnTo>
                    <a:lnTo>
                      <a:pt x="476" y="829"/>
                    </a:lnTo>
                    <a:lnTo>
                      <a:pt x="0" y="547"/>
                    </a:lnTo>
                    <a:lnTo>
                      <a:pt x="0" y="50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47" name="Freeform 289">
                <a:extLst>
                  <a:ext uri="{FF2B5EF4-FFF2-40B4-BE49-F238E27FC236}">
                    <a16:creationId xmlns:a16="http://schemas.microsoft.com/office/drawing/2014/main" id="{F09B4C60-E8F9-4FEE-9F77-C155E7901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03" y="1574"/>
                <a:ext cx="282" cy="331"/>
              </a:xfrm>
              <a:custGeom>
                <a:avLst/>
                <a:gdLst>
                  <a:gd name="T0" fmla="*/ 282 w 282"/>
                  <a:gd name="T1" fmla="*/ 331 h 331"/>
                  <a:gd name="T2" fmla="*/ 0 w 282"/>
                  <a:gd name="T3" fmla="*/ 165 h 331"/>
                  <a:gd name="T4" fmla="*/ 282 w 282"/>
                  <a:gd name="T5" fmla="*/ 0 h 331"/>
                  <a:gd name="T6" fmla="*/ 282 w 282"/>
                  <a:gd name="T7" fmla="*/ 331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2" h="331">
                    <a:moveTo>
                      <a:pt x="282" y="331"/>
                    </a:moveTo>
                    <a:lnTo>
                      <a:pt x="0" y="165"/>
                    </a:lnTo>
                    <a:lnTo>
                      <a:pt x="282" y="0"/>
                    </a:lnTo>
                    <a:lnTo>
                      <a:pt x="282" y="331"/>
                    </a:lnTo>
                    <a:close/>
                  </a:path>
                </a:pathLst>
              </a:custGeom>
              <a:solidFill>
                <a:srgbClr val="DE9C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48" name="Freeform 290">
                <a:extLst>
                  <a:ext uri="{FF2B5EF4-FFF2-40B4-BE49-F238E27FC236}">
                    <a16:creationId xmlns:a16="http://schemas.microsoft.com/office/drawing/2014/main" id="{7BB6841E-871F-444F-8BDE-E8BB58097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03" y="1574"/>
                <a:ext cx="282" cy="331"/>
              </a:xfrm>
              <a:custGeom>
                <a:avLst/>
                <a:gdLst>
                  <a:gd name="T0" fmla="*/ 282 w 282"/>
                  <a:gd name="T1" fmla="*/ 331 h 331"/>
                  <a:gd name="T2" fmla="*/ 0 w 282"/>
                  <a:gd name="T3" fmla="*/ 165 h 331"/>
                  <a:gd name="T4" fmla="*/ 282 w 282"/>
                  <a:gd name="T5" fmla="*/ 0 h 331"/>
                  <a:gd name="T6" fmla="*/ 282 w 282"/>
                  <a:gd name="T7" fmla="*/ 331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2" h="331">
                    <a:moveTo>
                      <a:pt x="282" y="331"/>
                    </a:moveTo>
                    <a:lnTo>
                      <a:pt x="0" y="165"/>
                    </a:lnTo>
                    <a:lnTo>
                      <a:pt x="282" y="0"/>
                    </a:lnTo>
                    <a:lnTo>
                      <a:pt x="282" y="3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49" name="Freeform 291">
                <a:extLst>
                  <a:ext uri="{FF2B5EF4-FFF2-40B4-BE49-F238E27FC236}">
                    <a16:creationId xmlns:a16="http://schemas.microsoft.com/office/drawing/2014/main" id="{AC08DE23-30AB-4735-8AAF-34A5B9C96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4" y="1307"/>
                <a:ext cx="14" cy="411"/>
              </a:xfrm>
              <a:custGeom>
                <a:avLst/>
                <a:gdLst>
                  <a:gd name="T0" fmla="*/ 0 w 14"/>
                  <a:gd name="T1" fmla="*/ 0 h 411"/>
                  <a:gd name="T2" fmla="*/ 14 w 14"/>
                  <a:gd name="T3" fmla="*/ 7 h 411"/>
                  <a:gd name="T4" fmla="*/ 14 w 14"/>
                  <a:gd name="T5" fmla="*/ 375 h 411"/>
                  <a:gd name="T6" fmla="*/ 14 w 14"/>
                  <a:gd name="T7" fmla="*/ 404 h 411"/>
                  <a:gd name="T8" fmla="*/ 14 w 14"/>
                  <a:gd name="T9" fmla="*/ 411 h 411"/>
                  <a:gd name="T10" fmla="*/ 0 w 14"/>
                  <a:gd name="T11" fmla="*/ 404 h 411"/>
                  <a:gd name="T12" fmla="*/ 0 w 14"/>
                  <a:gd name="T13" fmla="*/ 382 h 411"/>
                  <a:gd name="T14" fmla="*/ 0 w 14"/>
                  <a:gd name="T15" fmla="*/ 353 h 411"/>
                  <a:gd name="T16" fmla="*/ 0 w 14"/>
                  <a:gd name="T17" fmla="*/ 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411">
                    <a:moveTo>
                      <a:pt x="0" y="0"/>
                    </a:moveTo>
                    <a:lnTo>
                      <a:pt x="14" y="7"/>
                    </a:lnTo>
                    <a:lnTo>
                      <a:pt x="14" y="375"/>
                    </a:lnTo>
                    <a:lnTo>
                      <a:pt x="14" y="404"/>
                    </a:lnTo>
                    <a:lnTo>
                      <a:pt x="14" y="411"/>
                    </a:lnTo>
                    <a:lnTo>
                      <a:pt x="0" y="404"/>
                    </a:lnTo>
                    <a:lnTo>
                      <a:pt x="0" y="382"/>
                    </a:lnTo>
                    <a:lnTo>
                      <a:pt x="0" y="3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C6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50" name="Freeform 292">
                <a:extLst>
                  <a:ext uri="{FF2B5EF4-FFF2-40B4-BE49-F238E27FC236}">
                    <a16:creationId xmlns:a16="http://schemas.microsoft.com/office/drawing/2014/main" id="{D058D34C-8C47-4C43-ABBF-2FD349164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4" y="1307"/>
                <a:ext cx="14" cy="411"/>
              </a:xfrm>
              <a:custGeom>
                <a:avLst/>
                <a:gdLst>
                  <a:gd name="T0" fmla="*/ 0 w 14"/>
                  <a:gd name="T1" fmla="*/ 0 h 411"/>
                  <a:gd name="T2" fmla="*/ 14 w 14"/>
                  <a:gd name="T3" fmla="*/ 7 h 411"/>
                  <a:gd name="T4" fmla="*/ 14 w 14"/>
                  <a:gd name="T5" fmla="*/ 375 h 411"/>
                  <a:gd name="T6" fmla="*/ 14 w 14"/>
                  <a:gd name="T7" fmla="*/ 404 h 411"/>
                  <a:gd name="T8" fmla="*/ 14 w 14"/>
                  <a:gd name="T9" fmla="*/ 411 h 411"/>
                  <a:gd name="T10" fmla="*/ 0 w 14"/>
                  <a:gd name="T11" fmla="*/ 404 h 411"/>
                  <a:gd name="T12" fmla="*/ 0 w 14"/>
                  <a:gd name="T13" fmla="*/ 382 h 411"/>
                  <a:gd name="T14" fmla="*/ 0 w 14"/>
                  <a:gd name="T15" fmla="*/ 353 h 411"/>
                  <a:gd name="T16" fmla="*/ 0 w 14"/>
                  <a:gd name="T17" fmla="*/ 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411">
                    <a:moveTo>
                      <a:pt x="0" y="0"/>
                    </a:moveTo>
                    <a:lnTo>
                      <a:pt x="14" y="7"/>
                    </a:lnTo>
                    <a:lnTo>
                      <a:pt x="14" y="375"/>
                    </a:lnTo>
                    <a:lnTo>
                      <a:pt x="14" y="404"/>
                    </a:lnTo>
                    <a:lnTo>
                      <a:pt x="14" y="411"/>
                    </a:lnTo>
                    <a:lnTo>
                      <a:pt x="0" y="404"/>
                    </a:lnTo>
                    <a:lnTo>
                      <a:pt x="0" y="382"/>
                    </a:lnTo>
                    <a:lnTo>
                      <a:pt x="0" y="35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51" name="Freeform 293">
                <a:extLst>
                  <a:ext uri="{FF2B5EF4-FFF2-40B4-BE49-F238E27FC236}">
                    <a16:creationId xmlns:a16="http://schemas.microsoft.com/office/drawing/2014/main" id="{54C49153-0D97-45B4-B227-5FA6B179A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8" y="1314"/>
                <a:ext cx="347" cy="418"/>
              </a:xfrm>
              <a:custGeom>
                <a:avLst/>
                <a:gdLst>
                  <a:gd name="T0" fmla="*/ 0 w 347"/>
                  <a:gd name="T1" fmla="*/ 0 h 418"/>
                  <a:gd name="T2" fmla="*/ 347 w 347"/>
                  <a:gd name="T3" fmla="*/ 202 h 418"/>
                  <a:gd name="T4" fmla="*/ 347 w 347"/>
                  <a:gd name="T5" fmla="*/ 238 h 418"/>
                  <a:gd name="T6" fmla="*/ 29 w 347"/>
                  <a:gd name="T7" fmla="*/ 418 h 418"/>
                  <a:gd name="T8" fmla="*/ 0 w 347"/>
                  <a:gd name="T9" fmla="*/ 404 h 418"/>
                  <a:gd name="T10" fmla="*/ 0 w 347"/>
                  <a:gd name="T11" fmla="*/ 397 h 418"/>
                  <a:gd name="T12" fmla="*/ 0 w 347"/>
                  <a:gd name="T13" fmla="*/ 368 h 418"/>
                  <a:gd name="T14" fmla="*/ 0 w 347"/>
                  <a:gd name="T15" fmla="*/ 0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7" h="418">
                    <a:moveTo>
                      <a:pt x="0" y="0"/>
                    </a:moveTo>
                    <a:lnTo>
                      <a:pt x="347" y="202"/>
                    </a:lnTo>
                    <a:lnTo>
                      <a:pt x="347" y="238"/>
                    </a:lnTo>
                    <a:lnTo>
                      <a:pt x="29" y="418"/>
                    </a:lnTo>
                    <a:lnTo>
                      <a:pt x="0" y="404"/>
                    </a:lnTo>
                    <a:lnTo>
                      <a:pt x="0" y="397"/>
                    </a:lnTo>
                    <a:lnTo>
                      <a:pt x="0" y="3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52" name="Freeform 294">
                <a:extLst>
                  <a:ext uri="{FF2B5EF4-FFF2-40B4-BE49-F238E27FC236}">
                    <a16:creationId xmlns:a16="http://schemas.microsoft.com/office/drawing/2014/main" id="{6CBB2016-8218-4969-BBA0-E742298EC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8" y="1314"/>
                <a:ext cx="347" cy="418"/>
              </a:xfrm>
              <a:custGeom>
                <a:avLst/>
                <a:gdLst>
                  <a:gd name="T0" fmla="*/ 0 w 347"/>
                  <a:gd name="T1" fmla="*/ 0 h 418"/>
                  <a:gd name="T2" fmla="*/ 347 w 347"/>
                  <a:gd name="T3" fmla="*/ 202 h 418"/>
                  <a:gd name="T4" fmla="*/ 347 w 347"/>
                  <a:gd name="T5" fmla="*/ 238 h 418"/>
                  <a:gd name="T6" fmla="*/ 29 w 347"/>
                  <a:gd name="T7" fmla="*/ 418 h 418"/>
                  <a:gd name="T8" fmla="*/ 0 w 347"/>
                  <a:gd name="T9" fmla="*/ 404 h 418"/>
                  <a:gd name="T10" fmla="*/ 0 w 347"/>
                  <a:gd name="T11" fmla="*/ 397 h 418"/>
                  <a:gd name="T12" fmla="*/ 0 w 347"/>
                  <a:gd name="T13" fmla="*/ 368 h 418"/>
                  <a:gd name="T14" fmla="*/ 0 w 347"/>
                  <a:gd name="T15" fmla="*/ 0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7" h="418">
                    <a:moveTo>
                      <a:pt x="0" y="0"/>
                    </a:moveTo>
                    <a:lnTo>
                      <a:pt x="347" y="202"/>
                    </a:lnTo>
                    <a:lnTo>
                      <a:pt x="347" y="238"/>
                    </a:lnTo>
                    <a:lnTo>
                      <a:pt x="29" y="418"/>
                    </a:lnTo>
                    <a:lnTo>
                      <a:pt x="0" y="404"/>
                    </a:lnTo>
                    <a:lnTo>
                      <a:pt x="0" y="397"/>
                    </a:lnTo>
                    <a:lnTo>
                      <a:pt x="0" y="36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53" name="Freeform 295">
                <a:extLst>
                  <a:ext uri="{FF2B5EF4-FFF2-40B4-BE49-F238E27FC236}">
                    <a16:creationId xmlns:a16="http://schemas.microsoft.com/office/drawing/2014/main" id="{9B51C606-DA10-4D0C-BDB8-8422C73B6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9" y="1559"/>
                <a:ext cx="296" cy="346"/>
              </a:xfrm>
              <a:custGeom>
                <a:avLst/>
                <a:gdLst>
                  <a:gd name="T0" fmla="*/ 296 w 296"/>
                  <a:gd name="T1" fmla="*/ 346 h 346"/>
                  <a:gd name="T2" fmla="*/ 14 w 296"/>
                  <a:gd name="T3" fmla="*/ 180 h 346"/>
                  <a:gd name="T4" fmla="*/ 0 w 296"/>
                  <a:gd name="T5" fmla="*/ 173 h 346"/>
                  <a:gd name="T6" fmla="*/ 296 w 296"/>
                  <a:gd name="T7" fmla="*/ 0 h 346"/>
                  <a:gd name="T8" fmla="*/ 296 w 296"/>
                  <a:gd name="T9" fmla="*/ 15 h 346"/>
                  <a:gd name="T10" fmla="*/ 296 w 296"/>
                  <a:gd name="T11" fmla="*/ 346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6" h="346">
                    <a:moveTo>
                      <a:pt x="296" y="346"/>
                    </a:moveTo>
                    <a:lnTo>
                      <a:pt x="14" y="180"/>
                    </a:lnTo>
                    <a:lnTo>
                      <a:pt x="0" y="173"/>
                    </a:lnTo>
                    <a:lnTo>
                      <a:pt x="296" y="0"/>
                    </a:lnTo>
                    <a:lnTo>
                      <a:pt x="296" y="15"/>
                    </a:lnTo>
                    <a:lnTo>
                      <a:pt x="296" y="346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54" name="Freeform 296">
                <a:extLst>
                  <a:ext uri="{FF2B5EF4-FFF2-40B4-BE49-F238E27FC236}">
                    <a16:creationId xmlns:a16="http://schemas.microsoft.com/office/drawing/2014/main" id="{8D6C2C93-CFB4-48C5-84A2-D2045F295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9" y="1559"/>
                <a:ext cx="296" cy="346"/>
              </a:xfrm>
              <a:custGeom>
                <a:avLst/>
                <a:gdLst>
                  <a:gd name="T0" fmla="*/ 296 w 296"/>
                  <a:gd name="T1" fmla="*/ 346 h 346"/>
                  <a:gd name="T2" fmla="*/ 14 w 296"/>
                  <a:gd name="T3" fmla="*/ 180 h 346"/>
                  <a:gd name="T4" fmla="*/ 0 w 296"/>
                  <a:gd name="T5" fmla="*/ 173 h 346"/>
                  <a:gd name="T6" fmla="*/ 296 w 296"/>
                  <a:gd name="T7" fmla="*/ 0 h 346"/>
                  <a:gd name="T8" fmla="*/ 296 w 296"/>
                  <a:gd name="T9" fmla="*/ 15 h 346"/>
                  <a:gd name="T10" fmla="*/ 296 w 296"/>
                  <a:gd name="T11" fmla="*/ 346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6" h="346">
                    <a:moveTo>
                      <a:pt x="296" y="346"/>
                    </a:moveTo>
                    <a:lnTo>
                      <a:pt x="14" y="180"/>
                    </a:lnTo>
                    <a:lnTo>
                      <a:pt x="0" y="173"/>
                    </a:lnTo>
                    <a:lnTo>
                      <a:pt x="296" y="0"/>
                    </a:lnTo>
                    <a:lnTo>
                      <a:pt x="296" y="15"/>
                    </a:lnTo>
                    <a:lnTo>
                      <a:pt x="296" y="34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55" name="Freeform 297">
                <a:extLst>
                  <a:ext uri="{FF2B5EF4-FFF2-40B4-BE49-F238E27FC236}">
                    <a16:creationId xmlns:a16="http://schemas.microsoft.com/office/drawing/2014/main" id="{167D83F8-5061-46DB-BF53-648019DBB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1444"/>
                <a:ext cx="476" cy="324"/>
              </a:xfrm>
              <a:custGeom>
                <a:avLst/>
                <a:gdLst>
                  <a:gd name="T0" fmla="*/ 433 w 476"/>
                  <a:gd name="T1" fmla="*/ 0 h 324"/>
                  <a:gd name="T2" fmla="*/ 476 w 476"/>
                  <a:gd name="T3" fmla="*/ 22 h 324"/>
                  <a:gd name="T4" fmla="*/ 476 w 476"/>
                  <a:gd name="T5" fmla="*/ 72 h 324"/>
                  <a:gd name="T6" fmla="*/ 43 w 476"/>
                  <a:gd name="T7" fmla="*/ 324 h 324"/>
                  <a:gd name="T8" fmla="*/ 0 w 476"/>
                  <a:gd name="T9" fmla="*/ 295 h 324"/>
                  <a:gd name="T10" fmla="*/ 0 w 476"/>
                  <a:gd name="T11" fmla="*/ 252 h 324"/>
                  <a:gd name="T12" fmla="*/ 433 w 476"/>
                  <a:gd name="T13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6" h="324">
                    <a:moveTo>
                      <a:pt x="433" y="0"/>
                    </a:moveTo>
                    <a:lnTo>
                      <a:pt x="476" y="22"/>
                    </a:lnTo>
                    <a:lnTo>
                      <a:pt x="476" y="72"/>
                    </a:lnTo>
                    <a:lnTo>
                      <a:pt x="43" y="324"/>
                    </a:lnTo>
                    <a:lnTo>
                      <a:pt x="0" y="295"/>
                    </a:lnTo>
                    <a:lnTo>
                      <a:pt x="0" y="252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rgbClr val="9C6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56" name="Freeform 298">
                <a:extLst>
                  <a:ext uri="{FF2B5EF4-FFF2-40B4-BE49-F238E27FC236}">
                    <a16:creationId xmlns:a16="http://schemas.microsoft.com/office/drawing/2014/main" id="{DA74DAEC-590E-4579-BAB6-75046CC1B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1444"/>
                <a:ext cx="476" cy="324"/>
              </a:xfrm>
              <a:custGeom>
                <a:avLst/>
                <a:gdLst>
                  <a:gd name="T0" fmla="*/ 433 w 476"/>
                  <a:gd name="T1" fmla="*/ 0 h 324"/>
                  <a:gd name="T2" fmla="*/ 476 w 476"/>
                  <a:gd name="T3" fmla="*/ 22 h 324"/>
                  <a:gd name="T4" fmla="*/ 476 w 476"/>
                  <a:gd name="T5" fmla="*/ 72 h 324"/>
                  <a:gd name="T6" fmla="*/ 43 w 476"/>
                  <a:gd name="T7" fmla="*/ 324 h 324"/>
                  <a:gd name="T8" fmla="*/ 0 w 476"/>
                  <a:gd name="T9" fmla="*/ 295 h 324"/>
                  <a:gd name="T10" fmla="*/ 0 w 476"/>
                  <a:gd name="T11" fmla="*/ 252 h 324"/>
                  <a:gd name="T12" fmla="*/ 433 w 476"/>
                  <a:gd name="T13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6" h="324">
                    <a:moveTo>
                      <a:pt x="433" y="0"/>
                    </a:moveTo>
                    <a:lnTo>
                      <a:pt x="476" y="22"/>
                    </a:lnTo>
                    <a:lnTo>
                      <a:pt x="476" y="72"/>
                    </a:lnTo>
                    <a:lnTo>
                      <a:pt x="43" y="324"/>
                    </a:lnTo>
                    <a:lnTo>
                      <a:pt x="0" y="295"/>
                    </a:lnTo>
                    <a:lnTo>
                      <a:pt x="0" y="252"/>
                    </a:lnTo>
                    <a:lnTo>
                      <a:pt x="43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57" name="Freeform 299">
                <a:extLst>
                  <a:ext uri="{FF2B5EF4-FFF2-40B4-BE49-F238E27FC236}">
                    <a16:creationId xmlns:a16="http://schemas.microsoft.com/office/drawing/2014/main" id="{06D8AE11-9ABC-473F-9AE3-F11822012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7" y="1552"/>
                <a:ext cx="318" cy="368"/>
              </a:xfrm>
              <a:custGeom>
                <a:avLst/>
                <a:gdLst>
                  <a:gd name="T0" fmla="*/ 36 w 318"/>
                  <a:gd name="T1" fmla="*/ 187 h 368"/>
                  <a:gd name="T2" fmla="*/ 22 w 318"/>
                  <a:gd name="T3" fmla="*/ 180 h 368"/>
                  <a:gd name="T4" fmla="*/ 318 w 318"/>
                  <a:gd name="T5" fmla="*/ 7 h 368"/>
                  <a:gd name="T6" fmla="*/ 318 w 318"/>
                  <a:gd name="T7" fmla="*/ 0 h 368"/>
                  <a:gd name="T8" fmla="*/ 0 w 318"/>
                  <a:gd name="T9" fmla="*/ 180 h 368"/>
                  <a:gd name="T10" fmla="*/ 22 w 318"/>
                  <a:gd name="T11" fmla="*/ 195 h 368"/>
                  <a:gd name="T12" fmla="*/ 318 w 318"/>
                  <a:gd name="T13" fmla="*/ 368 h 368"/>
                  <a:gd name="T14" fmla="*/ 318 w 318"/>
                  <a:gd name="T15" fmla="*/ 353 h 368"/>
                  <a:gd name="T16" fmla="*/ 36 w 318"/>
                  <a:gd name="T17" fmla="*/ 187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8" h="368">
                    <a:moveTo>
                      <a:pt x="36" y="187"/>
                    </a:moveTo>
                    <a:lnTo>
                      <a:pt x="22" y="180"/>
                    </a:lnTo>
                    <a:lnTo>
                      <a:pt x="318" y="7"/>
                    </a:lnTo>
                    <a:lnTo>
                      <a:pt x="318" y="0"/>
                    </a:lnTo>
                    <a:lnTo>
                      <a:pt x="0" y="180"/>
                    </a:lnTo>
                    <a:lnTo>
                      <a:pt x="22" y="195"/>
                    </a:lnTo>
                    <a:lnTo>
                      <a:pt x="318" y="368"/>
                    </a:lnTo>
                    <a:lnTo>
                      <a:pt x="318" y="353"/>
                    </a:lnTo>
                    <a:lnTo>
                      <a:pt x="36" y="187"/>
                    </a:lnTo>
                    <a:close/>
                  </a:path>
                </a:pathLst>
              </a:custGeom>
              <a:solidFill>
                <a:srgbClr val="9C6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58" name="Freeform 300">
                <a:extLst>
                  <a:ext uri="{FF2B5EF4-FFF2-40B4-BE49-F238E27FC236}">
                    <a16:creationId xmlns:a16="http://schemas.microsoft.com/office/drawing/2014/main" id="{EA4BE97A-1C28-4D3C-85FC-3E357A856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7" y="1552"/>
                <a:ext cx="318" cy="368"/>
              </a:xfrm>
              <a:custGeom>
                <a:avLst/>
                <a:gdLst>
                  <a:gd name="T0" fmla="*/ 36 w 318"/>
                  <a:gd name="T1" fmla="*/ 187 h 368"/>
                  <a:gd name="T2" fmla="*/ 22 w 318"/>
                  <a:gd name="T3" fmla="*/ 180 h 368"/>
                  <a:gd name="T4" fmla="*/ 318 w 318"/>
                  <a:gd name="T5" fmla="*/ 7 h 368"/>
                  <a:gd name="T6" fmla="*/ 318 w 318"/>
                  <a:gd name="T7" fmla="*/ 0 h 368"/>
                  <a:gd name="T8" fmla="*/ 0 w 318"/>
                  <a:gd name="T9" fmla="*/ 180 h 368"/>
                  <a:gd name="T10" fmla="*/ 22 w 318"/>
                  <a:gd name="T11" fmla="*/ 195 h 368"/>
                  <a:gd name="T12" fmla="*/ 318 w 318"/>
                  <a:gd name="T13" fmla="*/ 368 h 368"/>
                  <a:gd name="T14" fmla="*/ 318 w 318"/>
                  <a:gd name="T15" fmla="*/ 353 h 368"/>
                  <a:gd name="T16" fmla="*/ 36 w 318"/>
                  <a:gd name="T17" fmla="*/ 187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8" h="368">
                    <a:moveTo>
                      <a:pt x="36" y="187"/>
                    </a:moveTo>
                    <a:lnTo>
                      <a:pt x="22" y="180"/>
                    </a:lnTo>
                    <a:lnTo>
                      <a:pt x="318" y="7"/>
                    </a:lnTo>
                    <a:lnTo>
                      <a:pt x="318" y="0"/>
                    </a:lnTo>
                    <a:lnTo>
                      <a:pt x="0" y="180"/>
                    </a:lnTo>
                    <a:lnTo>
                      <a:pt x="22" y="195"/>
                    </a:lnTo>
                    <a:lnTo>
                      <a:pt x="318" y="368"/>
                    </a:lnTo>
                    <a:lnTo>
                      <a:pt x="318" y="353"/>
                    </a:lnTo>
                    <a:lnTo>
                      <a:pt x="36" y="18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59" name="Freeform 301">
                <a:extLst>
                  <a:ext uri="{FF2B5EF4-FFF2-40B4-BE49-F238E27FC236}">
                    <a16:creationId xmlns:a16="http://schemas.microsoft.com/office/drawing/2014/main" id="{3CE2B951-E6D7-4D85-94F8-9AFDD8FD8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1444"/>
                <a:ext cx="476" cy="324"/>
              </a:xfrm>
              <a:custGeom>
                <a:avLst/>
                <a:gdLst>
                  <a:gd name="T0" fmla="*/ 433 w 476"/>
                  <a:gd name="T1" fmla="*/ 0 h 324"/>
                  <a:gd name="T2" fmla="*/ 476 w 476"/>
                  <a:gd name="T3" fmla="*/ 22 h 324"/>
                  <a:gd name="T4" fmla="*/ 476 w 476"/>
                  <a:gd name="T5" fmla="*/ 36 h 324"/>
                  <a:gd name="T6" fmla="*/ 476 w 476"/>
                  <a:gd name="T7" fmla="*/ 72 h 324"/>
                  <a:gd name="T8" fmla="*/ 419 w 476"/>
                  <a:gd name="T9" fmla="*/ 108 h 324"/>
                  <a:gd name="T10" fmla="*/ 101 w 476"/>
                  <a:gd name="T11" fmla="*/ 288 h 324"/>
                  <a:gd name="T12" fmla="*/ 43 w 476"/>
                  <a:gd name="T13" fmla="*/ 324 h 324"/>
                  <a:gd name="T14" fmla="*/ 0 w 476"/>
                  <a:gd name="T15" fmla="*/ 295 h 324"/>
                  <a:gd name="T16" fmla="*/ 0 w 476"/>
                  <a:gd name="T17" fmla="*/ 252 h 324"/>
                  <a:gd name="T18" fmla="*/ 58 w 476"/>
                  <a:gd name="T19" fmla="*/ 216 h 324"/>
                  <a:gd name="T20" fmla="*/ 375 w 476"/>
                  <a:gd name="T21" fmla="*/ 36 h 324"/>
                  <a:gd name="T22" fmla="*/ 433 w 476"/>
                  <a:gd name="T23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76" h="324">
                    <a:moveTo>
                      <a:pt x="433" y="0"/>
                    </a:moveTo>
                    <a:lnTo>
                      <a:pt x="476" y="22"/>
                    </a:lnTo>
                    <a:lnTo>
                      <a:pt x="476" y="36"/>
                    </a:lnTo>
                    <a:lnTo>
                      <a:pt x="476" y="72"/>
                    </a:lnTo>
                    <a:lnTo>
                      <a:pt x="419" y="108"/>
                    </a:lnTo>
                    <a:lnTo>
                      <a:pt x="101" y="288"/>
                    </a:lnTo>
                    <a:lnTo>
                      <a:pt x="43" y="324"/>
                    </a:lnTo>
                    <a:lnTo>
                      <a:pt x="0" y="295"/>
                    </a:lnTo>
                    <a:lnTo>
                      <a:pt x="0" y="252"/>
                    </a:lnTo>
                    <a:lnTo>
                      <a:pt x="58" y="216"/>
                    </a:lnTo>
                    <a:lnTo>
                      <a:pt x="375" y="36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rgbClr val="DE9C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60" name="Freeform 302">
                <a:extLst>
                  <a:ext uri="{FF2B5EF4-FFF2-40B4-BE49-F238E27FC236}">
                    <a16:creationId xmlns:a16="http://schemas.microsoft.com/office/drawing/2014/main" id="{33C0D0AC-3A9D-4574-B6A1-59FBA7590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1444"/>
                <a:ext cx="476" cy="324"/>
              </a:xfrm>
              <a:custGeom>
                <a:avLst/>
                <a:gdLst>
                  <a:gd name="T0" fmla="*/ 433 w 476"/>
                  <a:gd name="T1" fmla="*/ 0 h 324"/>
                  <a:gd name="T2" fmla="*/ 476 w 476"/>
                  <a:gd name="T3" fmla="*/ 22 h 324"/>
                  <a:gd name="T4" fmla="*/ 476 w 476"/>
                  <a:gd name="T5" fmla="*/ 36 h 324"/>
                  <a:gd name="T6" fmla="*/ 476 w 476"/>
                  <a:gd name="T7" fmla="*/ 72 h 324"/>
                  <a:gd name="T8" fmla="*/ 419 w 476"/>
                  <a:gd name="T9" fmla="*/ 108 h 324"/>
                  <a:gd name="T10" fmla="*/ 101 w 476"/>
                  <a:gd name="T11" fmla="*/ 288 h 324"/>
                  <a:gd name="T12" fmla="*/ 43 w 476"/>
                  <a:gd name="T13" fmla="*/ 324 h 324"/>
                  <a:gd name="T14" fmla="*/ 0 w 476"/>
                  <a:gd name="T15" fmla="*/ 295 h 324"/>
                  <a:gd name="T16" fmla="*/ 0 w 476"/>
                  <a:gd name="T17" fmla="*/ 252 h 324"/>
                  <a:gd name="T18" fmla="*/ 58 w 476"/>
                  <a:gd name="T19" fmla="*/ 216 h 324"/>
                  <a:gd name="T20" fmla="*/ 375 w 476"/>
                  <a:gd name="T21" fmla="*/ 36 h 324"/>
                  <a:gd name="T22" fmla="*/ 433 w 476"/>
                  <a:gd name="T23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76" h="324">
                    <a:moveTo>
                      <a:pt x="433" y="0"/>
                    </a:moveTo>
                    <a:lnTo>
                      <a:pt x="476" y="22"/>
                    </a:lnTo>
                    <a:lnTo>
                      <a:pt x="476" y="36"/>
                    </a:lnTo>
                    <a:lnTo>
                      <a:pt x="476" y="72"/>
                    </a:lnTo>
                    <a:lnTo>
                      <a:pt x="419" y="108"/>
                    </a:lnTo>
                    <a:lnTo>
                      <a:pt x="101" y="288"/>
                    </a:lnTo>
                    <a:lnTo>
                      <a:pt x="43" y="324"/>
                    </a:lnTo>
                    <a:lnTo>
                      <a:pt x="0" y="295"/>
                    </a:lnTo>
                    <a:lnTo>
                      <a:pt x="0" y="252"/>
                    </a:lnTo>
                    <a:lnTo>
                      <a:pt x="58" y="216"/>
                    </a:lnTo>
                    <a:lnTo>
                      <a:pt x="375" y="36"/>
                    </a:lnTo>
                    <a:lnTo>
                      <a:pt x="43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61" name="Freeform 303">
                <a:extLst>
                  <a:ext uri="{FF2B5EF4-FFF2-40B4-BE49-F238E27FC236}">
                    <a16:creationId xmlns:a16="http://schemas.microsoft.com/office/drawing/2014/main" id="{23A9A9FF-A33D-4FBA-B20D-E175CAE9AA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2" y="1192"/>
                <a:ext cx="477" cy="829"/>
              </a:xfrm>
              <a:custGeom>
                <a:avLst/>
                <a:gdLst>
                  <a:gd name="T0" fmla="*/ 477 w 477"/>
                  <a:gd name="T1" fmla="*/ 0 h 829"/>
                  <a:gd name="T2" fmla="*/ 477 w 477"/>
                  <a:gd name="T3" fmla="*/ 547 h 829"/>
                  <a:gd name="T4" fmla="*/ 434 w 477"/>
                  <a:gd name="T5" fmla="*/ 576 h 829"/>
                  <a:gd name="T6" fmla="*/ 0 w 477"/>
                  <a:gd name="T7" fmla="*/ 829 h 829"/>
                  <a:gd name="T8" fmla="*/ 0 w 477"/>
                  <a:gd name="T9" fmla="*/ 274 h 829"/>
                  <a:gd name="T10" fmla="*/ 44 w 477"/>
                  <a:gd name="T11" fmla="*/ 252 h 829"/>
                  <a:gd name="T12" fmla="*/ 477 w 477"/>
                  <a:gd name="T13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7" h="829">
                    <a:moveTo>
                      <a:pt x="477" y="0"/>
                    </a:moveTo>
                    <a:lnTo>
                      <a:pt x="477" y="547"/>
                    </a:lnTo>
                    <a:lnTo>
                      <a:pt x="434" y="576"/>
                    </a:lnTo>
                    <a:lnTo>
                      <a:pt x="0" y="829"/>
                    </a:lnTo>
                    <a:lnTo>
                      <a:pt x="0" y="274"/>
                    </a:lnTo>
                    <a:lnTo>
                      <a:pt x="44" y="252"/>
                    </a:lnTo>
                    <a:lnTo>
                      <a:pt x="477" y="0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62" name="Freeform 304">
                <a:extLst>
                  <a:ext uri="{FF2B5EF4-FFF2-40B4-BE49-F238E27FC236}">
                    <a16:creationId xmlns:a16="http://schemas.microsoft.com/office/drawing/2014/main" id="{8C76F10F-160B-4D39-BC75-FE8667E36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0" y="1559"/>
                <a:ext cx="296" cy="346"/>
              </a:xfrm>
              <a:custGeom>
                <a:avLst/>
                <a:gdLst>
                  <a:gd name="T0" fmla="*/ 296 w 296"/>
                  <a:gd name="T1" fmla="*/ 173 h 346"/>
                  <a:gd name="T2" fmla="*/ 282 w 296"/>
                  <a:gd name="T3" fmla="*/ 180 h 346"/>
                  <a:gd name="T4" fmla="*/ 0 w 296"/>
                  <a:gd name="T5" fmla="*/ 346 h 346"/>
                  <a:gd name="T6" fmla="*/ 0 w 296"/>
                  <a:gd name="T7" fmla="*/ 0 h 346"/>
                  <a:gd name="T8" fmla="*/ 296 w 296"/>
                  <a:gd name="T9" fmla="*/ 173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346">
                    <a:moveTo>
                      <a:pt x="296" y="173"/>
                    </a:moveTo>
                    <a:lnTo>
                      <a:pt x="282" y="180"/>
                    </a:lnTo>
                    <a:lnTo>
                      <a:pt x="0" y="346"/>
                    </a:lnTo>
                    <a:lnTo>
                      <a:pt x="0" y="0"/>
                    </a:lnTo>
                    <a:lnTo>
                      <a:pt x="296" y="173"/>
                    </a:lnTo>
                    <a:close/>
                  </a:path>
                </a:pathLst>
              </a:custGeom>
              <a:solidFill>
                <a:srgbClr val="9C6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63" name="Freeform 305">
                <a:extLst>
                  <a:ext uri="{FF2B5EF4-FFF2-40B4-BE49-F238E27FC236}">
                    <a16:creationId xmlns:a16="http://schemas.microsoft.com/office/drawing/2014/main" id="{E445BACE-9303-43FB-B596-3D8ADF20F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7" y="1307"/>
                <a:ext cx="14" cy="411"/>
              </a:xfrm>
              <a:custGeom>
                <a:avLst/>
                <a:gdLst>
                  <a:gd name="T0" fmla="*/ 14 w 14"/>
                  <a:gd name="T1" fmla="*/ 0 h 411"/>
                  <a:gd name="T2" fmla="*/ 14 w 14"/>
                  <a:gd name="T3" fmla="*/ 404 h 411"/>
                  <a:gd name="T4" fmla="*/ 0 w 14"/>
                  <a:gd name="T5" fmla="*/ 411 h 411"/>
                  <a:gd name="T6" fmla="*/ 0 w 14"/>
                  <a:gd name="T7" fmla="*/ 7 h 411"/>
                  <a:gd name="T8" fmla="*/ 14 w 14"/>
                  <a:gd name="T9" fmla="*/ 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411">
                    <a:moveTo>
                      <a:pt x="14" y="0"/>
                    </a:moveTo>
                    <a:lnTo>
                      <a:pt x="14" y="404"/>
                    </a:lnTo>
                    <a:lnTo>
                      <a:pt x="0" y="411"/>
                    </a:lnTo>
                    <a:lnTo>
                      <a:pt x="0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152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64" name="Freeform 306">
                <a:extLst>
                  <a:ext uri="{FF2B5EF4-FFF2-40B4-BE49-F238E27FC236}">
                    <a16:creationId xmlns:a16="http://schemas.microsoft.com/office/drawing/2014/main" id="{0FD6B3CD-2B92-4D8F-9D60-AA0569380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0" y="1314"/>
                <a:ext cx="347" cy="418"/>
              </a:xfrm>
              <a:custGeom>
                <a:avLst/>
                <a:gdLst>
                  <a:gd name="T0" fmla="*/ 347 w 347"/>
                  <a:gd name="T1" fmla="*/ 0 h 418"/>
                  <a:gd name="T2" fmla="*/ 347 w 347"/>
                  <a:gd name="T3" fmla="*/ 404 h 418"/>
                  <a:gd name="T4" fmla="*/ 318 w 347"/>
                  <a:gd name="T5" fmla="*/ 418 h 418"/>
                  <a:gd name="T6" fmla="*/ 0 w 347"/>
                  <a:gd name="T7" fmla="*/ 238 h 418"/>
                  <a:gd name="T8" fmla="*/ 0 w 347"/>
                  <a:gd name="T9" fmla="*/ 202 h 418"/>
                  <a:gd name="T10" fmla="*/ 8 w 347"/>
                  <a:gd name="T11" fmla="*/ 202 h 418"/>
                  <a:gd name="T12" fmla="*/ 29 w 347"/>
                  <a:gd name="T13" fmla="*/ 188 h 418"/>
                  <a:gd name="T14" fmla="*/ 347 w 347"/>
                  <a:gd name="T15" fmla="*/ 0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7" h="418">
                    <a:moveTo>
                      <a:pt x="347" y="0"/>
                    </a:moveTo>
                    <a:lnTo>
                      <a:pt x="347" y="404"/>
                    </a:lnTo>
                    <a:lnTo>
                      <a:pt x="318" y="418"/>
                    </a:lnTo>
                    <a:lnTo>
                      <a:pt x="0" y="238"/>
                    </a:lnTo>
                    <a:lnTo>
                      <a:pt x="0" y="202"/>
                    </a:lnTo>
                    <a:lnTo>
                      <a:pt x="8" y="202"/>
                    </a:lnTo>
                    <a:lnTo>
                      <a:pt x="29" y="188"/>
                    </a:lnTo>
                    <a:lnTo>
                      <a:pt x="347" y="0"/>
                    </a:lnTo>
                    <a:close/>
                  </a:path>
                </a:pathLst>
              </a:custGeom>
              <a:solidFill>
                <a:srgbClr val="9C6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65" name="Freeform 307">
                <a:extLst>
                  <a:ext uri="{FF2B5EF4-FFF2-40B4-BE49-F238E27FC236}">
                    <a16:creationId xmlns:a16="http://schemas.microsoft.com/office/drawing/2014/main" id="{EABFFB3A-CDB9-4B87-BAA2-D7C55FA1E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2" y="1444"/>
                <a:ext cx="477" cy="324"/>
              </a:xfrm>
              <a:custGeom>
                <a:avLst/>
                <a:gdLst>
                  <a:gd name="T0" fmla="*/ 477 w 477"/>
                  <a:gd name="T1" fmla="*/ 252 h 324"/>
                  <a:gd name="T2" fmla="*/ 477 w 477"/>
                  <a:gd name="T3" fmla="*/ 295 h 324"/>
                  <a:gd name="T4" fmla="*/ 434 w 477"/>
                  <a:gd name="T5" fmla="*/ 324 h 324"/>
                  <a:gd name="T6" fmla="*/ 0 w 477"/>
                  <a:gd name="T7" fmla="*/ 72 h 324"/>
                  <a:gd name="T8" fmla="*/ 0 w 477"/>
                  <a:gd name="T9" fmla="*/ 22 h 324"/>
                  <a:gd name="T10" fmla="*/ 44 w 477"/>
                  <a:gd name="T11" fmla="*/ 0 h 324"/>
                  <a:gd name="T12" fmla="*/ 477 w 477"/>
                  <a:gd name="T13" fmla="*/ 252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7" h="324">
                    <a:moveTo>
                      <a:pt x="477" y="252"/>
                    </a:moveTo>
                    <a:lnTo>
                      <a:pt x="477" y="295"/>
                    </a:lnTo>
                    <a:lnTo>
                      <a:pt x="434" y="324"/>
                    </a:lnTo>
                    <a:lnTo>
                      <a:pt x="0" y="72"/>
                    </a:lnTo>
                    <a:lnTo>
                      <a:pt x="0" y="22"/>
                    </a:lnTo>
                    <a:lnTo>
                      <a:pt x="44" y="0"/>
                    </a:lnTo>
                    <a:lnTo>
                      <a:pt x="477" y="252"/>
                    </a:lnTo>
                    <a:close/>
                  </a:path>
                </a:pathLst>
              </a:custGeom>
              <a:solidFill>
                <a:srgbClr val="9C6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66" name="Freeform 308">
                <a:extLst>
                  <a:ext uri="{FF2B5EF4-FFF2-40B4-BE49-F238E27FC236}">
                    <a16:creationId xmlns:a16="http://schemas.microsoft.com/office/drawing/2014/main" id="{17A42829-3DC2-4F2C-97FD-183F0C26E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0" y="1552"/>
                <a:ext cx="318" cy="368"/>
              </a:xfrm>
              <a:custGeom>
                <a:avLst/>
                <a:gdLst>
                  <a:gd name="T0" fmla="*/ 318 w 318"/>
                  <a:gd name="T1" fmla="*/ 180 h 368"/>
                  <a:gd name="T2" fmla="*/ 296 w 318"/>
                  <a:gd name="T3" fmla="*/ 195 h 368"/>
                  <a:gd name="T4" fmla="*/ 0 w 318"/>
                  <a:gd name="T5" fmla="*/ 368 h 368"/>
                  <a:gd name="T6" fmla="*/ 0 w 318"/>
                  <a:gd name="T7" fmla="*/ 353 h 368"/>
                  <a:gd name="T8" fmla="*/ 282 w 318"/>
                  <a:gd name="T9" fmla="*/ 187 h 368"/>
                  <a:gd name="T10" fmla="*/ 296 w 318"/>
                  <a:gd name="T11" fmla="*/ 180 h 368"/>
                  <a:gd name="T12" fmla="*/ 0 w 318"/>
                  <a:gd name="T13" fmla="*/ 7 h 368"/>
                  <a:gd name="T14" fmla="*/ 0 w 318"/>
                  <a:gd name="T15" fmla="*/ 0 h 368"/>
                  <a:gd name="T16" fmla="*/ 318 w 318"/>
                  <a:gd name="T17" fmla="*/ 180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8" h="368">
                    <a:moveTo>
                      <a:pt x="318" y="180"/>
                    </a:moveTo>
                    <a:lnTo>
                      <a:pt x="296" y="195"/>
                    </a:lnTo>
                    <a:lnTo>
                      <a:pt x="0" y="368"/>
                    </a:lnTo>
                    <a:lnTo>
                      <a:pt x="0" y="353"/>
                    </a:lnTo>
                    <a:lnTo>
                      <a:pt x="282" y="187"/>
                    </a:lnTo>
                    <a:lnTo>
                      <a:pt x="296" y="180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318" y="180"/>
                    </a:lnTo>
                    <a:close/>
                  </a:path>
                </a:pathLst>
              </a:custGeom>
              <a:solidFill>
                <a:srgbClr val="7152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67" name="Freeform 309">
                <a:extLst>
                  <a:ext uri="{FF2B5EF4-FFF2-40B4-BE49-F238E27FC236}">
                    <a16:creationId xmlns:a16="http://schemas.microsoft.com/office/drawing/2014/main" id="{5450F587-3627-4A76-8A98-48EC8C43B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2" y="1444"/>
                <a:ext cx="477" cy="324"/>
              </a:xfrm>
              <a:custGeom>
                <a:avLst/>
                <a:gdLst>
                  <a:gd name="T0" fmla="*/ 477 w 477"/>
                  <a:gd name="T1" fmla="*/ 252 h 324"/>
                  <a:gd name="T2" fmla="*/ 477 w 477"/>
                  <a:gd name="T3" fmla="*/ 295 h 324"/>
                  <a:gd name="T4" fmla="*/ 463 w 477"/>
                  <a:gd name="T5" fmla="*/ 303 h 324"/>
                  <a:gd name="T6" fmla="*/ 434 w 477"/>
                  <a:gd name="T7" fmla="*/ 324 h 324"/>
                  <a:gd name="T8" fmla="*/ 376 w 477"/>
                  <a:gd name="T9" fmla="*/ 288 h 324"/>
                  <a:gd name="T10" fmla="*/ 58 w 477"/>
                  <a:gd name="T11" fmla="*/ 108 h 324"/>
                  <a:gd name="T12" fmla="*/ 0 w 477"/>
                  <a:gd name="T13" fmla="*/ 72 h 324"/>
                  <a:gd name="T14" fmla="*/ 0 w 477"/>
                  <a:gd name="T15" fmla="*/ 22 h 324"/>
                  <a:gd name="T16" fmla="*/ 44 w 477"/>
                  <a:gd name="T17" fmla="*/ 0 h 324"/>
                  <a:gd name="T18" fmla="*/ 102 w 477"/>
                  <a:gd name="T19" fmla="*/ 36 h 324"/>
                  <a:gd name="T20" fmla="*/ 419 w 477"/>
                  <a:gd name="T21" fmla="*/ 216 h 324"/>
                  <a:gd name="T22" fmla="*/ 477 w 477"/>
                  <a:gd name="T23" fmla="*/ 252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77" h="324">
                    <a:moveTo>
                      <a:pt x="477" y="252"/>
                    </a:moveTo>
                    <a:lnTo>
                      <a:pt x="477" y="295"/>
                    </a:lnTo>
                    <a:lnTo>
                      <a:pt x="463" y="303"/>
                    </a:lnTo>
                    <a:lnTo>
                      <a:pt x="434" y="324"/>
                    </a:lnTo>
                    <a:lnTo>
                      <a:pt x="376" y="288"/>
                    </a:lnTo>
                    <a:lnTo>
                      <a:pt x="58" y="108"/>
                    </a:lnTo>
                    <a:lnTo>
                      <a:pt x="0" y="72"/>
                    </a:lnTo>
                    <a:lnTo>
                      <a:pt x="0" y="22"/>
                    </a:lnTo>
                    <a:lnTo>
                      <a:pt x="44" y="0"/>
                    </a:lnTo>
                    <a:lnTo>
                      <a:pt x="102" y="36"/>
                    </a:lnTo>
                    <a:lnTo>
                      <a:pt x="419" y="216"/>
                    </a:lnTo>
                    <a:lnTo>
                      <a:pt x="477" y="252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68" name="Freeform 310">
                <a:extLst>
                  <a:ext uri="{FF2B5EF4-FFF2-40B4-BE49-F238E27FC236}">
                    <a16:creationId xmlns:a16="http://schemas.microsoft.com/office/drawing/2014/main" id="{F11DAA97-EFB4-4932-87B7-601B408520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85" y="1271"/>
                <a:ext cx="166" cy="94"/>
              </a:xfrm>
              <a:custGeom>
                <a:avLst/>
                <a:gdLst>
                  <a:gd name="T0" fmla="*/ 23 w 23"/>
                  <a:gd name="T1" fmla="*/ 4 h 13"/>
                  <a:gd name="T2" fmla="*/ 8 w 23"/>
                  <a:gd name="T3" fmla="*/ 13 h 13"/>
                  <a:gd name="T4" fmla="*/ 7 w 23"/>
                  <a:gd name="T5" fmla="*/ 13 h 13"/>
                  <a:gd name="T6" fmla="*/ 6 w 23"/>
                  <a:gd name="T7" fmla="*/ 13 h 13"/>
                  <a:gd name="T8" fmla="*/ 0 w 23"/>
                  <a:gd name="T9" fmla="*/ 1 h 13"/>
                  <a:gd name="T10" fmla="*/ 2 w 23"/>
                  <a:gd name="T11" fmla="*/ 0 h 13"/>
                  <a:gd name="T12" fmla="*/ 22 w 23"/>
                  <a:gd name="T13" fmla="*/ 3 h 13"/>
                  <a:gd name="T14" fmla="*/ 23 w 23"/>
                  <a:gd name="T15" fmla="*/ 4 h 13"/>
                  <a:gd name="T16" fmla="*/ 2 w 23"/>
                  <a:gd name="T17" fmla="*/ 1 h 13"/>
                  <a:gd name="T18" fmla="*/ 7 w 23"/>
                  <a:gd name="T19" fmla="*/ 12 h 13"/>
                  <a:gd name="T20" fmla="*/ 22 w 23"/>
                  <a:gd name="T21" fmla="*/ 4 h 13"/>
                  <a:gd name="T22" fmla="*/ 2 w 23"/>
                  <a:gd name="T23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" h="13">
                    <a:moveTo>
                      <a:pt x="23" y="4"/>
                    </a:moveTo>
                    <a:cubicBezTo>
                      <a:pt x="8" y="13"/>
                      <a:pt x="8" y="13"/>
                      <a:pt x="8" y="13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3" y="3"/>
                      <a:pt x="23" y="3"/>
                      <a:pt x="23" y="4"/>
                    </a:cubicBezTo>
                    <a:close/>
                    <a:moveTo>
                      <a:pt x="2" y="1"/>
                    </a:moveTo>
                    <a:cubicBezTo>
                      <a:pt x="7" y="12"/>
                      <a:pt x="7" y="12"/>
                      <a:pt x="7" y="12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69" name="Freeform 311">
                <a:extLst>
                  <a:ext uri="{FF2B5EF4-FFF2-40B4-BE49-F238E27FC236}">
                    <a16:creationId xmlns:a16="http://schemas.microsoft.com/office/drawing/2014/main" id="{AC901D25-DD1E-42C5-ACBD-2F42186D4B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14" y="1285"/>
                <a:ext cx="72" cy="44"/>
              </a:xfrm>
              <a:custGeom>
                <a:avLst/>
                <a:gdLst>
                  <a:gd name="T0" fmla="*/ 36 w 72"/>
                  <a:gd name="T1" fmla="*/ 29 h 44"/>
                  <a:gd name="T2" fmla="*/ 0 w 72"/>
                  <a:gd name="T3" fmla="*/ 8 h 44"/>
                  <a:gd name="T4" fmla="*/ 7 w 72"/>
                  <a:gd name="T5" fmla="*/ 0 h 44"/>
                  <a:gd name="T6" fmla="*/ 43 w 72"/>
                  <a:gd name="T7" fmla="*/ 22 h 44"/>
                  <a:gd name="T8" fmla="*/ 50 w 72"/>
                  <a:gd name="T9" fmla="*/ 29 h 44"/>
                  <a:gd name="T10" fmla="*/ 43 w 72"/>
                  <a:gd name="T11" fmla="*/ 29 h 44"/>
                  <a:gd name="T12" fmla="*/ 36 w 72"/>
                  <a:gd name="T13" fmla="*/ 29 h 44"/>
                  <a:gd name="T14" fmla="*/ 57 w 72"/>
                  <a:gd name="T15" fmla="*/ 44 h 44"/>
                  <a:gd name="T16" fmla="*/ 50 w 72"/>
                  <a:gd name="T17" fmla="*/ 36 h 44"/>
                  <a:gd name="T18" fmla="*/ 57 w 72"/>
                  <a:gd name="T19" fmla="*/ 29 h 44"/>
                  <a:gd name="T20" fmla="*/ 72 w 72"/>
                  <a:gd name="T21" fmla="*/ 36 h 44"/>
                  <a:gd name="T22" fmla="*/ 57 w 72"/>
                  <a:gd name="T23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" h="44">
                    <a:moveTo>
                      <a:pt x="36" y="29"/>
                    </a:moveTo>
                    <a:lnTo>
                      <a:pt x="0" y="8"/>
                    </a:lnTo>
                    <a:lnTo>
                      <a:pt x="7" y="0"/>
                    </a:lnTo>
                    <a:lnTo>
                      <a:pt x="43" y="22"/>
                    </a:lnTo>
                    <a:lnTo>
                      <a:pt x="50" y="29"/>
                    </a:lnTo>
                    <a:lnTo>
                      <a:pt x="43" y="29"/>
                    </a:lnTo>
                    <a:lnTo>
                      <a:pt x="36" y="29"/>
                    </a:lnTo>
                    <a:close/>
                    <a:moveTo>
                      <a:pt x="57" y="44"/>
                    </a:moveTo>
                    <a:lnTo>
                      <a:pt x="50" y="36"/>
                    </a:lnTo>
                    <a:lnTo>
                      <a:pt x="57" y="29"/>
                    </a:lnTo>
                    <a:lnTo>
                      <a:pt x="72" y="36"/>
                    </a:lnTo>
                    <a:lnTo>
                      <a:pt x="57" y="44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70" name="Freeform 312">
                <a:extLst>
                  <a:ext uri="{FF2B5EF4-FFF2-40B4-BE49-F238E27FC236}">
                    <a16:creationId xmlns:a16="http://schemas.microsoft.com/office/drawing/2014/main" id="{AC0A4D58-D8DF-444C-8864-D13370967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6" y="1689"/>
                <a:ext cx="130" cy="173"/>
              </a:xfrm>
              <a:custGeom>
                <a:avLst/>
                <a:gdLst>
                  <a:gd name="T0" fmla="*/ 0 w 130"/>
                  <a:gd name="T1" fmla="*/ 94 h 173"/>
                  <a:gd name="T2" fmla="*/ 130 w 130"/>
                  <a:gd name="T3" fmla="*/ 173 h 173"/>
                  <a:gd name="T4" fmla="*/ 130 w 130"/>
                  <a:gd name="T5" fmla="*/ 72 h 173"/>
                  <a:gd name="T6" fmla="*/ 0 w 130"/>
                  <a:gd name="T7" fmla="*/ 0 h 173"/>
                  <a:gd name="T8" fmla="*/ 0 w 130"/>
                  <a:gd name="T9" fmla="*/ 94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173">
                    <a:moveTo>
                      <a:pt x="0" y="94"/>
                    </a:moveTo>
                    <a:lnTo>
                      <a:pt x="130" y="173"/>
                    </a:lnTo>
                    <a:lnTo>
                      <a:pt x="130" y="72"/>
                    </a:lnTo>
                    <a:lnTo>
                      <a:pt x="0" y="0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ECEB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71" name="Freeform 313">
                <a:extLst>
                  <a:ext uri="{FF2B5EF4-FFF2-40B4-BE49-F238E27FC236}">
                    <a16:creationId xmlns:a16="http://schemas.microsoft.com/office/drawing/2014/main" id="{7EDBD3AF-190F-4BA3-BA9B-CBFC3D153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5" y="1776"/>
                <a:ext cx="79" cy="50"/>
              </a:xfrm>
              <a:custGeom>
                <a:avLst/>
                <a:gdLst>
                  <a:gd name="T0" fmla="*/ 0 w 79"/>
                  <a:gd name="T1" fmla="*/ 7 h 50"/>
                  <a:gd name="T2" fmla="*/ 72 w 79"/>
                  <a:gd name="T3" fmla="*/ 50 h 50"/>
                  <a:gd name="T4" fmla="*/ 79 w 79"/>
                  <a:gd name="T5" fmla="*/ 50 h 50"/>
                  <a:gd name="T6" fmla="*/ 72 w 79"/>
                  <a:gd name="T7" fmla="*/ 43 h 50"/>
                  <a:gd name="T8" fmla="*/ 0 w 79"/>
                  <a:gd name="T9" fmla="*/ 0 h 50"/>
                  <a:gd name="T10" fmla="*/ 0 w 79"/>
                  <a:gd name="T11" fmla="*/ 0 h 50"/>
                  <a:gd name="T12" fmla="*/ 0 w 79"/>
                  <a:gd name="T13" fmla="*/ 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50">
                    <a:moveTo>
                      <a:pt x="0" y="7"/>
                    </a:moveTo>
                    <a:lnTo>
                      <a:pt x="72" y="50"/>
                    </a:lnTo>
                    <a:lnTo>
                      <a:pt x="79" y="50"/>
                    </a:lnTo>
                    <a:lnTo>
                      <a:pt x="72" y="4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72" name="Freeform 314">
                <a:extLst>
                  <a:ext uri="{FF2B5EF4-FFF2-40B4-BE49-F238E27FC236}">
                    <a16:creationId xmlns:a16="http://schemas.microsoft.com/office/drawing/2014/main" id="{7B1DFE55-00E6-4258-9055-B15308062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5" y="1761"/>
                <a:ext cx="79" cy="43"/>
              </a:xfrm>
              <a:custGeom>
                <a:avLst/>
                <a:gdLst>
                  <a:gd name="T0" fmla="*/ 0 w 79"/>
                  <a:gd name="T1" fmla="*/ 0 h 43"/>
                  <a:gd name="T2" fmla="*/ 72 w 79"/>
                  <a:gd name="T3" fmla="*/ 43 h 43"/>
                  <a:gd name="T4" fmla="*/ 79 w 79"/>
                  <a:gd name="T5" fmla="*/ 43 h 43"/>
                  <a:gd name="T6" fmla="*/ 72 w 79"/>
                  <a:gd name="T7" fmla="*/ 36 h 43"/>
                  <a:gd name="T8" fmla="*/ 0 w 79"/>
                  <a:gd name="T9" fmla="*/ 0 h 43"/>
                  <a:gd name="T10" fmla="*/ 0 w 79"/>
                  <a:gd name="T11" fmla="*/ 0 h 43"/>
                  <a:gd name="T12" fmla="*/ 0 w 79"/>
                  <a:gd name="T13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43">
                    <a:moveTo>
                      <a:pt x="0" y="0"/>
                    </a:moveTo>
                    <a:lnTo>
                      <a:pt x="72" y="43"/>
                    </a:lnTo>
                    <a:lnTo>
                      <a:pt x="79" y="43"/>
                    </a:lnTo>
                    <a:lnTo>
                      <a:pt x="72" y="3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73" name="Freeform 315">
                <a:extLst>
                  <a:ext uri="{FF2B5EF4-FFF2-40B4-BE49-F238E27FC236}">
                    <a16:creationId xmlns:a16="http://schemas.microsoft.com/office/drawing/2014/main" id="{16EF4024-A7E3-41FD-9817-8920EA4A0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5" y="1739"/>
                <a:ext cx="79" cy="51"/>
              </a:xfrm>
              <a:custGeom>
                <a:avLst/>
                <a:gdLst>
                  <a:gd name="T0" fmla="*/ 0 w 79"/>
                  <a:gd name="T1" fmla="*/ 8 h 51"/>
                  <a:gd name="T2" fmla="*/ 72 w 79"/>
                  <a:gd name="T3" fmla="*/ 51 h 51"/>
                  <a:gd name="T4" fmla="*/ 79 w 79"/>
                  <a:gd name="T5" fmla="*/ 51 h 51"/>
                  <a:gd name="T6" fmla="*/ 72 w 79"/>
                  <a:gd name="T7" fmla="*/ 44 h 51"/>
                  <a:gd name="T8" fmla="*/ 0 w 79"/>
                  <a:gd name="T9" fmla="*/ 0 h 51"/>
                  <a:gd name="T10" fmla="*/ 0 w 79"/>
                  <a:gd name="T11" fmla="*/ 0 h 51"/>
                  <a:gd name="T12" fmla="*/ 0 w 79"/>
                  <a:gd name="T13" fmla="*/ 8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51">
                    <a:moveTo>
                      <a:pt x="0" y="8"/>
                    </a:moveTo>
                    <a:lnTo>
                      <a:pt x="72" y="51"/>
                    </a:lnTo>
                    <a:lnTo>
                      <a:pt x="79" y="51"/>
                    </a:lnTo>
                    <a:lnTo>
                      <a:pt x="72" y="4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74" name="Freeform 316">
                <a:extLst>
                  <a:ext uri="{FF2B5EF4-FFF2-40B4-BE49-F238E27FC236}">
                    <a16:creationId xmlns:a16="http://schemas.microsoft.com/office/drawing/2014/main" id="{E598434E-D2F7-43D0-AE8A-24DAB8946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5" y="1725"/>
                <a:ext cx="79" cy="43"/>
              </a:xfrm>
              <a:custGeom>
                <a:avLst/>
                <a:gdLst>
                  <a:gd name="T0" fmla="*/ 0 w 79"/>
                  <a:gd name="T1" fmla="*/ 0 h 43"/>
                  <a:gd name="T2" fmla="*/ 72 w 79"/>
                  <a:gd name="T3" fmla="*/ 43 h 43"/>
                  <a:gd name="T4" fmla="*/ 79 w 79"/>
                  <a:gd name="T5" fmla="*/ 43 h 43"/>
                  <a:gd name="T6" fmla="*/ 72 w 79"/>
                  <a:gd name="T7" fmla="*/ 36 h 43"/>
                  <a:gd name="T8" fmla="*/ 0 w 79"/>
                  <a:gd name="T9" fmla="*/ 0 h 43"/>
                  <a:gd name="T10" fmla="*/ 0 w 79"/>
                  <a:gd name="T11" fmla="*/ 0 h 43"/>
                  <a:gd name="T12" fmla="*/ 0 w 79"/>
                  <a:gd name="T13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43">
                    <a:moveTo>
                      <a:pt x="0" y="0"/>
                    </a:moveTo>
                    <a:lnTo>
                      <a:pt x="72" y="43"/>
                    </a:lnTo>
                    <a:lnTo>
                      <a:pt x="79" y="43"/>
                    </a:lnTo>
                    <a:lnTo>
                      <a:pt x="72" y="3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75" name="Freeform 317">
                <a:extLst>
                  <a:ext uri="{FF2B5EF4-FFF2-40B4-BE49-F238E27FC236}">
                    <a16:creationId xmlns:a16="http://schemas.microsoft.com/office/drawing/2014/main" id="{DB361491-1A82-4FF5-8C9F-B267E971A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6" y="2093"/>
                <a:ext cx="448" cy="432"/>
              </a:xfrm>
              <a:custGeom>
                <a:avLst/>
                <a:gdLst>
                  <a:gd name="T0" fmla="*/ 61 w 62"/>
                  <a:gd name="T1" fmla="*/ 0 h 60"/>
                  <a:gd name="T2" fmla="*/ 59 w 62"/>
                  <a:gd name="T3" fmla="*/ 1 h 60"/>
                  <a:gd name="T4" fmla="*/ 0 w 62"/>
                  <a:gd name="T5" fmla="*/ 60 h 60"/>
                  <a:gd name="T6" fmla="*/ 14 w 62"/>
                  <a:gd name="T7" fmla="*/ 56 h 60"/>
                  <a:gd name="T8" fmla="*/ 59 w 62"/>
                  <a:gd name="T9" fmla="*/ 14 h 60"/>
                  <a:gd name="T10" fmla="*/ 61 w 62"/>
                  <a:gd name="T1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" h="60">
                    <a:moveTo>
                      <a:pt x="61" y="0"/>
                    </a:moveTo>
                    <a:cubicBezTo>
                      <a:pt x="60" y="0"/>
                      <a:pt x="60" y="1"/>
                      <a:pt x="59" y="1"/>
                    </a:cubicBezTo>
                    <a:cubicBezTo>
                      <a:pt x="57" y="16"/>
                      <a:pt x="34" y="43"/>
                      <a:pt x="0" y="60"/>
                    </a:cubicBezTo>
                    <a:cubicBezTo>
                      <a:pt x="4" y="59"/>
                      <a:pt x="8" y="57"/>
                      <a:pt x="14" y="56"/>
                    </a:cubicBezTo>
                    <a:cubicBezTo>
                      <a:pt x="36" y="42"/>
                      <a:pt x="55" y="21"/>
                      <a:pt x="59" y="14"/>
                    </a:cubicBezTo>
                    <a:cubicBezTo>
                      <a:pt x="62" y="7"/>
                      <a:pt x="62" y="3"/>
                      <a:pt x="61" y="0"/>
                    </a:cubicBezTo>
                  </a:path>
                </a:pathLst>
              </a:custGeom>
              <a:solidFill>
                <a:srgbClr val="F0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76" name="Freeform 318">
                <a:extLst>
                  <a:ext uri="{FF2B5EF4-FFF2-40B4-BE49-F238E27FC236}">
                    <a16:creationId xmlns:a16="http://schemas.microsoft.com/office/drawing/2014/main" id="{31B99A08-E39C-4976-923F-E31EA33307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4" y="2496"/>
                <a:ext cx="173" cy="72"/>
              </a:xfrm>
              <a:custGeom>
                <a:avLst/>
                <a:gdLst>
                  <a:gd name="T0" fmla="*/ 24 w 24"/>
                  <a:gd name="T1" fmla="*/ 0 h 10"/>
                  <a:gd name="T2" fmla="*/ 10 w 24"/>
                  <a:gd name="T3" fmla="*/ 4 h 10"/>
                  <a:gd name="T4" fmla="*/ 0 w 24"/>
                  <a:gd name="T5" fmla="*/ 8 h 10"/>
                  <a:gd name="T6" fmla="*/ 0 w 24"/>
                  <a:gd name="T7" fmla="*/ 10 h 10"/>
                  <a:gd name="T8" fmla="*/ 0 w 24"/>
                  <a:gd name="T9" fmla="*/ 10 h 10"/>
                  <a:gd name="T10" fmla="*/ 6 w 24"/>
                  <a:gd name="T11" fmla="*/ 9 h 10"/>
                  <a:gd name="T12" fmla="*/ 24 w 24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0">
                    <a:moveTo>
                      <a:pt x="24" y="0"/>
                    </a:moveTo>
                    <a:cubicBezTo>
                      <a:pt x="18" y="1"/>
                      <a:pt x="14" y="3"/>
                      <a:pt x="10" y="4"/>
                    </a:cubicBezTo>
                    <a:cubicBezTo>
                      <a:pt x="7" y="5"/>
                      <a:pt x="4" y="7"/>
                      <a:pt x="0" y="8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2" y="9"/>
                      <a:pt x="6" y="9"/>
                    </a:cubicBezTo>
                    <a:cubicBezTo>
                      <a:pt x="12" y="6"/>
                      <a:pt x="18" y="3"/>
                      <a:pt x="24" y="0"/>
                    </a:cubicBezTo>
                  </a:path>
                </a:pathLst>
              </a:custGeom>
              <a:solidFill>
                <a:srgbClr val="473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77" name="Freeform 319">
                <a:extLst>
                  <a:ext uri="{FF2B5EF4-FFF2-40B4-BE49-F238E27FC236}">
                    <a16:creationId xmlns:a16="http://schemas.microsoft.com/office/drawing/2014/main" id="{900A8823-685C-442E-A90B-CDB4B5D3C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4" y="2561"/>
                <a:ext cx="43" cy="15"/>
              </a:xfrm>
              <a:custGeom>
                <a:avLst/>
                <a:gdLst>
                  <a:gd name="T0" fmla="*/ 6 w 6"/>
                  <a:gd name="T1" fmla="*/ 0 h 2"/>
                  <a:gd name="T2" fmla="*/ 0 w 6"/>
                  <a:gd name="T3" fmla="*/ 1 h 2"/>
                  <a:gd name="T4" fmla="*/ 0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cubicBezTo>
                      <a:pt x="2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2" y="1"/>
                      <a:pt x="4" y="1"/>
                      <a:pt x="6" y="0"/>
                    </a:cubicBezTo>
                  </a:path>
                </a:pathLst>
              </a:custGeom>
              <a:solidFill>
                <a:srgbClr val="4B46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78" name="Freeform 320">
                <a:extLst>
                  <a:ext uri="{FF2B5EF4-FFF2-40B4-BE49-F238E27FC236}">
                    <a16:creationId xmlns:a16="http://schemas.microsoft.com/office/drawing/2014/main" id="{D9F4BFA9-454E-4B72-ACFB-6671824B1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5" y="2554"/>
                <a:ext cx="109" cy="36"/>
              </a:xfrm>
              <a:custGeom>
                <a:avLst/>
                <a:gdLst>
                  <a:gd name="T0" fmla="*/ 15 w 15"/>
                  <a:gd name="T1" fmla="*/ 0 h 5"/>
                  <a:gd name="T2" fmla="*/ 7 w 15"/>
                  <a:gd name="T3" fmla="*/ 3 h 5"/>
                  <a:gd name="T4" fmla="*/ 0 w 15"/>
                  <a:gd name="T5" fmla="*/ 4 h 5"/>
                  <a:gd name="T6" fmla="*/ 1 w 15"/>
                  <a:gd name="T7" fmla="*/ 4 h 5"/>
                  <a:gd name="T8" fmla="*/ 2 w 15"/>
                  <a:gd name="T9" fmla="*/ 5 h 5"/>
                  <a:gd name="T10" fmla="*/ 15 w 15"/>
                  <a:gd name="T11" fmla="*/ 3 h 5"/>
                  <a:gd name="T12" fmla="*/ 15 w 15"/>
                  <a:gd name="T13" fmla="*/ 2 h 5"/>
                  <a:gd name="T14" fmla="*/ 15 w 15"/>
                  <a:gd name="T15" fmla="*/ 2 h 5"/>
                  <a:gd name="T16" fmla="*/ 15 w 15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5">
                    <a:moveTo>
                      <a:pt x="15" y="0"/>
                    </a:moveTo>
                    <a:cubicBezTo>
                      <a:pt x="13" y="1"/>
                      <a:pt x="10" y="2"/>
                      <a:pt x="7" y="3"/>
                    </a:cubicBezTo>
                    <a:cubicBezTo>
                      <a:pt x="5" y="4"/>
                      <a:pt x="2" y="4"/>
                      <a:pt x="0" y="4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7" y="5"/>
                      <a:pt x="11" y="4"/>
                      <a:pt x="15" y="3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5959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79" name="Freeform 321">
                <a:extLst>
                  <a:ext uri="{FF2B5EF4-FFF2-40B4-BE49-F238E27FC236}">
                    <a16:creationId xmlns:a16="http://schemas.microsoft.com/office/drawing/2014/main" id="{ED4D4E2E-C4F7-429E-B8FD-135DDD1D2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2" y="2064"/>
                <a:ext cx="14" cy="36"/>
              </a:xfrm>
              <a:custGeom>
                <a:avLst/>
                <a:gdLst>
                  <a:gd name="T0" fmla="*/ 0 w 2"/>
                  <a:gd name="T1" fmla="*/ 0 h 5"/>
                  <a:gd name="T2" fmla="*/ 0 w 2"/>
                  <a:gd name="T3" fmla="*/ 1 h 5"/>
                  <a:gd name="T4" fmla="*/ 0 w 2"/>
                  <a:gd name="T5" fmla="*/ 5 h 5"/>
                  <a:gd name="T6" fmla="*/ 2 w 2"/>
                  <a:gd name="T7" fmla="*/ 4 h 5"/>
                  <a:gd name="T8" fmla="*/ 0 w 2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5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4"/>
                      <a:pt x="0" y="5"/>
                    </a:cubicBezTo>
                    <a:cubicBezTo>
                      <a:pt x="1" y="5"/>
                      <a:pt x="1" y="4"/>
                      <a:pt x="2" y="4"/>
                    </a:cubicBezTo>
                    <a:cubicBezTo>
                      <a:pt x="1" y="1"/>
                      <a:pt x="0" y="0"/>
                      <a:pt x="0" y="0"/>
                    </a:cubicBezTo>
                  </a:path>
                </a:pathLst>
              </a:custGeom>
              <a:solidFill>
                <a:srgbClr val="504B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80" name="Freeform 322">
                <a:extLst>
                  <a:ext uri="{FF2B5EF4-FFF2-40B4-BE49-F238E27FC236}">
                    <a16:creationId xmlns:a16="http://schemas.microsoft.com/office/drawing/2014/main" id="{E6116C99-53D1-4F9D-93A2-460C92947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1" y="1776"/>
                <a:ext cx="975" cy="821"/>
              </a:xfrm>
              <a:custGeom>
                <a:avLst/>
                <a:gdLst>
                  <a:gd name="T0" fmla="*/ 56 w 135"/>
                  <a:gd name="T1" fmla="*/ 111 h 114"/>
                  <a:gd name="T2" fmla="*/ 29 w 135"/>
                  <a:gd name="T3" fmla="*/ 108 h 114"/>
                  <a:gd name="T4" fmla="*/ 28 w 135"/>
                  <a:gd name="T5" fmla="*/ 107 h 114"/>
                  <a:gd name="T6" fmla="*/ 20 w 135"/>
                  <a:gd name="T7" fmla="*/ 43 h 114"/>
                  <a:gd name="T8" fmla="*/ 54 w 135"/>
                  <a:gd name="T9" fmla="*/ 10 h 114"/>
                  <a:gd name="T10" fmla="*/ 94 w 135"/>
                  <a:gd name="T11" fmla="*/ 8 h 114"/>
                  <a:gd name="T12" fmla="*/ 122 w 135"/>
                  <a:gd name="T13" fmla="*/ 16 h 114"/>
                  <a:gd name="T14" fmla="*/ 133 w 135"/>
                  <a:gd name="T15" fmla="*/ 41 h 114"/>
                  <a:gd name="T16" fmla="*/ 56 w 135"/>
                  <a:gd name="T17" fmla="*/ 111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5" h="114">
                    <a:moveTo>
                      <a:pt x="56" y="111"/>
                    </a:moveTo>
                    <a:cubicBezTo>
                      <a:pt x="47" y="114"/>
                      <a:pt x="38" y="112"/>
                      <a:pt x="29" y="108"/>
                    </a:cubicBezTo>
                    <a:cubicBezTo>
                      <a:pt x="29" y="108"/>
                      <a:pt x="28" y="108"/>
                      <a:pt x="28" y="107"/>
                    </a:cubicBezTo>
                    <a:cubicBezTo>
                      <a:pt x="4" y="95"/>
                      <a:pt x="0" y="62"/>
                      <a:pt x="20" y="43"/>
                    </a:cubicBezTo>
                    <a:cubicBezTo>
                      <a:pt x="33" y="31"/>
                      <a:pt x="47" y="17"/>
                      <a:pt x="54" y="10"/>
                    </a:cubicBezTo>
                    <a:cubicBezTo>
                      <a:pt x="64" y="0"/>
                      <a:pt x="80" y="5"/>
                      <a:pt x="94" y="8"/>
                    </a:cubicBezTo>
                    <a:cubicBezTo>
                      <a:pt x="98" y="9"/>
                      <a:pt x="120" y="13"/>
                      <a:pt x="122" y="16"/>
                    </a:cubicBezTo>
                    <a:cubicBezTo>
                      <a:pt x="130" y="23"/>
                      <a:pt x="131" y="29"/>
                      <a:pt x="133" y="41"/>
                    </a:cubicBezTo>
                    <a:cubicBezTo>
                      <a:pt x="135" y="57"/>
                      <a:pt x="104" y="95"/>
                      <a:pt x="56" y="111"/>
                    </a:cubicBezTo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81" name="Freeform 323">
                <a:extLst>
                  <a:ext uri="{FF2B5EF4-FFF2-40B4-BE49-F238E27FC236}">
                    <a16:creationId xmlns:a16="http://schemas.microsoft.com/office/drawing/2014/main" id="{F5799C1F-16BF-4A8A-B747-3999AC156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4" y="1747"/>
                <a:ext cx="1084" cy="814"/>
              </a:xfrm>
              <a:custGeom>
                <a:avLst/>
                <a:gdLst>
                  <a:gd name="T0" fmla="*/ 51 w 150"/>
                  <a:gd name="T1" fmla="*/ 109 h 113"/>
                  <a:gd name="T2" fmla="*/ 30 w 150"/>
                  <a:gd name="T3" fmla="*/ 112 h 113"/>
                  <a:gd name="T4" fmla="*/ 11 w 150"/>
                  <a:gd name="T5" fmla="*/ 97 h 113"/>
                  <a:gd name="T6" fmla="*/ 11 w 150"/>
                  <a:gd name="T7" fmla="*/ 57 h 113"/>
                  <a:gd name="T8" fmla="*/ 55 w 150"/>
                  <a:gd name="T9" fmla="*/ 14 h 113"/>
                  <a:gd name="T10" fmla="*/ 95 w 150"/>
                  <a:gd name="T11" fmla="*/ 3 h 113"/>
                  <a:gd name="T12" fmla="*/ 123 w 150"/>
                  <a:gd name="T13" fmla="*/ 20 h 113"/>
                  <a:gd name="T14" fmla="*/ 51 w 150"/>
                  <a:gd name="T15" fmla="*/ 10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" h="113">
                    <a:moveTo>
                      <a:pt x="51" y="109"/>
                    </a:moveTo>
                    <a:cubicBezTo>
                      <a:pt x="46" y="111"/>
                      <a:pt x="35" y="113"/>
                      <a:pt x="30" y="112"/>
                    </a:cubicBezTo>
                    <a:cubicBezTo>
                      <a:pt x="24" y="109"/>
                      <a:pt x="17" y="103"/>
                      <a:pt x="11" y="97"/>
                    </a:cubicBezTo>
                    <a:cubicBezTo>
                      <a:pt x="0" y="86"/>
                      <a:pt x="0" y="68"/>
                      <a:pt x="11" y="57"/>
                    </a:cubicBezTo>
                    <a:cubicBezTo>
                      <a:pt x="26" y="42"/>
                      <a:pt x="46" y="23"/>
                      <a:pt x="55" y="14"/>
                    </a:cubicBezTo>
                    <a:cubicBezTo>
                      <a:pt x="65" y="4"/>
                      <a:pt x="80" y="0"/>
                      <a:pt x="95" y="3"/>
                    </a:cubicBezTo>
                    <a:cubicBezTo>
                      <a:pt x="104" y="7"/>
                      <a:pt x="114" y="13"/>
                      <a:pt x="123" y="20"/>
                    </a:cubicBezTo>
                    <a:cubicBezTo>
                      <a:pt x="150" y="41"/>
                      <a:pt x="97" y="90"/>
                      <a:pt x="51" y="109"/>
                    </a:cubicBezTo>
                  </a:path>
                </a:pathLst>
              </a:custGeom>
              <a:solidFill>
                <a:srgbClr val="E5EA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82" name="Freeform 324">
                <a:extLst>
                  <a:ext uri="{FF2B5EF4-FFF2-40B4-BE49-F238E27FC236}">
                    <a16:creationId xmlns:a16="http://schemas.microsoft.com/office/drawing/2014/main" id="{BABBFC78-7730-47EC-A08A-42717A4D7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0" y="3152"/>
                <a:ext cx="144" cy="166"/>
              </a:xfrm>
              <a:custGeom>
                <a:avLst/>
                <a:gdLst>
                  <a:gd name="T0" fmla="*/ 19 w 20"/>
                  <a:gd name="T1" fmla="*/ 6 h 23"/>
                  <a:gd name="T2" fmla="*/ 17 w 20"/>
                  <a:gd name="T3" fmla="*/ 19 h 23"/>
                  <a:gd name="T4" fmla="*/ 2 w 20"/>
                  <a:gd name="T5" fmla="*/ 18 h 23"/>
                  <a:gd name="T6" fmla="*/ 2 w 20"/>
                  <a:gd name="T7" fmla="*/ 3 h 23"/>
                  <a:gd name="T8" fmla="*/ 2 w 20"/>
                  <a:gd name="T9" fmla="*/ 0 h 23"/>
                  <a:gd name="T10" fmla="*/ 12 w 20"/>
                  <a:gd name="T11" fmla="*/ 0 h 23"/>
                  <a:gd name="T12" fmla="*/ 19 w 20"/>
                  <a:gd name="T13" fmla="*/ 2 h 23"/>
                  <a:gd name="T14" fmla="*/ 19 w 20"/>
                  <a:gd name="T15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23">
                    <a:moveTo>
                      <a:pt x="19" y="6"/>
                    </a:moveTo>
                    <a:cubicBezTo>
                      <a:pt x="19" y="6"/>
                      <a:pt x="20" y="18"/>
                      <a:pt x="17" y="19"/>
                    </a:cubicBezTo>
                    <a:cubicBezTo>
                      <a:pt x="14" y="21"/>
                      <a:pt x="4" y="23"/>
                      <a:pt x="2" y="18"/>
                    </a:cubicBezTo>
                    <a:cubicBezTo>
                      <a:pt x="0" y="14"/>
                      <a:pt x="2" y="4"/>
                      <a:pt x="2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2" y="0"/>
                      <a:pt x="12" y="0"/>
                    </a:cubicBezTo>
                    <a:cubicBezTo>
                      <a:pt x="13" y="0"/>
                      <a:pt x="19" y="2"/>
                      <a:pt x="19" y="2"/>
                    </a:cubicBezTo>
                    <a:cubicBezTo>
                      <a:pt x="19" y="6"/>
                      <a:pt x="19" y="6"/>
                      <a:pt x="19" y="6"/>
                    </a:cubicBezTo>
                  </a:path>
                </a:pathLst>
              </a:custGeom>
              <a:solidFill>
                <a:srgbClr val="FFCE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83" name="Freeform 325">
                <a:extLst>
                  <a:ext uri="{FF2B5EF4-FFF2-40B4-BE49-F238E27FC236}">
                    <a16:creationId xmlns:a16="http://schemas.microsoft.com/office/drawing/2014/main" id="{7F736816-8DF2-4F1C-B838-3B6E7D987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6" y="3246"/>
                <a:ext cx="411" cy="274"/>
              </a:xfrm>
              <a:custGeom>
                <a:avLst/>
                <a:gdLst>
                  <a:gd name="T0" fmla="*/ 7 w 57"/>
                  <a:gd name="T1" fmla="*/ 37 h 38"/>
                  <a:gd name="T2" fmla="*/ 4 w 57"/>
                  <a:gd name="T3" fmla="*/ 25 h 38"/>
                  <a:gd name="T4" fmla="*/ 18 w 57"/>
                  <a:gd name="T5" fmla="*/ 17 h 38"/>
                  <a:gd name="T6" fmla="*/ 33 w 57"/>
                  <a:gd name="T7" fmla="*/ 3 h 38"/>
                  <a:gd name="T8" fmla="*/ 47 w 57"/>
                  <a:gd name="T9" fmla="*/ 5 h 38"/>
                  <a:gd name="T10" fmla="*/ 50 w 57"/>
                  <a:gd name="T11" fmla="*/ 1 h 38"/>
                  <a:gd name="T12" fmla="*/ 50 w 57"/>
                  <a:gd name="T13" fmla="*/ 0 h 38"/>
                  <a:gd name="T14" fmla="*/ 50 w 57"/>
                  <a:gd name="T15" fmla="*/ 19 h 38"/>
                  <a:gd name="T16" fmla="*/ 21 w 57"/>
                  <a:gd name="T17" fmla="*/ 35 h 38"/>
                  <a:gd name="T18" fmla="*/ 7 w 57"/>
                  <a:gd name="T1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7" h="38">
                    <a:moveTo>
                      <a:pt x="7" y="37"/>
                    </a:moveTo>
                    <a:cubicBezTo>
                      <a:pt x="2" y="35"/>
                      <a:pt x="0" y="29"/>
                      <a:pt x="4" y="25"/>
                    </a:cubicBezTo>
                    <a:cubicBezTo>
                      <a:pt x="8" y="22"/>
                      <a:pt x="14" y="19"/>
                      <a:pt x="18" y="17"/>
                    </a:cubicBezTo>
                    <a:cubicBezTo>
                      <a:pt x="26" y="13"/>
                      <a:pt x="33" y="3"/>
                      <a:pt x="33" y="3"/>
                    </a:cubicBezTo>
                    <a:cubicBezTo>
                      <a:pt x="33" y="3"/>
                      <a:pt x="38" y="9"/>
                      <a:pt x="47" y="5"/>
                    </a:cubicBezTo>
                    <a:cubicBezTo>
                      <a:pt x="49" y="5"/>
                      <a:pt x="50" y="3"/>
                      <a:pt x="50" y="1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0" y="0"/>
                      <a:pt x="57" y="15"/>
                      <a:pt x="50" y="19"/>
                    </a:cubicBezTo>
                    <a:cubicBezTo>
                      <a:pt x="43" y="23"/>
                      <a:pt x="21" y="35"/>
                      <a:pt x="21" y="35"/>
                    </a:cubicBezTo>
                    <a:cubicBezTo>
                      <a:pt x="21" y="35"/>
                      <a:pt x="13" y="38"/>
                      <a:pt x="7" y="37"/>
                    </a:cubicBezTo>
                  </a:path>
                </a:pathLst>
              </a:custGeom>
              <a:solidFill>
                <a:srgbClr val="242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84" name="Freeform 326">
                <a:extLst>
                  <a:ext uri="{FF2B5EF4-FFF2-40B4-BE49-F238E27FC236}">
                    <a16:creationId xmlns:a16="http://schemas.microsoft.com/office/drawing/2014/main" id="{08AAEAA4-77FB-4DC9-B70B-FDA1A9ABD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6" y="3037"/>
                <a:ext cx="130" cy="166"/>
              </a:xfrm>
              <a:custGeom>
                <a:avLst/>
                <a:gdLst>
                  <a:gd name="T0" fmla="*/ 17 w 18"/>
                  <a:gd name="T1" fmla="*/ 6 h 23"/>
                  <a:gd name="T2" fmla="*/ 15 w 18"/>
                  <a:gd name="T3" fmla="*/ 19 h 23"/>
                  <a:gd name="T4" fmla="*/ 0 w 18"/>
                  <a:gd name="T5" fmla="*/ 18 h 23"/>
                  <a:gd name="T6" fmla="*/ 0 w 18"/>
                  <a:gd name="T7" fmla="*/ 3 h 23"/>
                  <a:gd name="T8" fmla="*/ 0 w 18"/>
                  <a:gd name="T9" fmla="*/ 0 h 23"/>
                  <a:gd name="T10" fmla="*/ 11 w 18"/>
                  <a:gd name="T11" fmla="*/ 0 h 23"/>
                  <a:gd name="T12" fmla="*/ 17 w 18"/>
                  <a:gd name="T13" fmla="*/ 2 h 23"/>
                  <a:gd name="T14" fmla="*/ 17 w 18"/>
                  <a:gd name="T15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23">
                    <a:moveTo>
                      <a:pt x="17" y="6"/>
                    </a:moveTo>
                    <a:cubicBezTo>
                      <a:pt x="17" y="6"/>
                      <a:pt x="18" y="18"/>
                      <a:pt x="15" y="19"/>
                    </a:cubicBezTo>
                    <a:cubicBezTo>
                      <a:pt x="12" y="20"/>
                      <a:pt x="1" y="23"/>
                      <a:pt x="0" y="18"/>
                    </a:cubicBezTo>
                    <a:cubicBezTo>
                      <a:pt x="0" y="1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0" y="0"/>
                      <a:pt x="11" y="0"/>
                    </a:cubicBezTo>
                    <a:cubicBezTo>
                      <a:pt x="11" y="0"/>
                      <a:pt x="17" y="2"/>
                      <a:pt x="17" y="2"/>
                    </a:cubicBezTo>
                    <a:cubicBezTo>
                      <a:pt x="17" y="6"/>
                      <a:pt x="17" y="6"/>
                      <a:pt x="17" y="6"/>
                    </a:cubicBezTo>
                  </a:path>
                </a:pathLst>
              </a:custGeom>
              <a:solidFill>
                <a:srgbClr val="FFCE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85" name="Freeform 327">
                <a:extLst>
                  <a:ext uri="{FF2B5EF4-FFF2-40B4-BE49-F238E27FC236}">
                    <a16:creationId xmlns:a16="http://schemas.microsoft.com/office/drawing/2014/main" id="{5A2E5769-85BE-4EBB-9660-F26B8794B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7" y="3131"/>
                <a:ext cx="412" cy="273"/>
              </a:xfrm>
              <a:custGeom>
                <a:avLst/>
                <a:gdLst>
                  <a:gd name="T0" fmla="*/ 7 w 57"/>
                  <a:gd name="T1" fmla="*/ 36 h 38"/>
                  <a:gd name="T2" fmla="*/ 5 w 57"/>
                  <a:gd name="T3" fmla="*/ 25 h 38"/>
                  <a:gd name="T4" fmla="*/ 19 w 57"/>
                  <a:gd name="T5" fmla="*/ 17 h 38"/>
                  <a:gd name="T6" fmla="*/ 33 w 57"/>
                  <a:gd name="T7" fmla="*/ 3 h 38"/>
                  <a:gd name="T8" fmla="*/ 47 w 57"/>
                  <a:gd name="T9" fmla="*/ 5 h 38"/>
                  <a:gd name="T10" fmla="*/ 50 w 57"/>
                  <a:gd name="T11" fmla="*/ 1 h 38"/>
                  <a:gd name="T12" fmla="*/ 50 w 57"/>
                  <a:gd name="T13" fmla="*/ 0 h 38"/>
                  <a:gd name="T14" fmla="*/ 50 w 57"/>
                  <a:gd name="T15" fmla="*/ 19 h 38"/>
                  <a:gd name="T16" fmla="*/ 21 w 57"/>
                  <a:gd name="T17" fmla="*/ 35 h 38"/>
                  <a:gd name="T18" fmla="*/ 7 w 57"/>
                  <a:gd name="T1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7" h="38">
                    <a:moveTo>
                      <a:pt x="7" y="36"/>
                    </a:moveTo>
                    <a:cubicBezTo>
                      <a:pt x="2" y="35"/>
                      <a:pt x="0" y="29"/>
                      <a:pt x="5" y="25"/>
                    </a:cubicBezTo>
                    <a:cubicBezTo>
                      <a:pt x="9" y="22"/>
                      <a:pt x="15" y="19"/>
                      <a:pt x="19" y="17"/>
                    </a:cubicBezTo>
                    <a:cubicBezTo>
                      <a:pt x="27" y="12"/>
                      <a:pt x="33" y="3"/>
                      <a:pt x="33" y="3"/>
                    </a:cubicBezTo>
                    <a:cubicBezTo>
                      <a:pt x="33" y="3"/>
                      <a:pt x="38" y="9"/>
                      <a:pt x="47" y="5"/>
                    </a:cubicBezTo>
                    <a:cubicBezTo>
                      <a:pt x="49" y="5"/>
                      <a:pt x="50" y="3"/>
                      <a:pt x="50" y="1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0" y="0"/>
                      <a:pt x="57" y="15"/>
                      <a:pt x="50" y="19"/>
                    </a:cubicBezTo>
                    <a:cubicBezTo>
                      <a:pt x="43" y="23"/>
                      <a:pt x="21" y="35"/>
                      <a:pt x="21" y="35"/>
                    </a:cubicBezTo>
                    <a:cubicBezTo>
                      <a:pt x="21" y="35"/>
                      <a:pt x="13" y="38"/>
                      <a:pt x="7" y="36"/>
                    </a:cubicBezTo>
                  </a:path>
                </a:pathLst>
              </a:custGeom>
              <a:solidFill>
                <a:srgbClr val="242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86" name="Freeform 328">
                <a:extLst>
                  <a:ext uri="{FF2B5EF4-FFF2-40B4-BE49-F238E27FC236}">
                    <a16:creationId xmlns:a16="http://schemas.microsoft.com/office/drawing/2014/main" id="{BC97C792-1527-4DF2-9AA5-F0DAEA493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2" y="1891"/>
                <a:ext cx="838" cy="612"/>
              </a:xfrm>
              <a:custGeom>
                <a:avLst/>
                <a:gdLst>
                  <a:gd name="T0" fmla="*/ 116 w 116"/>
                  <a:gd name="T1" fmla="*/ 15 h 85"/>
                  <a:gd name="T2" fmla="*/ 39 w 116"/>
                  <a:gd name="T3" fmla="*/ 79 h 85"/>
                  <a:gd name="T4" fmla="*/ 32 w 116"/>
                  <a:gd name="T5" fmla="*/ 82 h 85"/>
                  <a:gd name="T6" fmla="*/ 19 w 116"/>
                  <a:gd name="T7" fmla="*/ 84 h 85"/>
                  <a:gd name="T8" fmla="*/ 0 w 116"/>
                  <a:gd name="T9" fmla="*/ 57 h 85"/>
                  <a:gd name="T10" fmla="*/ 66 w 116"/>
                  <a:gd name="T11" fmla="*/ 0 h 85"/>
                  <a:gd name="T12" fmla="*/ 67 w 116"/>
                  <a:gd name="T13" fmla="*/ 0 h 85"/>
                  <a:gd name="T14" fmla="*/ 71 w 116"/>
                  <a:gd name="T15" fmla="*/ 1 h 85"/>
                  <a:gd name="T16" fmla="*/ 79 w 116"/>
                  <a:gd name="T17" fmla="*/ 1 h 85"/>
                  <a:gd name="T18" fmla="*/ 113 w 116"/>
                  <a:gd name="T19" fmla="*/ 8 h 85"/>
                  <a:gd name="T20" fmla="*/ 116 w 116"/>
                  <a:gd name="T21" fmla="*/ 1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6" h="85">
                    <a:moveTo>
                      <a:pt x="116" y="15"/>
                    </a:moveTo>
                    <a:cubicBezTo>
                      <a:pt x="112" y="29"/>
                      <a:pt x="69" y="65"/>
                      <a:pt x="39" y="79"/>
                    </a:cubicBezTo>
                    <a:cubicBezTo>
                      <a:pt x="36" y="80"/>
                      <a:pt x="34" y="81"/>
                      <a:pt x="32" y="82"/>
                    </a:cubicBezTo>
                    <a:cubicBezTo>
                      <a:pt x="27" y="84"/>
                      <a:pt x="23" y="85"/>
                      <a:pt x="19" y="84"/>
                    </a:cubicBezTo>
                    <a:cubicBezTo>
                      <a:pt x="1" y="83"/>
                      <a:pt x="0" y="57"/>
                      <a:pt x="0" y="57"/>
                    </a:cubicBezTo>
                    <a:cubicBezTo>
                      <a:pt x="15" y="33"/>
                      <a:pt x="66" y="0"/>
                      <a:pt x="66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1"/>
                      <a:pt x="74" y="1"/>
                      <a:pt x="79" y="1"/>
                    </a:cubicBezTo>
                    <a:cubicBezTo>
                      <a:pt x="89" y="1"/>
                      <a:pt x="107" y="2"/>
                      <a:pt x="113" y="8"/>
                    </a:cubicBezTo>
                    <a:cubicBezTo>
                      <a:pt x="115" y="10"/>
                      <a:pt x="116" y="12"/>
                      <a:pt x="116" y="15"/>
                    </a:cubicBezTo>
                  </a:path>
                </a:pathLst>
              </a:custGeom>
              <a:solidFill>
                <a:srgbClr val="497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87" name="Freeform 329">
                <a:extLst>
                  <a:ext uri="{FF2B5EF4-FFF2-40B4-BE49-F238E27FC236}">
                    <a16:creationId xmlns:a16="http://schemas.microsoft.com/office/drawing/2014/main" id="{CB6D057E-D487-412E-9CD9-4188991FC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5" y="2294"/>
                <a:ext cx="296" cy="930"/>
              </a:xfrm>
              <a:custGeom>
                <a:avLst/>
                <a:gdLst>
                  <a:gd name="T0" fmla="*/ 36 w 41"/>
                  <a:gd name="T1" fmla="*/ 66 h 129"/>
                  <a:gd name="T2" fmla="*/ 33 w 41"/>
                  <a:gd name="T3" fmla="*/ 120 h 129"/>
                  <a:gd name="T4" fmla="*/ 28 w 41"/>
                  <a:gd name="T5" fmla="*/ 126 h 129"/>
                  <a:gd name="T6" fmla="*/ 21 w 41"/>
                  <a:gd name="T7" fmla="*/ 128 h 129"/>
                  <a:gd name="T8" fmla="*/ 3 w 41"/>
                  <a:gd name="T9" fmla="*/ 124 h 129"/>
                  <a:gd name="T10" fmla="*/ 1 w 41"/>
                  <a:gd name="T11" fmla="*/ 120 h 129"/>
                  <a:gd name="T12" fmla="*/ 0 w 41"/>
                  <a:gd name="T13" fmla="*/ 41 h 129"/>
                  <a:gd name="T14" fmla="*/ 1 w 41"/>
                  <a:gd name="T15" fmla="*/ 2 h 129"/>
                  <a:gd name="T16" fmla="*/ 1 w 41"/>
                  <a:gd name="T17" fmla="*/ 1 h 129"/>
                  <a:gd name="T18" fmla="*/ 32 w 41"/>
                  <a:gd name="T19" fmla="*/ 6 h 129"/>
                  <a:gd name="T20" fmla="*/ 36 w 41"/>
                  <a:gd name="T21" fmla="*/ 9 h 129"/>
                  <a:gd name="T22" fmla="*/ 40 w 41"/>
                  <a:gd name="T23" fmla="*/ 23 h 129"/>
                  <a:gd name="T24" fmla="*/ 36 w 41"/>
                  <a:gd name="T25" fmla="*/ 66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129">
                    <a:moveTo>
                      <a:pt x="36" y="66"/>
                    </a:moveTo>
                    <a:cubicBezTo>
                      <a:pt x="34" y="73"/>
                      <a:pt x="33" y="110"/>
                      <a:pt x="33" y="120"/>
                    </a:cubicBezTo>
                    <a:cubicBezTo>
                      <a:pt x="32" y="123"/>
                      <a:pt x="31" y="126"/>
                      <a:pt x="28" y="126"/>
                    </a:cubicBezTo>
                    <a:cubicBezTo>
                      <a:pt x="26" y="127"/>
                      <a:pt x="23" y="128"/>
                      <a:pt x="21" y="128"/>
                    </a:cubicBezTo>
                    <a:cubicBezTo>
                      <a:pt x="12" y="129"/>
                      <a:pt x="6" y="126"/>
                      <a:pt x="3" y="124"/>
                    </a:cubicBezTo>
                    <a:cubicBezTo>
                      <a:pt x="2" y="123"/>
                      <a:pt x="1" y="121"/>
                      <a:pt x="1" y="120"/>
                    </a:cubicBezTo>
                    <a:cubicBezTo>
                      <a:pt x="1" y="111"/>
                      <a:pt x="0" y="63"/>
                      <a:pt x="0" y="41"/>
                    </a:cubicBezTo>
                    <a:cubicBezTo>
                      <a:pt x="0" y="20"/>
                      <a:pt x="0" y="5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22" y="0"/>
                      <a:pt x="32" y="6"/>
                    </a:cubicBezTo>
                    <a:cubicBezTo>
                      <a:pt x="34" y="7"/>
                      <a:pt x="35" y="7"/>
                      <a:pt x="36" y="9"/>
                    </a:cubicBezTo>
                    <a:cubicBezTo>
                      <a:pt x="38" y="11"/>
                      <a:pt x="39" y="17"/>
                      <a:pt x="40" y="23"/>
                    </a:cubicBezTo>
                    <a:cubicBezTo>
                      <a:pt x="41" y="38"/>
                      <a:pt x="37" y="59"/>
                      <a:pt x="36" y="66"/>
                    </a:cubicBezTo>
                  </a:path>
                </a:pathLst>
              </a:custGeom>
              <a:solidFill>
                <a:srgbClr val="497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88" name="Freeform 330">
                <a:extLst>
                  <a:ext uri="{FF2B5EF4-FFF2-40B4-BE49-F238E27FC236}">
                    <a16:creationId xmlns:a16="http://schemas.microsoft.com/office/drawing/2014/main" id="{C2FA2CCD-CC6D-4E24-86A8-F6C392D2A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5" y="1876"/>
                <a:ext cx="21" cy="15"/>
              </a:xfrm>
              <a:custGeom>
                <a:avLst/>
                <a:gdLst>
                  <a:gd name="T0" fmla="*/ 0 w 3"/>
                  <a:gd name="T1" fmla="*/ 0 h 2"/>
                  <a:gd name="T2" fmla="*/ 2 w 3"/>
                  <a:gd name="T3" fmla="*/ 2 h 2"/>
                  <a:gd name="T4" fmla="*/ 3 w 3"/>
                  <a:gd name="T5" fmla="*/ 1 h 2"/>
                  <a:gd name="T6" fmla="*/ 3 w 3"/>
                  <a:gd name="T7" fmla="*/ 1 h 2"/>
                  <a:gd name="T8" fmla="*/ 0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0" y="0"/>
                      <a:pt x="1" y="1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7C7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89" name="Freeform 331">
                <a:extLst>
                  <a:ext uri="{FF2B5EF4-FFF2-40B4-BE49-F238E27FC236}">
                    <a16:creationId xmlns:a16="http://schemas.microsoft.com/office/drawing/2014/main" id="{703A5D4C-119F-4EA0-9FD2-F9E79D88C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6" y="1992"/>
                <a:ext cx="535" cy="389"/>
              </a:xfrm>
              <a:custGeom>
                <a:avLst/>
                <a:gdLst>
                  <a:gd name="T0" fmla="*/ 61 w 74"/>
                  <a:gd name="T1" fmla="*/ 0 h 54"/>
                  <a:gd name="T2" fmla="*/ 57 w 74"/>
                  <a:gd name="T3" fmla="*/ 3 h 54"/>
                  <a:gd name="T4" fmla="*/ 61 w 74"/>
                  <a:gd name="T5" fmla="*/ 4 h 54"/>
                  <a:gd name="T6" fmla="*/ 62 w 74"/>
                  <a:gd name="T7" fmla="*/ 4 h 54"/>
                  <a:gd name="T8" fmla="*/ 62 w 74"/>
                  <a:gd name="T9" fmla="*/ 4 h 54"/>
                  <a:gd name="T10" fmla="*/ 0 w 74"/>
                  <a:gd name="T11" fmla="*/ 48 h 54"/>
                  <a:gd name="T12" fmla="*/ 0 w 74"/>
                  <a:gd name="T13" fmla="*/ 48 h 54"/>
                  <a:gd name="T14" fmla="*/ 0 w 74"/>
                  <a:gd name="T15" fmla="*/ 48 h 54"/>
                  <a:gd name="T16" fmla="*/ 4 w 74"/>
                  <a:gd name="T17" fmla="*/ 51 h 54"/>
                  <a:gd name="T18" fmla="*/ 6 w 74"/>
                  <a:gd name="T19" fmla="*/ 54 h 54"/>
                  <a:gd name="T20" fmla="*/ 72 w 74"/>
                  <a:gd name="T21" fmla="*/ 5 h 54"/>
                  <a:gd name="T22" fmla="*/ 72 w 74"/>
                  <a:gd name="T23" fmla="*/ 5 h 54"/>
                  <a:gd name="T24" fmla="*/ 72 w 74"/>
                  <a:gd name="T25" fmla="*/ 5 h 54"/>
                  <a:gd name="T26" fmla="*/ 74 w 74"/>
                  <a:gd name="T27" fmla="*/ 4 h 54"/>
                  <a:gd name="T28" fmla="*/ 65 w 74"/>
                  <a:gd name="T29" fmla="*/ 1 h 54"/>
                  <a:gd name="T30" fmla="*/ 62 w 74"/>
                  <a:gd name="T31" fmla="*/ 0 h 54"/>
                  <a:gd name="T32" fmla="*/ 61 w 74"/>
                  <a:gd name="T33" fmla="*/ 0 h 54"/>
                  <a:gd name="T34" fmla="*/ 61 w 74"/>
                  <a:gd name="T35" fmla="*/ 0 h 54"/>
                  <a:gd name="T36" fmla="*/ 61 w 74"/>
                  <a:gd name="T3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4" h="54">
                    <a:moveTo>
                      <a:pt x="61" y="0"/>
                    </a:moveTo>
                    <a:cubicBezTo>
                      <a:pt x="60" y="1"/>
                      <a:pt x="58" y="2"/>
                      <a:pt x="57" y="3"/>
                    </a:cubicBezTo>
                    <a:cubicBezTo>
                      <a:pt x="58" y="4"/>
                      <a:pt x="60" y="4"/>
                      <a:pt x="61" y="4"/>
                    </a:cubicBezTo>
                    <a:cubicBezTo>
                      <a:pt x="61" y="4"/>
                      <a:pt x="61" y="4"/>
                      <a:pt x="62" y="4"/>
                    </a:cubicBezTo>
                    <a:cubicBezTo>
                      <a:pt x="62" y="4"/>
                      <a:pt x="62" y="4"/>
                      <a:pt x="62" y="4"/>
                    </a:cubicBezTo>
                    <a:cubicBezTo>
                      <a:pt x="67" y="4"/>
                      <a:pt x="23" y="35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2" y="49"/>
                      <a:pt x="3" y="49"/>
                      <a:pt x="4" y="51"/>
                    </a:cubicBezTo>
                    <a:cubicBezTo>
                      <a:pt x="5" y="51"/>
                      <a:pt x="5" y="53"/>
                      <a:pt x="6" y="54"/>
                    </a:cubicBezTo>
                    <a:cubicBezTo>
                      <a:pt x="23" y="35"/>
                      <a:pt x="63" y="11"/>
                      <a:pt x="72" y="5"/>
                    </a:cubicBezTo>
                    <a:cubicBezTo>
                      <a:pt x="72" y="5"/>
                      <a:pt x="72" y="5"/>
                      <a:pt x="72" y="5"/>
                    </a:cubicBezTo>
                    <a:cubicBezTo>
                      <a:pt x="72" y="5"/>
                      <a:pt x="72" y="5"/>
                      <a:pt x="72" y="5"/>
                    </a:cubicBezTo>
                    <a:cubicBezTo>
                      <a:pt x="73" y="5"/>
                      <a:pt x="74" y="4"/>
                      <a:pt x="74" y="4"/>
                    </a:cubicBezTo>
                    <a:cubicBezTo>
                      <a:pt x="72" y="3"/>
                      <a:pt x="69" y="2"/>
                      <a:pt x="65" y="1"/>
                    </a:cubicBezTo>
                    <a:cubicBezTo>
                      <a:pt x="65" y="1"/>
                      <a:pt x="64" y="1"/>
                      <a:pt x="62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</a:path>
                </a:pathLst>
              </a:custGeom>
              <a:solidFill>
                <a:srgbClr val="3E5C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90" name="Freeform 332">
                <a:extLst>
                  <a:ext uri="{FF2B5EF4-FFF2-40B4-BE49-F238E27FC236}">
                    <a16:creationId xmlns:a16="http://schemas.microsoft.com/office/drawing/2014/main" id="{EE4BBB36-474D-486D-954E-4F7514C6E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5" y="2338"/>
                <a:ext cx="275" cy="879"/>
              </a:xfrm>
              <a:custGeom>
                <a:avLst/>
                <a:gdLst>
                  <a:gd name="T0" fmla="*/ 32 w 38"/>
                  <a:gd name="T1" fmla="*/ 0 h 122"/>
                  <a:gd name="T2" fmla="*/ 16 w 38"/>
                  <a:gd name="T3" fmla="*/ 5 h 122"/>
                  <a:gd name="T4" fmla="*/ 5 w 38"/>
                  <a:gd name="T5" fmla="*/ 1 h 122"/>
                  <a:gd name="T6" fmla="*/ 0 w 38"/>
                  <a:gd name="T7" fmla="*/ 7 h 122"/>
                  <a:gd name="T8" fmla="*/ 0 w 38"/>
                  <a:gd name="T9" fmla="*/ 13 h 122"/>
                  <a:gd name="T10" fmla="*/ 6 w 38"/>
                  <a:gd name="T11" fmla="*/ 17 h 122"/>
                  <a:gd name="T12" fmla="*/ 7 w 38"/>
                  <a:gd name="T13" fmla="*/ 17 h 122"/>
                  <a:gd name="T14" fmla="*/ 7 w 38"/>
                  <a:gd name="T15" fmla="*/ 17 h 122"/>
                  <a:gd name="T16" fmla="*/ 9 w 38"/>
                  <a:gd name="T17" fmla="*/ 19 h 122"/>
                  <a:gd name="T18" fmla="*/ 9 w 38"/>
                  <a:gd name="T19" fmla="*/ 23 h 122"/>
                  <a:gd name="T20" fmla="*/ 0 w 38"/>
                  <a:gd name="T21" fmla="*/ 47 h 122"/>
                  <a:gd name="T22" fmla="*/ 1 w 38"/>
                  <a:gd name="T23" fmla="*/ 114 h 122"/>
                  <a:gd name="T24" fmla="*/ 3 w 38"/>
                  <a:gd name="T25" fmla="*/ 118 h 122"/>
                  <a:gd name="T26" fmla="*/ 17 w 38"/>
                  <a:gd name="T27" fmla="*/ 122 h 122"/>
                  <a:gd name="T28" fmla="*/ 21 w 38"/>
                  <a:gd name="T29" fmla="*/ 122 h 122"/>
                  <a:gd name="T30" fmla="*/ 28 w 38"/>
                  <a:gd name="T31" fmla="*/ 120 h 122"/>
                  <a:gd name="T32" fmla="*/ 31 w 38"/>
                  <a:gd name="T33" fmla="*/ 118 h 122"/>
                  <a:gd name="T34" fmla="*/ 30 w 38"/>
                  <a:gd name="T35" fmla="*/ 52 h 122"/>
                  <a:gd name="T36" fmla="*/ 30 w 38"/>
                  <a:gd name="T37" fmla="*/ 21 h 122"/>
                  <a:gd name="T38" fmla="*/ 30 w 38"/>
                  <a:gd name="T39" fmla="*/ 21 h 122"/>
                  <a:gd name="T40" fmla="*/ 30 w 38"/>
                  <a:gd name="T41" fmla="*/ 20 h 122"/>
                  <a:gd name="T42" fmla="*/ 30 w 38"/>
                  <a:gd name="T43" fmla="*/ 20 h 122"/>
                  <a:gd name="T44" fmla="*/ 30 w 38"/>
                  <a:gd name="T45" fmla="*/ 20 h 122"/>
                  <a:gd name="T46" fmla="*/ 31 w 38"/>
                  <a:gd name="T47" fmla="*/ 18 h 122"/>
                  <a:gd name="T48" fmla="*/ 31 w 38"/>
                  <a:gd name="T49" fmla="*/ 18 h 122"/>
                  <a:gd name="T50" fmla="*/ 38 w 38"/>
                  <a:gd name="T51" fmla="*/ 6 h 122"/>
                  <a:gd name="T52" fmla="*/ 36 w 38"/>
                  <a:gd name="T53" fmla="*/ 3 h 122"/>
                  <a:gd name="T54" fmla="*/ 32 w 38"/>
                  <a:gd name="T55" fmla="*/ 0 h 122"/>
                  <a:gd name="T56" fmla="*/ 32 w 38"/>
                  <a:gd name="T57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8" h="122">
                    <a:moveTo>
                      <a:pt x="32" y="0"/>
                    </a:moveTo>
                    <a:cubicBezTo>
                      <a:pt x="26" y="4"/>
                      <a:pt x="21" y="5"/>
                      <a:pt x="16" y="5"/>
                    </a:cubicBezTo>
                    <a:cubicBezTo>
                      <a:pt x="11" y="5"/>
                      <a:pt x="7" y="3"/>
                      <a:pt x="5" y="1"/>
                    </a:cubicBezTo>
                    <a:cubicBezTo>
                      <a:pt x="3" y="3"/>
                      <a:pt x="2" y="5"/>
                      <a:pt x="0" y="7"/>
                    </a:cubicBezTo>
                    <a:cubicBezTo>
                      <a:pt x="0" y="9"/>
                      <a:pt x="0" y="11"/>
                      <a:pt x="0" y="13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8" y="18"/>
                      <a:pt x="8" y="18"/>
                      <a:pt x="9" y="19"/>
                    </a:cubicBezTo>
                    <a:cubicBezTo>
                      <a:pt x="10" y="20"/>
                      <a:pt x="10" y="22"/>
                      <a:pt x="9" y="23"/>
                    </a:cubicBezTo>
                    <a:cubicBezTo>
                      <a:pt x="7" y="28"/>
                      <a:pt x="4" y="37"/>
                      <a:pt x="0" y="47"/>
                    </a:cubicBezTo>
                    <a:cubicBezTo>
                      <a:pt x="0" y="71"/>
                      <a:pt x="1" y="106"/>
                      <a:pt x="1" y="114"/>
                    </a:cubicBezTo>
                    <a:cubicBezTo>
                      <a:pt x="1" y="115"/>
                      <a:pt x="2" y="117"/>
                      <a:pt x="3" y="118"/>
                    </a:cubicBezTo>
                    <a:cubicBezTo>
                      <a:pt x="6" y="120"/>
                      <a:pt x="10" y="122"/>
                      <a:pt x="17" y="122"/>
                    </a:cubicBezTo>
                    <a:cubicBezTo>
                      <a:pt x="19" y="122"/>
                      <a:pt x="20" y="122"/>
                      <a:pt x="21" y="122"/>
                    </a:cubicBezTo>
                    <a:cubicBezTo>
                      <a:pt x="23" y="122"/>
                      <a:pt x="26" y="121"/>
                      <a:pt x="28" y="120"/>
                    </a:cubicBezTo>
                    <a:cubicBezTo>
                      <a:pt x="29" y="120"/>
                      <a:pt x="31" y="119"/>
                      <a:pt x="31" y="118"/>
                    </a:cubicBezTo>
                    <a:cubicBezTo>
                      <a:pt x="31" y="100"/>
                      <a:pt x="30" y="69"/>
                      <a:pt x="30" y="52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19"/>
                      <a:pt x="31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4"/>
                      <a:pt x="34" y="10"/>
                      <a:pt x="38" y="6"/>
                    </a:cubicBezTo>
                    <a:cubicBezTo>
                      <a:pt x="37" y="5"/>
                      <a:pt x="37" y="3"/>
                      <a:pt x="36" y="3"/>
                    </a:cubicBezTo>
                    <a:cubicBezTo>
                      <a:pt x="35" y="1"/>
                      <a:pt x="34" y="1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3E5C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91" name="Freeform 333">
                <a:extLst>
                  <a:ext uri="{FF2B5EF4-FFF2-40B4-BE49-F238E27FC236}">
                    <a16:creationId xmlns:a16="http://schemas.microsoft.com/office/drawing/2014/main" id="{1FF95DE9-38E5-431B-B095-567D48E5B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2" y="1876"/>
                <a:ext cx="939" cy="707"/>
              </a:xfrm>
              <a:custGeom>
                <a:avLst/>
                <a:gdLst>
                  <a:gd name="T0" fmla="*/ 126 w 130"/>
                  <a:gd name="T1" fmla="*/ 36 h 98"/>
                  <a:gd name="T2" fmla="*/ 40 w 130"/>
                  <a:gd name="T3" fmla="*/ 94 h 98"/>
                  <a:gd name="T4" fmla="*/ 34 w 130"/>
                  <a:gd name="T5" fmla="*/ 97 h 98"/>
                  <a:gd name="T6" fmla="*/ 24 w 130"/>
                  <a:gd name="T7" fmla="*/ 98 h 98"/>
                  <a:gd name="T8" fmla="*/ 0 w 130"/>
                  <a:gd name="T9" fmla="*/ 85 h 98"/>
                  <a:gd name="T10" fmla="*/ 0 w 130"/>
                  <a:gd name="T11" fmla="*/ 84 h 98"/>
                  <a:gd name="T12" fmla="*/ 1 w 130"/>
                  <a:gd name="T13" fmla="*/ 82 h 98"/>
                  <a:gd name="T14" fmla="*/ 74 w 130"/>
                  <a:gd name="T15" fmla="*/ 21 h 98"/>
                  <a:gd name="T16" fmla="*/ 96 w 130"/>
                  <a:gd name="T17" fmla="*/ 6 h 98"/>
                  <a:gd name="T18" fmla="*/ 106 w 130"/>
                  <a:gd name="T19" fmla="*/ 6 h 98"/>
                  <a:gd name="T20" fmla="*/ 118 w 130"/>
                  <a:gd name="T21" fmla="*/ 0 h 98"/>
                  <a:gd name="T22" fmla="*/ 126 w 130"/>
                  <a:gd name="T23" fmla="*/ 36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0" h="98">
                    <a:moveTo>
                      <a:pt x="126" y="36"/>
                    </a:moveTo>
                    <a:cubicBezTo>
                      <a:pt x="123" y="54"/>
                      <a:pt x="60" y="85"/>
                      <a:pt x="40" y="94"/>
                    </a:cubicBezTo>
                    <a:cubicBezTo>
                      <a:pt x="36" y="96"/>
                      <a:pt x="34" y="97"/>
                      <a:pt x="34" y="97"/>
                    </a:cubicBezTo>
                    <a:cubicBezTo>
                      <a:pt x="34" y="97"/>
                      <a:pt x="30" y="98"/>
                      <a:pt x="24" y="98"/>
                    </a:cubicBezTo>
                    <a:cubicBezTo>
                      <a:pt x="14" y="98"/>
                      <a:pt x="0" y="96"/>
                      <a:pt x="0" y="85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3"/>
                      <a:pt x="1" y="82"/>
                    </a:cubicBezTo>
                    <a:cubicBezTo>
                      <a:pt x="7" y="63"/>
                      <a:pt x="63" y="29"/>
                      <a:pt x="74" y="21"/>
                    </a:cubicBezTo>
                    <a:cubicBezTo>
                      <a:pt x="86" y="13"/>
                      <a:pt x="96" y="6"/>
                      <a:pt x="96" y="6"/>
                    </a:cubicBezTo>
                    <a:cubicBezTo>
                      <a:pt x="106" y="6"/>
                      <a:pt x="106" y="6"/>
                      <a:pt x="106" y="6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8" y="0"/>
                      <a:pt x="130" y="14"/>
                      <a:pt x="126" y="36"/>
                    </a:cubicBezTo>
                  </a:path>
                </a:pathLst>
              </a:custGeom>
              <a:solidFill>
                <a:srgbClr val="497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92" name="Freeform 334">
                <a:extLst>
                  <a:ext uri="{FF2B5EF4-FFF2-40B4-BE49-F238E27FC236}">
                    <a16:creationId xmlns:a16="http://schemas.microsoft.com/office/drawing/2014/main" id="{9897D409-3EC0-47B7-B235-D1A8AD61E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2" y="2424"/>
                <a:ext cx="303" cy="908"/>
              </a:xfrm>
              <a:custGeom>
                <a:avLst/>
                <a:gdLst>
                  <a:gd name="T0" fmla="*/ 36 w 42"/>
                  <a:gd name="T1" fmla="*/ 65 h 126"/>
                  <a:gd name="T2" fmla="*/ 33 w 42"/>
                  <a:gd name="T3" fmla="*/ 119 h 126"/>
                  <a:gd name="T4" fmla="*/ 33 w 42"/>
                  <a:gd name="T5" fmla="*/ 119 h 126"/>
                  <a:gd name="T6" fmla="*/ 30 w 42"/>
                  <a:gd name="T7" fmla="*/ 123 h 126"/>
                  <a:gd name="T8" fmla="*/ 22 w 42"/>
                  <a:gd name="T9" fmla="*/ 125 h 126"/>
                  <a:gd name="T10" fmla="*/ 3 w 42"/>
                  <a:gd name="T11" fmla="*/ 120 h 126"/>
                  <a:gd name="T12" fmla="*/ 2 w 42"/>
                  <a:gd name="T13" fmla="*/ 117 h 126"/>
                  <a:gd name="T14" fmla="*/ 0 w 42"/>
                  <a:gd name="T15" fmla="*/ 40 h 126"/>
                  <a:gd name="T16" fmla="*/ 0 w 42"/>
                  <a:gd name="T17" fmla="*/ 9 h 126"/>
                  <a:gd name="T18" fmla="*/ 0 w 42"/>
                  <a:gd name="T19" fmla="*/ 8 h 126"/>
                  <a:gd name="T20" fmla="*/ 3 w 42"/>
                  <a:gd name="T21" fmla="*/ 8 h 126"/>
                  <a:gd name="T22" fmla="*/ 35 w 42"/>
                  <a:gd name="T23" fmla="*/ 7 h 126"/>
                  <a:gd name="T24" fmla="*/ 36 w 42"/>
                  <a:gd name="T25" fmla="*/ 7 h 126"/>
                  <a:gd name="T26" fmla="*/ 40 w 42"/>
                  <a:gd name="T27" fmla="*/ 18 h 126"/>
                  <a:gd name="T28" fmla="*/ 36 w 42"/>
                  <a:gd name="T29" fmla="*/ 65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2" h="126">
                    <a:moveTo>
                      <a:pt x="36" y="65"/>
                    </a:moveTo>
                    <a:cubicBezTo>
                      <a:pt x="35" y="72"/>
                      <a:pt x="33" y="110"/>
                      <a:pt x="33" y="119"/>
                    </a:cubicBezTo>
                    <a:cubicBezTo>
                      <a:pt x="33" y="119"/>
                      <a:pt x="33" y="119"/>
                      <a:pt x="33" y="119"/>
                    </a:cubicBezTo>
                    <a:cubicBezTo>
                      <a:pt x="33" y="121"/>
                      <a:pt x="32" y="122"/>
                      <a:pt x="30" y="123"/>
                    </a:cubicBezTo>
                    <a:cubicBezTo>
                      <a:pt x="27" y="124"/>
                      <a:pt x="24" y="124"/>
                      <a:pt x="22" y="125"/>
                    </a:cubicBezTo>
                    <a:cubicBezTo>
                      <a:pt x="12" y="126"/>
                      <a:pt x="6" y="122"/>
                      <a:pt x="3" y="120"/>
                    </a:cubicBezTo>
                    <a:cubicBezTo>
                      <a:pt x="2" y="119"/>
                      <a:pt x="2" y="118"/>
                      <a:pt x="2" y="117"/>
                    </a:cubicBezTo>
                    <a:cubicBezTo>
                      <a:pt x="1" y="109"/>
                      <a:pt x="0" y="62"/>
                      <a:pt x="0" y="4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1" y="8"/>
                      <a:pt x="3" y="8"/>
                    </a:cubicBezTo>
                    <a:cubicBezTo>
                      <a:pt x="9" y="6"/>
                      <a:pt x="28" y="0"/>
                      <a:pt x="35" y="7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8" y="10"/>
                      <a:pt x="39" y="13"/>
                      <a:pt x="40" y="18"/>
                    </a:cubicBezTo>
                    <a:cubicBezTo>
                      <a:pt x="42" y="33"/>
                      <a:pt x="38" y="58"/>
                      <a:pt x="36" y="65"/>
                    </a:cubicBezTo>
                  </a:path>
                </a:pathLst>
              </a:custGeom>
              <a:solidFill>
                <a:srgbClr val="497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93" name="Freeform 335">
                <a:extLst>
                  <a:ext uri="{FF2B5EF4-FFF2-40B4-BE49-F238E27FC236}">
                    <a16:creationId xmlns:a16="http://schemas.microsoft.com/office/drawing/2014/main" id="{995CF42E-215D-4131-86FC-DBCC55B0DC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52" y="1927"/>
                <a:ext cx="917" cy="627"/>
              </a:xfrm>
              <a:custGeom>
                <a:avLst/>
                <a:gdLst>
                  <a:gd name="T0" fmla="*/ 1 w 127"/>
                  <a:gd name="T1" fmla="*/ 75 h 87"/>
                  <a:gd name="T2" fmla="*/ 1 w 127"/>
                  <a:gd name="T3" fmla="*/ 75 h 87"/>
                  <a:gd name="T4" fmla="*/ 0 w 127"/>
                  <a:gd name="T5" fmla="*/ 77 h 87"/>
                  <a:gd name="T6" fmla="*/ 3 w 127"/>
                  <a:gd name="T7" fmla="*/ 77 h 87"/>
                  <a:gd name="T8" fmla="*/ 3 w 127"/>
                  <a:gd name="T9" fmla="*/ 77 h 87"/>
                  <a:gd name="T10" fmla="*/ 1 w 127"/>
                  <a:gd name="T11" fmla="*/ 75 h 87"/>
                  <a:gd name="T12" fmla="*/ 123 w 127"/>
                  <a:gd name="T13" fmla="*/ 0 h 87"/>
                  <a:gd name="T14" fmla="*/ 113 w 127"/>
                  <a:gd name="T15" fmla="*/ 10 h 87"/>
                  <a:gd name="T16" fmla="*/ 92 w 127"/>
                  <a:gd name="T17" fmla="*/ 15 h 87"/>
                  <a:gd name="T18" fmla="*/ 76 w 127"/>
                  <a:gd name="T19" fmla="*/ 13 h 87"/>
                  <a:gd name="T20" fmla="*/ 74 w 127"/>
                  <a:gd name="T21" fmla="*/ 14 h 87"/>
                  <a:gd name="T22" fmla="*/ 92 w 127"/>
                  <a:gd name="T23" fmla="*/ 16 h 87"/>
                  <a:gd name="T24" fmla="*/ 110 w 127"/>
                  <a:gd name="T25" fmla="*/ 14 h 87"/>
                  <a:gd name="T26" fmla="*/ 111 w 127"/>
                  <a:gd name="T27" fmla="*/ 14 h 87"/>
                  <a:gd name="T28" fmla="*/ 111 w 127"/>
                  <a:gd name="T29" fmla="*/ 30 h 87"/>
                  <a:gd name="T30" fmla="*/ 35 w 127"/>
                  <a:gd name="T31" fmla="*/ 76 h 87"/>
                  <a:gd name="T32" fmla="*/ 35 w 127"/>
                  <a:gd name="T33" fmla="*/ 76 h 87"/>
                  <a:gd name="T34" fmla="*/ 35 w 127"/>
                  <a:gd name="T35" fmla="*/ 76 h 87"/>
                  <a:gd name="T36" fmla="*/ 36 w 127"/>
                  <a:gd name="T37" fmla="*/ 76 h 87"/>
                  <a:gd name="T38" fmla="*/ 40 w 127"/>
                  <a:gd name="T39" fmla="*/ 87 h 87"/>
                  <a:gd name="T40" fmla="*/ 40 w 127"/>
                  <a:gd name="T41" fmla="*/ 87 h 87"/>
                  <a:gd name="T42" fmla="*/ 40 w 127"/>
                  <a:gd name="T43" fmla="*/ 87 h 87"/>
                  <a:gd name="T44" fmla="*/ 40 w 127"/>
                  <a:gd name="T45" fmla="*/ 87 h 87"/>
                  <a:gd name="T46" fmla="*/ 126 w 127"/>
                  <a:gd name="T47" fmla="*/ 29 h 87"/>
                  <a:gd name="T48" fmla="*/ 127 w 127"/>
                  <a:gd name="T49" fmla="*/ 20 h 87"/>
                  <a:gd name="T50" fmla="*/ 123 w 127"/>
                  <a:gd name="T51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27" h="87">
                    <a:moveTo>
                      <a:pt x="1" y="75"/>
                    </a:moveTo>
                    <a:cubicBezTo>
                      <a:pt x="1" y="75"/>
                      <a:pt x="1" y="75"/>
                      <a:pt x="1" y="75"/>
                    </a:cubicBezTo>
                    <a:cubicBezTo>
                      <a:pt x="0" y="76"/>
                      <a:pt x="0" y="77"/>
                      <a:pt x="0" y="77"/>
                    </a:cubicBezTo>
                    <a:cubicBezTo>
                      <a:pt x="0" y="77"/>
                      <a:pt x="1" y="77"/>
                      <a:pt x="3" y="77"/>
                    </a:cubicBezTo>
                    <a:cubicBezTo>
                      <a:pt x="3" y="77"/>
                      <a:pt x="3" y="77"/>
                      <a:pt x="3" y="77"/>
                    </a:cubicBezTo>
                    <a:cubicBezTo>
                      <a:pt x="2" y="76"/>
                      <a:pt x="1" y="75"/>
                      <a:pt x="1" y="75"/>
                    </a:cubicBezTo>
                    <a:moveTo>
                      <a:pt x="123" y="0"/>
                    </a:moveTo>
                    <a:cubicBezTo>
                      <a:pt x="122" y="2"/>
                      <a:pt x="121" y="7"/>
                      <a:pt x="113" y="10"/>
                    </a:cubicBezTo>
                    <a:cubicBezTo>
                      <a:pt x="108" y="11"/>
                      <a:pt x="103" y="15"/>
                      <a:pt x="92" y="15"/>
                    </a:cubicBezTo>
                    <a:cubicBezTo>
                      <a:pt x="88" y="15"/>
                      <a:pt x="83" y="14"/>
                      <a:pt x="76" y="13"/>
                    </a:cubicBezTo>
                    <a:cubicBezTo>
                      <a:pt x="76" y="13"/>
                      <a:pt x="75" y="14"/>
                      <a:pt x="74" y="14"/>
                    </a:cubicBezTo>
                    <a:cubicBezTo>
                      <a:pt x="74" y="14"/>
                      <a:pt x="82" y="16"/>
                      <a:pt x="92" y="16"/>
                    </a:cubicBezTo>
                    <a:cubicBezTo>
                      <a:pt x="98" y="16"/>
                      <a:pt x="104" y="15"/>
                      <a:pt x="110" y="14"/>
                    </a:cubicBezTo>
                    <a:cubicBezTo>
                      <a:pt x="110" y="14"/>
                      <a:pt x="111" y="14"/>
                      <a:pt x="111" y="14"/>
                    </a:cubicBezTo>
                    <a:cubicBezTo>
                      <a:pt x="116" y="14"/>
                      <a:pt x="116" y="22"/>
                      <a:pt x="111" y="30"/>
                    </a:cubicBezTo>
                    <a:cubicBezTo>
                      <a:pt x="107" y="37"/>
                      <a:pt x="60" y="65"/>
                      <a:pt x="35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8" y="79"/>
                      <a:pt x="39" y="82"/>
                      <a:pt x="40" y="87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60" y="78"/>
                      <a:pt x="123" y="47"/>
                      <a:pt x="126" y="29"/>
                    </a:cubicBezTo>
                    <a:cubicBezTo>
                      <a:pt x="127" y="26"/>
                      <a:pt x="127" y="23"/>
                      <a:pt x="127" y="20"/>
                    </a:cubicBezTo>
                    <a:cubicBezTo>
                      <a:pt x="127" y="12"/>
                      <a:pt x="125" y="5"/>
                      <a:pt x="123" y="0"/>
                    </a:cubicBezTo>
                  </a:path>
                </a:pathLst>
              </a:custGeom>
              <a:solidFill>
                <a:srgbClr val="4562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94" name="Freeform 336">
                <a:extLst>
                  <a:ext uri="{FF2B5EF4-FFF2-40B4-BE49-F238E27FC236}">
                    <a16:creationId xmlns:a16="http://schemas.microsoft.com/office/drawing/2014/main" id="{1B1F6165-8C5B-4BAA-BB80-B169EA74A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2" y="2475"/>
                <a:ext cx="289" cy="850"/>
              </a:xfrm>
              <a:custGeom>
                <a:avLst/>
                <a:gdLst>
                  <a:gd name="T0" fmla="*/ 35 w 40"/>
                  <a:gd name="T1" fmla="*/ 0 h 118"/>
                  <a:gd name="T2" fmla="*/ 24 w 40"/>
                  <a:gd name="T3" fmla="*/ 4 h 118"/>
                  <a:gd name="T4" fmla="*/ 13 w 40"/>
                  <a:gd name="T5" fmla="*/ 7 h 118"/>
                  <a:gd name="T6" fmla="*/ 3 w 40"/>
                  <a:gd name="T7" fmla="*/ 1 h 118"/>
                  <a:gd name="T8" fmla="*/ 3 w 40"/>
                  <a:gd name="T9" fmla="*/ 1 h 118"/>
                  <a:gd name="T10" fmla="*/ 3 w 40"/>
                  <a:gd name="T11" fmla="*/ 1 h 118"/>
                  <a:gd name="T12" fmla="*/ 0 w 40"/>
                  <a:gd name="T13" fmla="*/ 1 h 118"/>
                  <a:gd name="T14" fmla="*/ 0 w 40"/>
                  <a:gd name="T15" fmla="*/ 1 h 118"/>
                  <a:gd name="T16" fmla="*/ 0 w 40"/>
                  <a:gd name="T17" fmla="*/ 2 h 118"/>
                  <a:gd name="T18" fmla="*/ 0 w 40"/>
                  <a:gd name="T19" fmla="*/ 33 h 118"/>
                  <a:gd name="T20" fmla="*/ 2 w 40"/>
                  <a:gd name="T21" fmla="*/ 110 h 118"/>
                  <a:gd name="T22" fmla="*/ 3 w 40"/>
                  <a:gd name="T23" fmla="*/ 113 h 118"/>
                  <a:gd name="T24" fmla="*/ 18 w 40"/>
                  <a:gd name="T25" fmla="*/ 118 h 118"/>
                  <a:gd name="T26" fmla="*/ 22 w 40"/>
                  <a:gd name="T27" fmla="*/ 118 h 118"/>
                  <a:gd name="T28" fmla="*/ 30 w 40"/>
                  <a:gd name="T29" fmla="*/ 116 h 118"/>
                  <a:gd name="T30" fmla="*/ 33 w 40"/>
                  <a:gd name="T31" fmla="*/ 112 h 118"/>
                  <a:gd name="T32" fmla="*/ 33 w 40"/>
                  <a:gd name="T33" fmla="*/ 112 h 118"/>
                  <a:gd name="T34" fmla="*/ 36 w 40"/>
                  <a:gd name="T35" fmla="*/ 58 h 118"/>
                  <a:gd name="T36" fmla="*/ 40 w 40"/>
                  <a:gd name="T37" fmla="*/ 20 h 118"/>
                  <a:gd name="T38" fmla="*/ 40 w 40"/>
                  <a:gd name="T39" fmla="*/ 11 h 118"/>
                  <a:gd name="T40" fmla="*/ 40 w 40"/>
                  <a:gd name="T41" fmla="*/ 11 h 118"/>
                  <a:gd name="T42" fmla="*/ 36 w 40"/>
                  <a:gd name="T43" fmla="*/ 0 h 118"/>
                  <a:gd name="T44" fmla="*/ 35 w 40"/>
                  <a:gd name="T45" fmla="*/ 0 h 118"/>
                  <a:gd name="T46" fmla="*/ 35 w 40"/>
                  <a:gd name="T47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0" h="118">
                    <a:moveTo>
                      <a:pt x="35" y="0"/>
                    </a:moveTo>
                    <a:cubicBezTo>
                      <a:pt x="30" y="2"/>
                      <a:pt x="26" y="4"/>
                      <a:pt x="24" y="4"/>
                    </a:cubicBezTo>
                    <a:cubicBezTo>
                      <a:pt x="24" y="4"/>
                      <a:pt x="19" y="7"/>
                      <a:pt x="13" y="7"/>
                    </a:cubicBezTo>
                    <a:cubicBezTo>
                      <a:pt x="9" y="7"/>
                      <a:pt x="5" y="5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55"/>
                      <a:pt x="1" y="102"/>
                      <a:pt x="2" y="110"/>
                    </a:cubicBezTo>
                    <a:cubicBezTo>
                      <a:pt x="2" y="111"/>
                      <a:pt x="2" y="112"/>
                      <a:pt x="3" y="113"/>
                    </a:cubicBezTo>
                    <a:cubicBezTo>
                      <a:pt x="6" y="115"/>
                      <a:pt x="10" y="118"/>
                      <a:pt x="18" y="118"/>
                    </a:cubicBezTo>
                    <a:cubicBezTo>
                      <a:pt x="19" y="118"/>
                      <a:pt x="20" y="118"/>
                      <a:pt x="22" y="118"/>
                    </a:cubicBezTo>
                    <a:cubicBezTo>
                      <a:pt x="24" y="117"/>
                      <a:pt x="27" y="117"/>
                      <a:pt x="30" y="116"/>
                    </a:cubicBezTo>
                    <a:cubicBezTo>
                      <a:pt x="30" y="114"/>
                      <a:pt x="33" y="113"/>
                      <a:pt x="33" y="112"/>
                    </a:cubicBezTo>
                    <a:cubicBezTo>
                      <a:pt x="33" y="112"/>
                      <a:pt x="33" y="112"/>
                      <a:pt x="33" y="112"/>
                    </a:cubicBezTo>
                    <a:cubicBezTo>
                      <a:pt x="33" y="103"/>
                      <a:pt x="35" y="65"/>
                      <a:pt x="36" y="58"/>
                    </a:cubicBezTo>
                    <a:cubicBezTo>
                      <a:pt x="37" y="52"/>
                      <a:pt x="40" y="34"/>
                      <a:pt x="40" y="20"/>
                    </a:cubicBezTo>
                    <a:cubicBezTo>
                      <a:pt x="40" y="17"/>
                      <a:pt x="40" y="14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6"/>
                      <a:pt x="38" y="3"/>
                      <a:pt x="36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</a:path>
                </a:pathLst>
              </a:custGeom>
              <a:solidFill>
                <a:srgbClr val="4562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95" name="Freeform 337">
                <a:extLst>
                  <a:ext uri="{FF2B5EF4-FFF2-40B4-BE49-F238E27FC236}">
                    <a16:creationId xmlns:a16="http://schemas.microsoft.com/office/drawing/2014/main" id="{99CE7246-F987-447F-A23D-C50D7A620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8" y="860"/>
                <a:ext cx="802" cy="1204"/>
              </a:xfrm>
              <a:custGeom>
                <a:avLst/>
                <a:gdLst>
                  <a:gd name="T0" fmla="*/ 111 w 111"/>
                  <a:gd name="T1" fmla="*/ 148 h 167"/>
                  <a:gd name="T2" fmla="*/ 101 w 111"/>
                  <a:gd name="T3" fmla="*/ 158 h 167"/>
                  <a:gd name="T4" fmla="*/ 55 w 111"/>
                  <a:gd name="T5" fmla="*/ 158 h 167"/>
                  <a:gd name="T6" fmla="*/ 31 w 111"/>
                  <a:gd name="T7" fmla="*/ 146 h 167"/>
                  <a:gd name="T8" fmla="*/ 24 w 111"/>
                  <a:gd name="T9" fmla="*/ 138 h 167"/>
                  <a:gd name="T10" fmla="*/ 18 w 111"/>
                  <a:gd name="T11" fmla="*/ 99 h 167"/>
                  <a:gd name="T12" fmla="*/ 17 w 111"/>
                  <a:gd name="T13" fmla="*/ 88 h 167"/>
                  <a:gd name="T14" fmla="*/ 15 w 111"/>
                  <a:gd name="T15" fmla="*/ 84 h 167"/>
                  <a:gd name="T16" fmla="*/ 7 w 111"/>
                  <a:gd name="T17" fmla="*/ 62 h 167"/>
                  <a:gd name="T18" fmla="*/ 0 w 111"/>
                  <a:gd name="T19" fmla="*/ 25 h 167"/>
                  <a:gd name="T20" fmla="*/ 5 w 111"/>
                  <a:gd name="T21" fmla="*/ 5 h 167"/>
                  <a:gd name="T22" fmla="*/ 11 w 111"/>
                  <a:gd name="T23" fmla="*/ 0 h 167"/>
                  <a:gd name="T24" fmla="*/ 17 w 111"/>
                  <a:gd name="T25" fmla="*/ 0 h 167"/>
                  <a:gd name="T26" fmla="*/ 26 w 111"/>
                  <a:gd name="T27" fmla="*/ 1 h 167"/>
                  <a:gd name="T28" fmla="*/ 60 w 111"/>
                  <a:gd name="T29" fmla="*/ 6 h 167"/>
                  <a:gd name="T30" fmla="*/ 101 w 111"/>
                  <a:gd name="T31" fmla="*/ 33 h 167"/>
                  <a:gd name="T32" fmla="*/ 102 w 111"/>
                  <a:gd name="T33" fmla="*/ 34 h 167"/>
                  <a:gd name="T34" fmla="*/ 103 w 111"/>
                  <a:gd name="T35" fmla="*/ 36 h 167"/>
                  <a:gd name="T36" fmla="*/ 103 w 111"/>
                  <a:gd name="T37" fmla="*/ 37 h 167"/>
                  <a:gd name="T38" fmla="*/ 100 w 111"/>
                  <a:gd name="T39" fmla="*/ 75 h 167"/>
                  <a:gd name="T40" fmla="*/ 111 w 111"/>
                  <a:gd name="T41" fmla="*/ 148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1" h="167">
                    <a:moveTo>
                      <a:pt x="111" y="148"/>
                    </a:moveTo>
                    <a:cubicBezTo>
                      <a:pt x="111" y="149"/>
                      <a:pt x="109" y="155"/>
                      <a:pt x="101" y="158"/>
                    </a:cubicBezTo>
                    <a:cubicBezTo>
                      <a:pt x="93" y="160"/>
                      <a:pt x="84" y="167"/>
                      <a:pt x="55" y="158"/>
                    </a:cubicBezTo>
                    <a:cubicBezTo>
                      <a:pt x="55" y="158"/>
                      <a:pt x="40" y="153"/>
                      <a:pt x="31" y="146"/>
                    </a:cubicBezTo>
                    <a:cubicBezTo>
                      <a:pt x="27" y="143"/>
                      <a:pt x="25" y="141"/>
                      <a:pt x="24" y="138"/>
                    </a:cubicBezTo>
                    <a:cubicBezTo>
                      <a:pt x="21" y="128"/>
                      <a:pt x="19" y="111"/>
                      <a:pt x="18" y="99"/>
                    </a:cubicBezTo>
                    <a:cubicBezTo>
                      <a:pt x="17" y="93"/>
                      <a:pt x="17" y="88"/>
                      <a:pt x="17" y="88"/>
                    </a:cubicBezTo>
                    <a:cubicBezTo>
                      <a:pt x="17" y="88"/>
                      <a:pt x="16" y="87"/>
                      <a:pt x="15" y="84"/>
                    </a:cubicBezTo>
                    <a:cubicBezTo>
                      <a:pt x="13" y="80"/>
                      <a:pt x="10" y="72"/>
                      <a:pt x="7" y="62"/>
                    </a:cubicBezTo>
                    <a:cubicBezTo>
                      <a:pt x="3" y="51"/>
                      <a:pt x="0" y="38"/>
                      <a:pt x="0" y="25"/>
                    </a:cubicBezTo>
                    <a:cubicBezTo>
                      <a:pt x="0" y="19"/>
                      <a:pt x="0" y="10"/>
                      <a:pt x="5" y="5"/>
                    </a:cubicBezTo>
                    <a:cubicBezTo>
                      <a:pt x="6" y="3"/>
                      <a:pt x="8" y="1"/>
                      <a:pt x="11" y="0"/>
                    </a:cubicBezTo>
                    <a:cubicBezTo>
                      <a:pt x="12" y="0"/>
                      <a:pt x="14" y="0"/>
                      <a:pt x="17" y="0"/>
                    </a:cubicBezTo>
                    <a:cubicBezTo>
                      <a:pt x="17" y="0"/>
                      <a:pt x="20" y="0"/>
                      <a:pt x="26" y="1"/>
                    </a:cubicBezTo>
                    <a:cubicBezTo>
                      <a:pt x="37" y="2"/>
                      <a:pt x="56" y="4"/>
                      <a:pt x="60" y="6"/>
                    </a:cubicBezTo>
                    <a:cubicBezTo>
                      <a:pt x="66" y="9"/>
                      <a:pt x="92" y="22"/>
                      <a:pt x="101" y="33"/>
                    </a:cubicBezTo>
                    <a:cubicBezTo>
                      <a:pt x="102" y="34"/>
                      <a:pt x="102" y="34"/>
                      <a:pt x="102" y="34"/>
                    </a:cubicBezTo>
                    <a:cubicBezTo>
                      <a:pt x="102" y="34"/>
                      <a:pt x="102" y="34"/>
                      <a:pt x="103" y="36"/>
                    </a:cubicBezTo>
                    <a:cubicBezTo>
                      <a:pt x="103" y="36"/>
                      <a:pt x="103" y="37"/>
                      <a:pt x="103" y="37"/>
                    </a:cubicBezTo>
                    <a:cubicBezTo>
                      <a:pt x="104" y="42"/>
                      <a:pt x="104" y="52"/>
                      <a:pt x="100" y="75"/>
                    </a:cubicBezTo>
                    <a:cubicBezTo>
                      <a:pt x="92" y="112"/>
                      <a:pt x="111" y="147"/>
                      <a:pt x="111" y="14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96" name="Freeform 338">
                <a:extLst>
                  <a:ext uri="{FF2B5EF4-FFF2-40B4-BE49-F238E27FC236}">
                    <a16:creationId xmlns:a16="http://schemas.microsoft.com/office/drawing/2014/main" id="{42D5552A-ADEF-4434-B8DA-CF96DE186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8" y="1033"/>
                <a:ext cx="181" cy="959"/>
              </a:xfrm>
              <a:custGeom>
                <a:avLst/>
                <a:gdLst>
                  <a:gd name="T0" fmla="*/ 24 w 25"/>
                  <a:gd name="T1" fmla="*/ 133 h 133"/>
                  <a:gd name="T2" fmla="*/ 22 w 25"/>
                  <a:gd name="T3" fmla="*/ 133 h 133"/>
                  <a:gd name="T4" fmla="*/ 6 w 25"/>
                  <a:gd name="T5" fmla="*/ 60 h 133"/>
                  <a:gd name="T6" fmla="*/ 6 w 25"/>
                  <a:gd name="T7" fmla="*/ 58 h 133"/>
                  <a:gd name="T8" fmla="*/ 7 w 25"/>
                  <a:gd name="T9" fmla="*/ 0 h 133"/>
                  <a:gd name="T10" fmla="*/ 10 w 25"/>
                  <a:gd name="T11" fmla="*/ 1 h 133"/>
                  <a:gd name="T12" fmla="*/ 8 w 25"/>
                  <a:gd name="T13" fmla="*/ 57 h 133"/>
                  <a:gd name="T14" fmla="*/ 8 w 25"/>
                  <a:gd name="T15" fmla="*/ 59 h 133"/>
                  <a:gd name="T16" fmla="*/ 24 w 25"/>
                  <a:gd name="T17" fmla="*/ 133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133">
                    <a:moveTo>
                      <a:pt x="24" y="133"/>
                    </a:moveTo>
                    <a:cubicBezTo>
                      <a:pt x="22" y="133"/>
                      <a:pt x="22" y="133"/>
                      <a:pt x="22" y="133"/>
                    </a:cubicBezTo>
                    <a:cubicBezTo>
                      <a:pt x="23" y="125"/>
                      <a:pt x="12" y="81"/>
                      <a:pt x="6" y="60"/>
                    </a:cubicBezTo>
                    <a:cubicBezTo>
                      <a:pt x="6" y="58"/>
                      <a:pt x="6" y="58"/>
                      <a:pt x="6" y="58"/>
                    </a:cubicBezTo>
                    <a:cubicBezTo>
                      <a:pt x="0" y="37"/>
                      <a:pt x="7" y="2"/>
                      <a:pt x="7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2" y="36"/>
                      <a:pt x="8" y="57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14" y="82"/>
                      <a:pt x="25" y="124"/>
                      <a:pt x="24" y="133"/>
                    </a:cubicBezTo>
                  </a:path>
                </a:pathLst>
              </a:custGeom>
              <a:solidFill>
                <a:srgbClr val="FFB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97" name="Freeform 339">
                <a:extLst>
                  <a:ext uri="{FF2B5EF4-FFF2-40B4-BE49-F238E27FC236}">
                    <a16:creationId xmlns:a16="http://schemas.microsoft.com/office/drawing/2014/main" id="{BDAAE09A-CB0A-4064-AA04-3760E2D45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8" y="983"/>
                <a:ext cx="8" cy="0"/>
              </a:xfrm>
              <a:custGeom>
                <a:avLst/>
                <a:gdLst>
                  <a:gd name="T0" fmla="*/ 0 w 8"/>
                  <a:gd name="T1" fmla="*/ 8 w 8"/>
                  <a:gd name="T2" fmla="*/ 0 w 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">
                    <a:moveTo>
                      <a:pt x="0" y="0"/>
                    </a:moveTo>
                    <a:lnTo>
                      <a:pt x="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61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98" name="Freeform 340">
                <a:extLst>
                  <a:ext uri="{FF2B5EF4-FFF2-40B4-BE49-F238E27FC236}">
                    <a16:creationId xmlns:a16="http://schemas.microsoft.com/office/drawing/2014/main" id="{82B615D6-F92D-4C26-BAAD-B7C66B819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8" y="983"/>
                <a:ext cx="8" cy="0"/>
              </a:xfrm>
              <a:custGeom>
                <a:avLst/>
                <a:gdLst>
                  <a:gd name="T0" fmla="*/ 0 w 8"/>
                  <a:gd name="T1" fmla="*/ 8 w 8"/>
                  <a:gd name="T2" fmla="*/ 0 w 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">
                    <a:moveTo>
                      <a:pt x="0" y="0"/>
                    </a:moveTo>
                    <a:lnTo>
                      <a:pt x="8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799" name="Freeform 341">
                <a:extLst>
                  <a:ext uri="{FF2B5EF4-FFF2-40B4-BE49-F238E27FC236}">
                    <a16:creationId xmlns:a16="http://schemas.microsoft.com/office/drawing/2014/main" id="{F335D344-72D4-4AFC-8327-B48A867E81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4" y="723"/>
                <a:ext cx="317" cy="325"/>
              </a:xfrm>
              <a:custGeom>
                <a:avLst/>
                <a:gdLst>
                  <a:gd name="T0" fmla="*/ 39 w 44"/>
                  <a:gd name="T1" fmla="*/ 10 h 45"/>
                  <a:gd name="T2" fmla="*/ 41 w 44"/>
                  <a:gd name="T3" fmla="*/ 30 h 45"/>
                  <a:gd name="T4" fmla="*/ 16 w 44"/>
                  <a:gd name="T5" fmla="*/ 44 h 45"/>
                  <a:gd name="T6" fmla="*/ 0 w 44"/>
                  <a:gd name="T7" fmla="*/ 36 h 45"/>
                  <a:gd name="T8" fmla="*/ 6 w 44"/>
                  <a:gd name="T9" fmla="*/ 28 h 45"/>
                  <a:gd name="T10" fmla="*/ 16 w 44"/>
                  <a:gd name="T11" fmla="*/ 10 h 45"/>
                  <a:gd name="T12" fmla="*/ 27 w 44"/>
                  <a:gd name="T13" fmla="*/ 3 h 45"/>
                  <a:gd name="T14" fmla="*/ 39 w 44"/>
                  <a:gd name="T15" fmla="*/ 1 h 45"/>
                  <a:gd name="T16" fmla="*/ 41 w 44"/>
                  <a:gd name="T17" fmla="*/ 5 h 45"/>
                  <a:gd name="T18" fmla="*/ 39 w 44"/>
                  <a:gd name="T19" fmla="*/ 1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" h="45">
                    <a:moveTo>
                      <a:pt x="39" y="10"/>
                    </a:moveTo>
                    <a:cubicBezTo>
                      <a:pt x="38" y="10"/>
                      <a:pt x="39" y="26"/>
                      <a:pt x="41" y="30"/>
                    </a:cubicBezTo>
                    <a:cubicBezTo>
                      <a:pt x="44" y="35"/>
                      <a:pt x="27" y="44"/>
                      <a:pt x="16" y="44"/>
                    </a:cubicBezTo>
                    <a:cubicBezTo>
                      <a:pt x="12" y="45"/>
                      <a:pt x="0" y="41"/>
                      <a:pt x="0" y="36"/>
                    </a:cubicBezTo>
                    <a:cubicBezTo>
                      <a:pt x="0" y="33"/>
                      <a:pt x="6" y="32"/>
                      <a:pt x="6" y="28"/>
                    </a:cubicBezTo>
                    <a:cubicBezTo>
                      <a:pt x="6" y="20"/>
                      <a:pt x="15" y="10"/>
                      <a:pt x="16" y="10"/>
                    </a:cubicBezTo>
                    <a:cubicBezTo>
                      <a:pt x="17" y="9"/>
                      <a:pt x="25" y="4"/>
                      <a:pt x="27" y="3"/>
                    </a:cubicBezTo>
                    <a:cubicBezTo>
                      <a:pt x="29" y="2"/>
                      <a:pt x="38" y="0"/>
                      <a:pt x="39" y="1"/>
                    </a:cubicBezTo>
                    <a:cubicBezTo>
                      <a:pt x="39" y="2"/>
                      <a:pt x="41" y="5"/>
                      <a:pt x="41" y="5"/>
                    </a:cubicBezTo>
                    <a:cubicBezTo>
                      <a:pt x="39" y="10"/>
                      <a:pt x="39" y="10"/>
                      <a:pt x="39" y="10"/>
                    </a:cubicBezTo>
                  </a:path>
                </a:pathLst>
              </a:custGeom>
              <a:solidFill>
                <a:srgbClr val="FCC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00" name="Freeform 342">
                <a:extLst>
                  <a:ext uri="{FF2B5EF4-FFF2-40B4-BE49-F238E27FC236}">
                    <a16:creationId xmlns:a16="http://schemas.microsoft.com/office/drawing/2014/main" id="{3250963B-E0A1-402F-8009-8CB5214D9E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4" y="911"/>
                <a:ext cx="173" cy="108"/>
              </a:xfrm>
              <a:custGeom>
                <a:avLst/>
                <a:gdLst>
                  <a:gd name="T0" fmla="*/ 0 w 24"/>
                  <a:gd name="T1" fmla="*/ 0 h 15"/>
                  <a:gd name="T2" fmla="*/ 2 w 24"/>
                  <a:gd name="T3" fmla="*/ 13 h 15"/>
                  <a:gd name="T4" fmla="*/ 12 w 24"/>
                  <a:gd name="T5" fmla="*/ 14 h 15"/>
                  <a:gd name="T6" fmla="*/ 18 w 24"/>
                  <a:gd name="T7" fmla="*/ 13 h 15"/>
                  <a:gd name="T8" fmla="*/ 24 w 24"/>
                  <a:gd name="T9" fmla="*/ 0 h 15"/>
                  <a:gd name="T10" fmla="*/ 0 w 24"/>
                  <a:gd name="T1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15">
                    <a:moveTo>
                      <a:pt x="0" y="0"/>
                    </a:moveTo>
                    <a:cubicBezTo>
                      <a:pt x="0" y="0"/>
                      <a:pt x="0" y="10"/>
                      <a:pt x="2" y="13"/>
                    </a:cubicBezTo>
                    <a:cubicBezTo>
                      <a:pt x="3" y="15"/>
                      <a:pt x="8" y="14"/>
                      <a:pt x="12" y="14"/>
                    </a:cubicBezTo>
                    <a:cubicBezTo>
                      <a:pt x="15" y="13"/>
                      <a:pt x="17" y="13"/>
                      <a:pt x="18" y="1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CC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01" name="Freeform 343">
                <a:extLst>
                  <a:ext uri="{FF2B5EF4-FFF2-40B4-BE49-F238E27FC236}">
                    <a16:creationId xmlns:a16="http://schemas.microsoft.com/office/drawing/2014/main" id="{6C48E04D-B6F1-4EEC-A980-9A91A07D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2" y="954"/>
                <a:ext cx="87" cy="86"/>
              </a:xfrm>
              <a:custGeom>
                <a:avLst/>
                <a:gdLst>
                  <a:gd name="T0" fmla="*/ 12 w 12"/>
                  <a:gd name="T1" fmla="*/ 10 h 12"/>
                  <a:gd name="T2" fmla="*/ 9 w 12"/>
                  <a:gd name="T3" fmla="*/ 11 h 12"/>
                  <a:gd name="T4" fmla="*/ 0 w 12"/>
                  <a:gd name="T5" fmla="*/ 2 h 12"/>
                  <a:gd name="T6" fmla="*/ 8 w 12"/>
                  <a:gd name="T7" fmla="*/ 1 h 12"/>
                  <a:gd name="T8" fmla="*/ 11 w 12"/>
                  <a:gd name="T9" fmla="*/ 7 h 12"/>
                  <a:gd name="T10" fmla="*/ 12 w 12"/>
                  <a:gd name="T11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2">
                    <a:moveTo>
                      <a:pt x="12" y="10"/>
                    </a:moveTo>
                    <a:cubicBezTo>
                      <a:pt x="11" y="11"/>
                      <a:pt x="11" y="12"/>
                      <a:pt x="9" y="11"/>
                    </a:cubicBezTo>
                    <a:cubicBezTo>
                      <a:pt x="5" y="10"/>
                      <a:pt x="0" y="4"/>
                      <a:pt x="0" y="2"/>
                    </a:cubicBezTo>
                    <a:cubicBezTo>
                      <a:pt x="0" y="0"/>
                      <a:pt x="8" y="1"/>
                      <a:pt x="8" y="1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8"/>
                      <a:pt x="12" y="9"/>
                      <a:pt x="12" y="10"/>
                    </a:cubicBezTo>
                  </a:path>
                </a:pathLst>
              </a:custGeom>
              <a:solidFill>
                <a:srgbClr val="FF8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02" name="Freeform 344">
                <a:extLst>
                  <a:ext uri="{FF2B5EF4-FFF2-40B4-BE49-F238E27FC236}">
                    <a16:creationId xmlns:a16="http://schemas.microsoft.com/office/drawing/2014/main" id="{D2347DEC-E2AA-4DA5-83F9-0FBE57AF4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1" y="716"/>
                <a:ext cx="310" cy="274"/>
              </a:xfrm>
              <a:custGeom>
                <a:avLst/>
                <a:gdLst>
                  <a:gd name="T0" fmla="*/ 42 w 43"/>
                  <a:gd name="T1" fmla="*/ 24 h 38"/>
                  <a:gd name="T2" fmla="*/ 40 w 43"/>
                  <a:gd name="T3" fmla="*/ 30 h 38"/>
                  <a:gd name="T4" fmla="*/ 14 w 43"/>
                  <a:gd name="T5" fmla="*/ 38 h 38"/>
                  <a:gd name="T6" fmla="*/ 1 w 43"/>
                  <a:gd name="T7" fmla="*/ 12 h 38"/>
                  <a:gd name="T8" fmla="*/ 0 w 43"/>
                  <a:gd name="T9" fmla="*/ 0 h 38"/>
                  <a:gd name="T10" fmla="*/ 26 w 43"/>
                  <a:gd name="T11" fmla="*/ 8 h 38"/>
                  <a:gd name="T12" fmla="*/ 42 w 43"/>
                  <a:gd name="T13" fmla="*/ 24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38">
                    <a:moveTo>
                      <a:pt x="42" y="24"/>
                    </a:moveTo>
                    <a:cubicBezTo>
                      <a:pt x="42" y="26"/>
                      <a:pt x="41" y="28"/>
                      <a:pt x="40" y="30"/>
                    </a:cubicBezTo>
                    <a:cubicBezTo>
                      <a:pt x="35" y="38"/>
                      <a:pt x="21" y="38"/>
                      <a:pt x="14" y="38"/>
                    </a:cubicBezTo>
                    <a:cubicBezTo>
                      <a:pt x="14" y="38"/>
                      <a:pt x="4" y="34"/>
                      <a:pt x="1" y="12"/>
                    </a:cubicBezTo>
                    <a:cubicBezTo>
                      <a:pt x="0" y="10"/>
                      <a:pt x="2" y="6"/>
                      <a:pt x="0" y="0"/>
                    </a:cubicBezTo>
                    <a:cubicBezTo>
                      <a:pt x="7" y="5"/>
                      <a:pt x="16" y="9"/>
                      <a:pt x="26" y="8"/>
                    </a:cubicBezTo>
                    <a:cubicBezTo>
                      <a:pt x="36" y="7"/>
                      <a:pt x="43" y="15"/>
                      <a:pt x="42" y="24"/>
                    </a:cubicBezTo>
                  </a:path>
                </a:pathLst>
              </a:custGeom>
              <a:solidFill>
                <a:srgbClr val="FFCE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03" name="Freeform 345">
                <a:extLst>
                  <a:ext uri="{FF2B5EF4-FFF2-40B4-BE49-F238E27FC236}">
                    <a16:creationId xmlns:a16="http://schemas.microsoft.com/office/drawing/2014/main" id="{96679D66-C46B-41C1-8C8A-0677519E8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0" y="666"/>
                <a:ext cx="304" cy="216"/>
              </a:xfrm>
              <a:custGeom>
                <a:avLst/>
                <a:gdLst>
                  <a:gd name="T0" fmla="*/ 0 w 42"/>
                  <a:gd name="T1" fmla="*/ 0 h 30"/>
                  <a:gd name="T2" fmla="*/ 0 w 42"/>
                  <a:gd name="T3" fmla="*/ 1 h 30"/>
                  <a:gd name="T4" fmla="*/ 0 w 42"/>
                  <a:gd name="T5" fmla="*/ 6 h 30"/>
                  <a:gd name="T6" fmla="*/ 3 w 42"/>
                  <a:gd name="T7" fmla="*/ 30 h 30"/>
                  <a:gd name="T8" fmla="*/ 8 w 42"/>
                  <a:gd name="T9" fmla="*/ 27 h 30"/>
                  <a:gd name="T10" fmla="*/ 8 w 42"/>
                  <a:gd name="T11" fmla="*/ 27 h 30"/>
                  <a:gd name="T12" fmla="*/ 9 w 42"/>
                  <a:gd name="T13" fmla="*/ 27 h 30"/>
                  <a:gd name="T14" fmla="*/ 8 w 42"/>
                  <a:gd name="T15" fmla="*/ 19 h 30"/>
                  <a:gd name="T16" fmla="*/ 7 w 42"/>
                  <a:gd name="T17" fmla="*/ 7 h 30"/>
                  <a:gd name="T18" fmla="*/ 30 w 42"/>
                  <a:gd name="T19" fmla="*/ 15 h 30"/>
                  <a:gd name="T20" fmla="*/ 33 w 42"/>
                  <a:gd name="T21" fmla="*/ 15 h 30"/>
                  <a:gd name="T22" fmla="*/ 35 w 42"/>
                  <a:gd name="T23" fmla="*/ 15 h 30"/>
                  <a:gd name="T24" fmla="*/ 42 w 42"/>
                  <a:gd name="T25" fmla="*/ 17 h 30"/>
                  <a:gd name="T26" fmla="*/ 42 w 42"/>
                  <a:gd name="T27" fmla="*/ 17 h 30"/>
                  <a:gd name="T28" fmla="*/ 35 w 42"/>
                  <a:gd name="T29" fmla="*/ 15 h 30"/>
                  <a:gd name="T30" fmla="*/ 33 w 42"/>
                  <a:gd name="T31" fmla="*/ 15 h 30"/>
                  <a:gd name="T32" fmla="*/ 30 w 42"/>
                  <a:gd name="T33" fmla="*/ 15 h 30"/>
                  <a:gd name="T34" fmla="*/ 7 w 42"/>
                  <a:gd name="T35" fmla="*/ 7 h 30"/>
                  <a:gd name="T36" fmla="*/ 0 w 42"/>
                  <a:gd name="T3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30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3"/>
                      <a:pt x="0" y="4"/>
                      <a:pt x="0" y="6"/>
                    </a:cubicBezTo>
                    <a:cubicBezTo>
                      <a:pt x="0" y="14"/>
                      <a:pt x="0" y="23"/>
                      <a:pt x="3" y="30"/>
                    </a:cubicBezTo>
                    <a:cubicBezTo>
                      <a:pt x="4" y="29"/>
                      <a:pt x="6" y="28"/>
                      <a:pt x="8" y="27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8" y="27"/>
                      <a:pt x="9" y="27"/>
                      <a:pt x="9" y="27"/>
                    </a:cubicBezTo>
                    <a:cubicBezTo>
                      <a:pt x="9" y="25"/>
                      <a:pt x="8" y="22"/>
                      <a:pt x="8" y="19"/>
                    </a:cubicBezTo>
                    <a:cubicBezTo>
                      <a:pt x="7" y="17"/>
                      <a:pt x="9" y="13"/>
                      <a:pt x="7" y="7"/>
                    </a:cubicBezTo>
                    <a:cubicBezTo>
                      <a:pt x="13" y="11"/>
                      <a:pt x="21" y="15"/>
                      <a:pt x="30" y="15"/>
                    </a:cubicBezTo>
                    <a:cubicBezTo>
                      <a:pt x="31" y="15"/>
                      <a:pt x="32" y="15"/>
                      <a:pt x="33" y="15"/>
                    </a:cubicBezTo>
                    <a:cubicBezTo>
                      <a:pt x="34" y="15"/>
                      <a:pt x="34" y="15"/>
                      <a:pt x="35" y="15"/>
                    </a:cubicBezTo>
                    <a:cubicBezTo>
                      <a:pt x="37" y="15"/>
                      <a:pt x="40" y="15"/>
                      <a:pt x="42" y="17"/>
                    </a:cubicBezTo>
                    <a:cubicBezTo>
                      <a:pt x="42" y="17"/>
                      <a:pt x="42" y="17"/>
                      <a:pt x="42" y="17"/>
                    </a:cubicBezTo>
                    <a:cubicBezTo>
                      <a:pt x="40" y="15"/>
                      <a:pt x="37" y="15"/>
                      <a:pt x="35" y="15"/>
                    </a:cubicBezTo>
                    <a:cubicBezTo>
                      <a:pt x="34" y="15"/>
                      <a:pt x="34" y="15"/>
                      <a:pt x="33" y="15"/>
                    </a:cubicBezTo>
                    <a:cubicBezTo>
                      <a:pt x="32" y="15"/>
                      <a:pt x="31" y="15"/>
                      <a:pt x="30" y="15"/>
                    </a:cubicBezTo>
                    <a:cubicBezTo>
                      <a:pt x="21" y="15"/>
                      <a:pt x="13" y="11"/>
                      <a:pt x="7" y="7"/>
                    </a:cubicBezTo>
                    <a:cubicBezTo>
                      <a:pt x="4" y="5"/>
                      <a:pt x="2" y="2"/>
                      <a:pt x="0" y="0"/>
                    </a:cubicBezTo>
                  </a:path>
                </a:pathLst>
              </a:custGeom>
              <a:solidFill>
                <a:srgbClr val="1E1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04" name="Freeform 346">
                <a:extLst>
                  <a:ext uri="{FF2B5EF4-FFF2-40B4-BE49-F238E27FC236}">
                    <a16:creationId xmlns:a16="http://schemas.microsoft.com/office/drawing/2014/main" id="{14018724-B3B0-4677-9C92-07F22CFD0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860"/>
                <a:ext cx="7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B14C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05" name="Freeform 347">
                <a:extLst>
                  <a:ext uri="{FF2B5EF4-FFF2-40B4-BE49-F238E27FC236}">
                    <a16:creationId xmlns:a16="http://schemas.microsoft.com/office/drawing/2014/main" id="{849A08D5-2104-4A78-89C4-DECEE4035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2" y="860"/>
                <a:ext cx="152" cy="144"/>
              </a:xfrm>
              <a:custGeom>
                <a:avLst/>
                <a:gdLst>
                  <a:gd name="T0" fmla="*/ 6 w 21"/>
                  <a:gd name="T1" fmla="*/ 0 h 20"/>
                  <a:gd name="T2" fmla="*/ 5 w 21"/>
                  <a:gd name="T3" fmla="*/ 0 h 20"/>
                  <a:gd name="T4" fmla="*/ 5 w 21"/>
                  <a:gd name="T5" fmla="*/ 0 h 20"/>
                  <a:gd name="T6" fmla="*/ 0 w 21"/>
                  <a:gd name="T7" fmla="*/ 3 h 20"/>
                  <a:gd name="T8" fmla="*/ 12 w 21"/>
                  <a:gd name="T9" fmla="*/ 17 h 20"/>
                  <a:gd name="T10" fmla="*/ 13 w 21"/>
                  <a:gd name="T11" fmla="*/ 17 h 20"/>
                  <a:gd name="T12" fmla="*/ 17 w 21"/>
                  <a:gd name="T13" fmla="*/ 19 h 20"/>
                  <a:gd name="T14" fmla="*/ 21 w 21"/>
                  <a:gd name="T15" fmla="*/ 20 h 20"/>
                  <a:gd name="T16" fmla="*/ 20 w 21"/>
                  <a:gd name="T17" fmla="*/ 18 h 20"/>
                  <a:gd name="T18" fmla="*/ 18 w 21"/>
                  <a:gd name="T19" fmla="*/ 18 h 20"/>
                  <a:gd name="T20" fmla="*/ 6 w 21"/>
                  <a:gd name="T2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20">
                    <a:moveTo>
                      <a:pt x="6" y="0"/>
                    </a:moveTo>
                    <a:cubicBezTo>
                      <a:pt x="6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1"/>
                      <a:pt x="1" y="2"/>
                      <a:pt x="0" y="3"/>
                    </a:cubicBezTo>
                    <a:cubicBezTo>
                      <a:pt x="2" y="9"/>
                      <a:pt x="6" y="14"/>
                      <a:pt x="12" y="17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4" y="18"/>
                      <a:pt x="16" y="19"/>
                      <a:pt x="17" y="19"/>
                    </a:cubicBezTo>
                    <a:cubicBezTo>
                      <a:pt x="18" y="20"/>
                      <a:pt x="20" y="20"/>
                      <a:pt x="21" y="20"/>
                    </a:cubicBezTo>
                    <a:cubicBezTo>
                      <a:pt x="21" y="19"/>
                      <a:pt x="20" y="19"/>
                      <a:pt x="20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8"/>
                      <a:pt x="11" y="15"/>
                      <a:pt x="6" y="0"/>
                    </a:cubicBezTo>
                  </a:path>
                </a:pathLst>
              </a:custGeom>
              <a:solidFill>
                <a:srgbClr val="A745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06" name="Freeform 348">
                <a:extLst>
                  <a:ext uri="{FF2B5EF4-FFF2-40B4-BE49-F238E27FC236}">
                    <a16:creationId xmlns:a16="http://schemas.microsoft.com/office/drawing/2014/main" id="{452C5C8A-B2A4-4EE0-918E-BA4658A00C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64" y="788"/>
                <a:ext cx="50" cy="180"/>
              </a:xfrm>
              <a:custGeom>
                <a:avLst/>
                <a:gdLst>
                  <a:gd name="T0" fmla="*/ 5 w 7"/>
                  <a:gd name="T1" fmla="*/ 20 h 25"/>
                  <a:gd name="T2" fmla="*/ 4 w 7"/>
                  <a:gd name="T3" fmla="*/ 21 h 25"/>
                  <a:gd name="T4" fmla="*/ 2 w 7"/>
                  <a:gd name="T5" fmla="*/ 25 h 25"/>
                  <a:gd name="T6" fmla="*/ 5 w 7"/>
                  <a:gd name="T7" fmla="*/ 20 h 25"/>
                  <a:gd name="T8" fmla="*/ 0 w 7"/>
                  <a:gd name="T9" fmla="*/ 0 h 25"/>
                  <a:gd name="T10" fmla="*/ 0 w 7"/>
                  <a:gd name="T11" fmla="*/ 0 h 25"/>
                  <a:gd name="T12" fmla="*/ 7 w 7"/>
                  <a:gd name="T13" fmla="*/ 12 h 25"/>
                  <a:gd name="T14" fmla="*/ 7 w 7"/>
                  <a:gd name="T15" fmla="*/ 12 h 25"/>
                  <a:gd name="T16" fmla="*/ 0 w 7"/>
                  <a:gd name="T1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25">
                    <a:moveTo>
                      <a:pt x="5" y="20"/>
                    </a:moveTo>
                    <a:cubicBezTo>
                      <a:pt x="5" y="20"/>
                      <a:pt x="5" y="21"/>
                      <a:pt x="4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4" y="23"/>
                      <a:pt x="5" y="21"/>
                      <a:pt x="5" y="2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" y="2"/>
                      <a:pt x="7" y="7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7"/>
                      <a:pt x="4" y="2"/>
                      <a:pt x="0" y="0"/>
                    </a:cubicBezTo>
                  </a:path>
                </a:pathLst>
              </a:custGeom>
              <a:solidFill>
                <a:srgbClr val="B7A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07" name="Freeform 349">
                <a:extLst>
                  <a:ext uri="{FF2B5EF4-FFF2-40B4-BE49-F238E27FC236}">
                    <a16:creationId xmlns:a16="http://schemas.microsoft.com/office/drawing/2014/main" id="{4796403B-6772-4F01-A878-E23A25D10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4" y="939"/>
                <a:ext cx="108" cy="65"/>
              </a:xfrm>
              <a:custGeom>
                <a:avLst/>
                <a:gdLst>
                  <a:gd name="T0" fmla="*/ 15 w 15"/>
                  <a:gd name="T1" fmla="*/ 0 h 9"/>
                  <a:gd name="T2" fmla="*/ 0 w 15"/>
                  <a:gd name="T3" fmla="*/ 7 h 9"/>
                  <a:gd name="T4" fmla="*/ 1 w 15"/>
                  <a:gd name="T5" fmla="*/ 9 h 9"/>
                  <a:gd name="T6" fmla="*/ 1 w 15"/>
                  <a:gd name="T7" fmla="*/ 9 h 9"/>
                  <a:gd name="T8" fmla="*/ 12 w 15"/>
                  <a:gd name="T9" fmla="*/ 5 h 9"/>
                  <a:gd name="T10" fmla="*/ 13 w 15"/>
                  <a:gd name="T11" fmla="*/ 4 h 9"/>
                  <a:gd name="T12" fmla="*/ 15 w 15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9">
                    <a:moveTo>
                      <a:pt x="15" y="0"/>
                    </a:moveTo>
                    <a:cubicBezTo>
                      <a:pt x="12" y="4"/>
                      <a:pt x="6" y="6"/>
                      <a:pt x="0" y="7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5" y="8"/>
                      <a:pt x="9" y="7"/>
                      <a:pt x="12" y="5"/>
                    </a:cubicBezTo>
                    <a:cubicBezTo>
                      <a:pt x="13" y="5"/>
                      <a:pt x="13" y="4"/>
                      <a:pt x="13" y="4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B7A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08" name="Freeform 350">
                <a:extLst>
                  <a:ext uri="{FF2B5EF4-FFF2-40B4-BE49-F238E27FC236}">
                    <a16:creationId xmlns:a16="http://schemas.microsoft.com/office/drawing/2014/main" id="{A540CE10-BADA-4DD5-A02C-307ECC9F2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6" y="990"/>
                <a:ext cx="65" cy="14"/>
              </a:xfrm>
              <a:custGeom>
                <a:avLst/>
                <a:gdLst>
                  <a:gd name="T0" fmla="*/ 8 w 9"/>
                  <a:gd name="T1" fmla="*/ 0 h 2"/>
                  <a:gd name="T2" fmla="*/ 1 w 9"/>
                  <a:gd name="T3" fmla="*/ 0 h 2"/>
                  <a:gd name="T4" fmla="*/ 0 w 9"/>
                  <a:gd name="T5" fmla="*/ 0 h 2"/>
                  <a:gd name="T6" fmla="*/ 1 w 9"/>
                  <a:gd name="T7" fmla="*/ 2 h 2"/>
                  <a:gd name="T8" fmla="*/ 5 w 9"/>
                  <a:gd name="T9" fmla="*/ 2 h 2"/>
                  <a:gd name="T10" fmla="*/ 9 w 9"/>
                  <a:gd name="T11" fmla="*/ 2 h 2"/>
                  <a:gd name="T12" fmla="*/ 9 w 9"/>
                  <a:gd name="T13" fmla="*/ 2 h 2"/>
                  <a:gd name="T14" fmla="*/ 8 w 9"/>
                  <a:gd name="T1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2">
                    <a:moveTo>
                      <a:pt x="8" y="0"/>
                    </a:moveTo>
                    <a:cubicBezTo>
                      <a:pt x="6" y="0"/>
                      <a:pt x="3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2" y="2"/>
                      <a:pt x="4" y="2"/>
                      <a:pt x="5" y="2"/>
                    </a:cubicBezTo>
                    <a:cubicBezTo>
                      <a:pt x="6" y="2"/>
                      <a:pt x="8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B97A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09" name="Freeform 351">
                <a:extLst>
                  <a:ext uri="{FF2B5EF4-FFF2-40B4-BE49-F238E27FC236}">
                    <a16:creationId xmlns:a16="http://schemas.microsoft.com/office/drawing/2014/main" id="{530A187F-1734-427B-8960-60F66862AC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1" y="716"/>
                <a:ext cx="303" cy="274"/>
              </a:xfrm>
              <a:custGeom>
                <a:avLst/>
                <a:gdLst>
                  <a:gd name="T0" fmla="*/ 0 w 42"/>
                  <a:gd name="T1" fmla="*/ 0 h 38"/>
                  <a:gd name="T2" fmla="*/ 1 w 42"/>
                  <a:gd name="T3" fmla="*/ 12 h 38"/>
                  <a:gd name="T4" fmla="*/ 2 w 42"/>
                  <a:gd name="T5" fmla="*/ 20 h 38"/>
                  <a:gd name="T6" fmla="*/ 2 w 42"/>
                  <a:gd name="T7" fmla="*/ 20 h 38"/>
                  <a:gd name="T8" fmla="*/ 14 w 42"/>
                  <a:gd name="T9" fmla="*/ 38 h 38"/>
                  <a:gd name="T10" fmla="*/ 16 w 42"/>
                  <a:gd name="T11" fmla="*/ 38 h 38"/>
                  <a:gd name="T12" fmla="*/ 17 w 42"/>
                  <a:gd name="T13" fmla="*/ 38 h 38"/>
                  <a:gd name="T14" fmla="*/ 24 w 42"/>
                  <a:gd name="T15" fmla="*/ 38 h 38"/>
                  <a:gd name="T16" fmla="*/ 39 w 42"/>
                  <a:gd name="T17" fmla="*/ 31 h 38"/>
                  <a:gd name="T18" fmla="*/ 40 w 42"/>
                  <a:gd name="T19" fmla="*/ 30 h 38"/>
                  <a:gd name="T20" fmla="*/ 40 w 42"/>
                  <a:gd name="T21" fmla="*/ 30 h 38"/>
                  <a:gd name="T22" fmla="*/ 42 w 42"/>
                  <a:gd name="T23" fmla="*/ 24 h 38"/>
                  <a:gd name="T24" fmla="*/ 42 w 42"/>
                  <a:gd name="T25" fmla="*/ 22 h 38"/>
                  <a:gd name="T26" fmla="*/ 35 w 42"/>
                  <a:gd name="T27" fmla="*/ 10 h 38"/>
                  <a:gd name="T28" fmla="*/ 28 w 42"/>
                  <a:gd name="T29" fmla="*/ 8 h 38"/>
                  <a:gd name="T30" fmla="*/ 26 w 42"/>
                  <a:gd name="T31" fmla="*/ 8 h 38"/>
                  <a:gd name="T32" fmla="*/ 23 w 42"/>
                  <a:gd name="T33" fmla="*/ 8 h 38"/>
                  <a:gd name="T34" fmla="*/ 0 w 42"/>
                  <a:gd name="T35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2" h="38">
                    <a:moveTo>
                      <a:pt x="0" y="0"/>
                    </a:moveTo>
                    <a:cubicBezTo>
                      <a:pt x="2" y="6"/>
                      <a:pt x="0" y="10"/>
                      <a:pt x="1" y="12"/>
                    </a:cubicBezTo>
                    <a:cubicBezTo>
                      <a:pt x="1" y="15"/>
                      <a:pt x="2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7" y="35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6" y="38"/>
                      <a:pt x="17" y="38"/>
                      <a:pt x="17" y="38"/>
                    </a:cubicBezTo>
                    <a:cubicBezTo>
                      <a:pt x="19" y="38"/>
                      <a:pt x="22" y="38"/>
                      <a:pt x="24" y="38"/>
                    </a:cubicBezTo>
                    <a:cubicBezTo>
                      <a:pt x="30" y="37"/>
                      <a:pt x="36" y="35"/>
                      <a:pt x="39" y="31"/>
                    </a:cubicBezTo>
                    <a:cubicBezTo>
                      <a:pt x="40" y="31"/>
                      <a:pt x="40" y="30"/>
                      <a:pt x="40" y="30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8"/>
                      <a:pt x="42" y="26"/>
                      <a:pt x="42" y="24"/>
                    </a:cubicBezTo>
                    <a:cubicBezTo>
                      <a:pt x="42" y="23"/>
                      <a:pt x="42" y="23"/>
                      <a:pt x="42" y="22"/>
                    </a:cubicBezTo>
                    <a:cubicBezTo>
                      <a:pt x="42" y="17"/>
                      <a:pt x="39" y="12"/>
                      <a:pt x="35" y="10"/>
                    </a:cubicBezTo>
                    <a:cubicBezTo>
                      <a:pt x="33" y="8"/>
                      <a:pt x="30" y="8"/>
                      <a:pt x="28" y="8"/>
                    </a:cubicBezTo>
                    <a:cubicBezTo>
                      <a:pt x="27" y="8"/>
                      <a:pt x="27" y="8"/>
                      <a:pt x="26" y="8"/>
                    </a:cubicBezTo>
                    <a:cubicBezTo>
                      <a:pt x="25" y="8"/>
                      <a:pt x="24" y="8"/>
                      <a:pt x="23" y="8"/>
                    </a:cubicBezTo>
                    <a:cubicBezTo>
                      <a:pt x="14" y="8"/>
                      <a:pt x="6" y="4"/>
                      <a:pt x="0" y="0"/>
                    </a:cubicBezTo>
                  </a:path>
                </a:pathLst>
              </a:custGeom>
              <a:solidFill>
                <a:srgbClr val="B9AC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10" name="Freeform 352">
                <a:extLst>
                  <a:ext uri="{FF2B5EF4-FFF2-40B4-BE49-F238E27FC236}">
                    <a16:creationId xmlns:a16="http://schemas.microsoft.com/office/drawing/2014/main" id="{3AE2371E-2AE0-4869-A1C4-BDCA86C3C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0" y="392"/>
                <a:ext cx="549" cy="583"/>
              </a:xfrm>
              <a:custGeom>
                <a:avLst/>
                <a:gdLst>
                  <a:gd name="T0" fmla="*/ 62 w 76"/>
                  <a:gd name="T1" fmla="*/ 67 h 81"/>
                  <a:gd name="T2" fmla="*/ 43 w 76"/>
                  <a:gd name="T3" fmla="*/ 81 h 81"/>
                  <a:gd name="T4" fmla="*/ 47 w 76"/>
                  <a:gd name="T5" fmla="*/ 75 h 81"/>
                  <a:gd name="T6" fmla="*/ 49 w 76"/>
                  <a:gd name="T7" fmla="*/ 69 h 81"/>
                  <a:gd name="T8" fmla="*/ 33 w 76"/>
                  <a:gd name="T9" fmla="*/ 53 h 81"/>
                  <a:gd name="T10" fmla="*/ 7 w 76"/>
                  <a:gd name="T11" fmla="*/ 45 h 81"/>
                  <a:gd name="T12" fmla="*/ 0 w 76"/>
                  <a:gd name="T13" fmla="*/ 38 h 81"/>
                  <a:gd name="T14" fmla="*/ 36 w 76"/>
                  <a:gd name="T15" fmla="*/ 1 h 81"/>
                  <a:gd name="T16" fmla="*/ 69 w 76"/>
                  <a:gd name="T17" fmla="*/ 16 h 81"/>
                  <a:gd name="T18" fmla="*/ 73 w 76"/>
                  <a:gd name="T19" fmla="*/ 30 h 81"/>
                  <a:gd name="T20" fmla="*/ 62 w 76"/>
                  <a:gd name="T21" fmla="*/ 67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1">
                    <a:moveTo>
                      <a:pt x="62" y="67"/>
                    </a:moveTo>
                    <a:cubicBezTo>
                      <a:pt x="62" y="67"/>
                      <a:pt x="54" y="76"/>
                      <a:pt x="43" y="81"/>
                    </a:cubicBezTo>
                    <a:cubicBezTo>
                      <a:pt x="45" y="79"/>
                      <a:pt x="46" y="77"/>
                      <a:pt x="47" y="75"/>
                    </a:cubicBezTo>
                    <a:cubicBezTo>
                      <a:pt x="48" y="73"/>
                      <a:pt x="49" y="71"/>
                      <a:pt x="49" y="69"/>
                    </a:cubicBezTo>
                    <a:cubicBezTo>
                      <a:pt x="50" y="60"/>
                      <a:pt x="43" y="52"/>
                      <a:pt x="33" y="53"/>
                    </a:cubicBezTo>
                    <a:cubicBezTo>
                      <a:pt x="23" y="54"/>
                      <a:pt x="14" y="50"/>
                      <a:pt x="7" y="45"/>
                    </a:cubicBezTo>
                    <a:cubicBezTo>
                      <a:pt x="4" y="43"/>
                      <a:pt x="2" y="40"/>
                      <a:pt x="0" y="38"/>
                    </a:cubicBezTo>
                    <a:cubicBezTo>
                      <a:pt x="0" y="22"/>
                      <a:pt x="12" y="0"/>
                      <a:pt x="36" y="1"/>
                    </a:cubicBezTo>
                    <a:cubicBezTo>
                      <a:pt x="36" y="1"/>
                      <a:pt x="60" y="1"/>
                      <a:pt x="69" y="16"/>
                    </a:cubicBezTo>
                    <a:cubicBezTo>
                      <a:pt x="72" y="20"/>
                      <a:pt x="73" y="24"/>
                      <a:pt x="73" y="30"/>
                    </a:cubicBezTo>
                    <a:cubicBezTo>
                      <a:pt x="73" y="31"/>
                      <a:pt x="76" y="48"/>
                      <a:pt x="62" y="67"/>
                    </a:cubicBezTo>
                    <a:close/>
                  </a:path>
                </a:pathLst>
              </a:custGeom>
              <a:solidFill>
                <a:srgbClr val="FFC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11" name="Freeform 353">
                <a:extLst>
                  <a:ext uri="{FF2B5EF4-FFF2-40B4-BE49-F238E27FC236}">
                    <a16:creationId xmlns:a16="http://schemas.microsoft.com/office/drawing/2014/main" id="{D610F99D-EF42-418D-9A28-17902E952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2" y="399"/>
                <a:ext cx="477" cy="382"/>
              </a:xfrm>
              <a:custGeom>
                <a:avLst/>
                <a:gdLst>
                  <a:gd name="T0" fmla="*/ 66 w 66"/>
                  <a:gd name="T1" fmla="*/ 15 h 53"/>
                  <a:gd name="T2" fmla="*/ 32 w 66"/>
                  <a:gd name="T3" fmla="*/ 52 h 53"/>
                  <a:gd name="T4" fmla="*/ 30 w 66"/>
                  <a:gd name="T5" fmla="*/ 52 h 53"/>
                  <a:gd name="T6" fmla="*/ 4 w 66"/>
                  <a:gd name="T7" fmla="*/ 44 h 53"/>
                  <a:gd name="T8" fmla="*/ 2 w 66"/>
                  <a:gd name="T9" fmla="*/ 42 h 53"/>
                  <a:gd name="T10" fmla="*/ 33 w 66"/>
                  <a:gd name="T11" fmla="*/ 0 h 53"/>
                  <a:gd name="T12" fmla="*/ 66 w 66"/>
                  <a:gd name="T13" fmla="*/ 1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53">
                    <a:moveTo>
                      <a:pt x="66" y="15"/>
                    </a:moveTo>
                    <a:cubicBezTo>
                      <a:pt x="41" y="25"/>
                      <a:pt x="34" y="38"/>
                      <a:pt x="32" y="52"/>
                    </a:cubicBezTo>
                    <a:cubicBezTo>
                      <a:pt x="32" y="52"/>
                      <a:pt x="31" y="52"/>
                      <a:pt x="30" y="52"/>
                    </a:cubicBezTo>
                    <a:cubicBezTo>
                      <a:pt x="20" y="53"/>
                      <a:pt x="11" y="49"/>
                      <a:pt x="4" y="44"/>
                    </a:cubicBezTo>
                    <a:cubicBezTo>
                      <a:pt x="3" y="43"/>
                      <a:pt x="3" y="43"/>
                      <a:pt x="2" y="42"/>
                    </a:cubicBezTo>
                    <a:cubicBezTo>
                      <a:pt x="0" y="19"/>
                      <a:pt x="14" y="5"/>
                      <a:pt x="33" y="0"/>
                    </a:cubicBezTo>
                    <a:cubicBezTo>
                      <a:pt x="33" y="0"/>
                      <a:pt x="57" y="0"/>
                      <a:pt x="66" y="15"/>
                    </a:cubicBezTo>
                    <a:close/>
                  </a:path>
                </a:pathLst>
              </a:custGeom>
              <a:solidFill>
                <a:srgbClr val="FFEE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12" name="Freeform 354">
                <a:extLst>
                  <a:ext uri="{FF2B5EF4-FFF2-40B4-BE49-F238E27FC236}">
                    <a16:creationId xmlns:a16="http://schemas.microsoft.com/office/drawing/2014/main" id="{8D231956-B5CE-4C6D-9C57-1C4D21587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1" y="875"/>
                <a:ext cx="268" cy="194"/>
              </a:xfrm>
              <a:custGeom>
                <a:avLst/>
                <a:gdLst>
                  <a:gd name="T0" fmla="*/ 31 w 37"/>
                  <a:gd name="T1" fmla="*/ 2 h 27"/>
                  <a:gd name="T2" fmla="*/ 6 w 37"/>
                  <a:gd name="T3" fmla="*/ 18 h 27"/>
                  <a:gd name="T4" fmla="*/ 5 w 37"/>
                  <a:gd name="T5" fmla="*/ 25 h 27"/>
                  <a:gd name="T6" fmla="*/ 37 w 37"/>
                  <a:gd name="T7" fmla="*/ 11 h 27"/>
                  <a:gd name="T8" fmla="*/ 37 w 37"/>
                  <a:gd name="T9" fmla="*/ 9 h 27"/>
                  <a:gd name="T10" fmla="*/ 31 w 37"/>
                  <a:gd name="T11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27">
                    <a:moveTo>
                      <a:pt x="31" y="2"/>
                    </a:moveTo>
                    <a:cubicBezTo>
                      <a:pt x="31" y="2"/>
                      <a:pt x="19" y="19"/>
                      <a:pt x="6" y="18"/>
                    </a:cubicBezTo>
                    <a:cubicBezTo>
                      <a:pt x="0" y="18"/>
                      <a:pt x="5" y="25"/>
                      <a:pt x="5" y="25"/>
                    </a:cubicBezTo>
                    <a:cubicBezTo>
                      <a:pt x="17" y="27"/>
                      <a:pt x="32" y="16"/>
                      <a:pt x="37" y="11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3" y="0"/>
                      <a:pt x="31" y="2"/>
                    </a:cubicBezTo>
                    <a:close/>
                  </a:path>
                </a:pathLst>
              </a:custGeom>
              <a:solidFill>
                <a:srgbClr val="FF8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14" name="Freeform 356">
                <a:extLst>
                  <a:ext uri="{FF2B5EF4-FFF2-40B4-BE49-F238E27FC236}">
                    <a16:creationId xmlns:a16="http://schemas.microsoft.com/office/drawing/2014/main" id="{5900B0CE-CFED-4F24-BEF7-F4228C3BED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7" y="1970"/>
                <a:ext cx="14" cy="22"/>
              </a:xfrm>
              <a:custGeom>
                <a:avLst/>
                <a:gdLst>
                  <a:gd name="T0" fmla="*/ 2 w 2"/>
                  <a:gd name="T1" fmla="*/ 0 h 3"/>
                  <a:gd name="T2" fmla="*/ 0 w 2"/>
                  <a:gd name="T3" fmla="*/ 2 h 3"/>
                  <a:gd name="T4" fmla="*/ 0 w 2"/>
                  <a:gd name="T5" fmla="*/ 3 h 3"/>
                  <a:gd name="T6" fmla="*/ 1 w 2"/>
                  <a:gd name="T7" fmla="*/ 3 h 3"/>
                  <a:gd name="T8" fmla="*/ 2 w 2"/>
                  <a:gd name="T9" fmla="*/ 3 h 3"/>
                  <a:gd name="T10" fmla="*/ 2 w 2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2" y="1"/>
                      <a:pt x="1" y="2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1"/>
                      <a:pt x="2" y="0"/>
                    </a:cubicBezTo>
                  </a:path>
                </a:pathLst>
              </a:custGeom>
              <a:solidFill>
                <a:srgbClr val="F295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16" name="Freeform 358">
                <a:extLst>
                  <a:ext uri="{FF2B5EF4-FFF2-40B4-BE49-F238E27FC236}">
                    <a16:creationId xmlns:a16="http://schemas.microsoft.com/office/drawing/2014/main" id="{33F5141E-B976-455E-8322-348A22EC2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0" y="1574"/>
                <a:ext cx="29" cy="50"/>
              </a:xfrm>
              <a:custGeom>
                <a:avLst/>
                <a:gdLst>
                  <a:gd name="T0" fmla="*/ 0 w 4"/>
                  <a:gd name="T1" fmla="*/ 0 h 7"/>
                  <a:gd name="T2" fmla="*/ 2 w 4"/>
                  <a:gd name="T3" fmla="*/ 7 h 7"/>
                  <a:gd name="T4" fmla="*/ 4 w 4"/>
                  <a:gd name="T5" fmla="*/ 7 h 7"/>
                  <a:gd name="T6" fmla="*/ 3 w 4"/>
                  <a:gd name="T7" fmla="*/ 1 h 7"/>
                  <a:gd name="T8" fmla="*/ 0 w 4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7">
                    <a:moveTo>
                      <a:pt x="0" y="0"/>
                    </a:moveTo>
                    <a:cubicBezTo>
                      <a:pt x="1" y="2"/>
                      <a:pt x="1" y="5"/>
                      <a:pt x="2" y="7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4" y="5"/>
                      <a:pt x="3" y="3"/>
                      <a:pt x="3" y="1"/>
                    </a:cubicBezTo>
                    <a:cubicBezTo>
                      <a:pt x="2" y="1"/>
                      <a:pt x="1" y="1"/>
                      <a:pt x="0" y="0"/>
                    </a:cubicBezTo>
                  </a:path>
                </a:pathLst>
              </a:custGeom>
              <a:solidFill>
                <a:srgbClr val="F295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17" name="Freeform 359">
                <a:extLst>
                  <a:ext uri="{FF2B5EF4-FFF2-40B4-BE49-F238E27FC236}">
                    <a16:creationId xmlns:a16="http://schemas.microsoft.com/office/drawing/2014/main" id="{C324164F-0F57-47F5-8452-6F2C2B40B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8" y="2143"/>
                <a:ext cx="1756" cy="1643"/>
              </a:xfrm>
              <a:custGeom>
                <a:avLst/>
                <a:gdLst>
                  <a:gd name="T0" fmla="*/ 243 w 243"/>
                  <a:gd name="T1" fmla="*/ 146 h 228"/>
                  <a:gd name="T2" fmla="*/ 103 w 243"/>
                  <a:gd name="T3" fmla="*/ 227 h 228"/>
                  <a:gd name="T4" fmla="*/ 102 w 243"/>
                  <a:gd name="T5" fmla="*/ 228 h 228"/>
                  <a:gd name="T6" fmla="*/ 100 w 243"/>
                  <a:gd name="T7" fmla="*/ 228 h 228"/>
                  <a:gd name="T8" fmla="*/ 98 w 243"/>
                  <a:gd name="T9" fmla="*/ 227 h 228"/>
                  <a:gd name="T10" fmla="*/ 23 w 243"/>
                  <a:gd name="T11" fmla="*/ 181 h 228"/>
                  <a:gd name="T12" fmla="*/ 21 w 243"/>
                  <a:gd name="T13" fmla="*/ 179 h 228"/>
                  <a:gd name="T14" fmla="*/ 17 w 243"/>
                  <a:gd name="T15" fmla="*/ 167 h 228"/>
                  <a:gd name="T16" fmla="*/ 0 w 243"/>
                  <a:gd name="T17" fmla="*/ 81 h 228"/>
                  <a:gd name="T18" fmla="*/ 1 w 243"/>
                  <a:gd name="T19" fmla="*/ 70 h 228"/>
                  <a:gd name="T20" fmla="*/ 30 w 243"/>
                  <a:gd name="T21" fmla="*/ 3 h 228"/>
                  <a:gd name="T22" fmla="*/ 36 w 243"/>
                  <a:gd name="T23" fmla="*/ 1 h 228"/>
                  <a:gd name="T24" fmla="*/ 108 w 243"/>
                  <a:gd name="T25" fmla="*/ 44 h 228"/>
                  <a:gd name="T26" fmla="*/ 109 w 243"/>
                  <a:gd name="T27" fmla="*/ 44 h 228"/>
                  <a:gd name="T28" fmla="*/ 111 w 243"/>
                  <a:gd name="T29" fmla="*/ 50 h 228"/>
                  <a:gd name="T30" fmla="*/ 85 w 243"/>
                  <a:gd name="T31" fmla="*/ 117 h 228"/>
                  <a:gd name="T32" fmla="*/ 84 w 243"/>
                  <a:gd name="T33" fmla="*/ 121 h 228"/>
                  <a:gd name="T34" fmla="*/ 101 w 243"/>
                  <a:gd name="T35" fmla="*/ 211 h 228"/>
                  <a:gd name="T36" fmla="*/ 113 w 243"/>
                  <a:gd name="T37" fmla="*/ 213 h 228"/>
                  <a:gd name="T38" fmla="*/ 214 w 243"/>
                  <a:gd name="T39" fmla="*/ 153 h 228"/>
                  <a:gd name="T40" fmla="*/ 243 w 243"/>
                  <a:gd name="T41" fmla="*/ 14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3" h="228">
                    <a:moveTo>
                      <a:pt x="243" y="146"/>
                    </a:moveTo>
                    <a:cubicBezTo>
                      <a:pt x="103" y="227"/>
                      <a:pt x="103" y="227"/>
                      <a:pt x="103" y="227"/>
                    </a:cubicBezTo>
                    <a:cubicBezTo>
                      <a:pt x="103" y="227"/>
                      <a:pt x="102" y="228"/>
                      <a:pt x="102" y="228"/>
                    </a:cubicBezTo>
                    <a:cubicBezTo>
                      <a:pt x="101" y="228"/>
                      <a:pt x="101" y="228"/>
                      <a:pt x="100" y="228"/>
                    </a:cubicBezTo>
                    <a:cubicBezTo>
                      <a:pt x="99" y="228"/>
                      <a:pt x="99" y="227"/>
                      <a:pt x="98" y="227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2" y="181"/>
                      <a:pt x="21" y="180"/>
                      <a:pt x="21" y="179"/>
                    </a:cubicBezTo>
                    <a:cubicBezTo>
                      <a:pt x="20" y="176"/>
                      <a:pt x="19" y="172"/>
                      <a:pt x="17" y="167"/>
                    </a:cubicBezTo>
                    <a:cubicBezTo>
                      <a:pt x="11" y="146"/>
                      <a:pt x="0" y="106"/>
                      <a:pt x="0" y="81"/>
                    </a:cubicBezTo>
                    <a:cubicBezTo>
                      <a:pt x="0" y="77"/>
                      <a:pt x="1" y="73"/>
                      <a:pt x="1" y="70"/>
                    </a:cubicBezTo>
                    <a:cubicBezTo>
                      <a:pt x="6" y="46"/>
                      <a:pt x="23" y="14"/>
                      <a:pt x="30" y="3"/>
                    </a:cubicBezTo>
                    <a:cubicBezTo>
                      <a:pt x="31" y="0"/>
                      <a:pt x="34" y="0"/>
                      <a:pt x="36" y="1"/>
                    </a:cubicBezTo>
                    <a:cubicBezTo>
                      <a:pt x="108" y="44"/>
                      <a:pt x="108" y="44"/>
                      <a:pt x="108" y="44"/>
                    </a:cubicBezTo>
                    <a:cubicBezTo>
                      <a:pt x="109" y="44"/>
                      <a:pt x="109" y="44"/>
                      <a:pt x="109" y="44"/>
                    </a:cubicBezTo>
                    <a:cubicBezTo>
                      <a:pt x="111" y="45"/>
                      <a:pt x="112" y="48"/>
                      <a:pt x="111" y="50"/>
                    </a:cubicBezTo>
                    <a:cubicBezTo>
                      <a:pt x="107" y="61"/>
                      <a:pt x="94" y="94"/>
                      <a:pt x="85" y="117"/>
                    </a:cubicBezTo>
                    <a:cubicBezTo>
                      <a:pt x="85" y="119"/>
                      <a:pt x="84" y="120"/>
                      <a:pt x="84" y="121"/>
                    </a:cubicBezTo>
                    <a:cubicBezTo>
                      <a:pt x="78" y="137"/>
                      <a:pt x="94" y="190"/>
                      <a:pt x="101" y="211"/>
                    </a:cubicBezTo>
                    <a:cubicBezTo>
                      <a:pt x="102" y="216"/>
                      <a:pt x="108" y="216"/>
                      <a:pt x="113" y="21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43" y="146"/>
                      <a:pt x="243" y="146"/>
                      <a:pt x="243" y="146"/>
                    </a:cubicBezTo>
                  </a:path>
                </a:pathLst>
              </a:custGeom>
              <a:solidFill>
                <a:srgbClr val="FFB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18" name="Freeform 360">
                <a:extLst>
                  <a:ext uri="{FF2B5EF4-FFF2-40B4-BE49-F238E27FC236}">
                    <a16:creationId xmlns:a16="http://schemas.microsoft.com/office/drawing/2014/main" id="{5893B4C9-2B3C-4E18-AD4E-F6A619BCB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1" y="3296"/>
                <a:ext cx="614" cy="490"/>
              </a:xfrm>
              <a:custGeom>
                <a:avLst/>
                <a:gdLst>
                  <a:gd name="T0" fmla="*/ 43 w 85"/>
                  <a:gd name="T1" fmla="*/ 0 h 68"/>
                  <a:gd name="T2" fmla="*/ 0 w 85"/>
                  <a:gd name="T3" fmla="*/ 7 h 68"/>
                  <a:gd name="T4" fmla="*/ 4 w 85"/>
                  <a:gd name="T5" fmla="*/ 19 h 68"/>
                  <a:gd name="T6" fmla="*/ 6 w 85"/>
                  <a:gd name="T7" fmla="*/ 21 h 68"/>
                  <a:gd name="T8" fmla="*/ 81 w 85"/>
                  <a:gd name="T9" fmla="*/ 67 h 68"/>
                  <a:gd name="T10" fmla="*/ 83 w 85"/>
                  <a:gd name="T11" fmla="*/ 68 h 68"/>
                  <a:gd name="T12" fmla="*/ 84 w 85"/>
                  <a:gd name="T13" fmla="*/ 68 h 68"/>
                  <a:gd name="T14" fmla="*/ 85 w 85"/>
                  <a:gd name="T15" fmla="*/ 68 h 68"/>
                  <a:gd name="T16" fmla="*/ 69 w 85"/>
                  <a:gd name="T17" fmla="*/ 25 h 68"/>
                  <a:gd name="T18" fmla="*/ 43 w 85"/>
                  <a:gd name="T1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" h="68">
                    <a:moveTo>
                      <a:pt x="4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2" y="12"/>
                      <a:pt x="3" y="16"/>
                      <a:pt x="4" y="19"/>
                    </a:cubicBezTo>
                    <a:cubicBezTo>
                      <a:pt x="4" y="20"/>
                      <a:pt x="5" y="21"/>
                      <a:pt x="6" y="21"/>
                    </a:cubicBezTo>
                    <a:cubicBezTo>
                      <a:pt x="81" y="67"/>
                      <a:pt x="81" y="67"/>
                      <a:pt x="81" y="67"/>
                    </a:cubicBezTo>
                    <a:cubicBezTo>
                      <a:pt x="82" y="67"/>
                      <a:pt x="82" y="68"/>
                      <a:pt x="83" y="68"/>
                    </a:cubicBezTo>
                    <a:cubicBezTo>
                      <a:pt x="83" y="68"/>
                      <a:pt x="84" y="68"/>
                      <a:pt x="84" y="68"/>
                    </a:cubicBezTo>
                    <a:cubicBezTo>
                      <a:pt x="84" y="68"/>
                      <a:pt x="85" y="68"/>
                      <a:pt x="85" y="68"/>
                    </a:cubicBezTo>
                    <a:cubicBezTo>
                      <a:pt x="79" y="51"/>
                      <a:pt x="70" y="29"/>
                      <a:pt x="69" y="25"/>
                    </a:cubicBezTo>
                    <a:cubicBezTo>
                      <a:pt x="68" y="19"/>
                      <a:pt x="43" y="0"/>
                      <a:pt x="43" y="0"/>
                    </a:cubicBezTo>
                  </a:path>
                </a:pathLst>
              </a:custGeom>
              <a:solidFill>
                <a:srgbClr val="F0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19" name="Freeform 361">
                <a:extLst>
                  <a:ext uri="{FF2B5EF4-FFF2-40B4-BE49-F238E27FC236}">
                    <a16:creationId xmlns:a16="http://schemas.microsoft.com/office/drawing/2014/main" id="{9DCE4C87-E076-4749-9D48-EF8E1E8A48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5" y="1898"/>
                <a:ext cx="513" cy="699"/>
              </a:xfrm>
              <a:custGeom>
                <a:avLst/>
                <a:gdLst>
                  <a:gd name="T0" fmla="*/ 70 w 71"/>
                  <a:gd name="T1" fmla="*/ 40 h 97"/>
                  <a:gd name="T2" fmla="*/ 68 w 71"/>
                  <a:gd name="T3" fmla="*/ 33 h 97"/>
                  <a:gd name="T4" fmla="*/ 13 w 71"/>
                  <a:gd name="T5" fmla="*/ 0 h 97"/>
                  <a:gd name="T6" fmla="*/ 0 w 71"/>
                  <a:gd name="T7" fmla="*/ 5 h 97"/>
                  <a:gd name="T8" fmla="*/ 25 w 71"/>
                  <a:gd name="T9" fmla="*/ 31 h 97"/>
                  <a:gd name="T10" fmla="*/ 47 w 71"/>
                  <a:gd name="T11" fmla="*/ 44 h 97"/>
                  <a:gd name="T12" fmla="*/ 35 w 71"/>
                  <a:gd name="T13" fmla="*/ 50 h 97"/>
                  <a:gd name="T14" fmla="*/ 31 w 71"/>
                  <a:gd name="T15" fmla="*/ 71 h 97"/>
                  <a:gd name="T16" fmla="*/ 57 w 71"/>
                  <a:gd name="T17" fmla="*/ 77 h 97"/>
                  <a:gd name="T18" fmla="*/ 70 w 71"/>
                  <a:gd name="T19" fmla="*/ 4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" h="97">
                    <a:moveTo>
                      <a:pt x="70" y="40"/>
                    </a:moveTo>
                    <a:cubicBezTo>
                      <a:pt x="70" y="38"/>
                      <a:pt x="69" y="35"/>
                      <a:pt x="68" y="33"/>
                    </a:cubicBezTo>
                    <a:cubicBezTo>
                      <a:pt x="66" y="27"/>
                      <a:pt x="28" y="2"/>
                      <a:pt x="13" y="0"/>
                    </a:cubicBezTo>
                    <a:cubicBezTo>
                      <a:pt x="9" y="0"/>
                      <a:pt x="0" y="5"/>
                      <a:pt x="0" y="5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31"/>
                      <a:pt x="36" y="38"/>
                      <a:pt x="47" y="44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1" y="71"/>
                      <a:pt x="37" y="97"/>
                      <a:pt x="57" y="77"/>
                    </a:cubicBezTo>
                    <a:cubicBezTo>
                      <a:pt x="70" y="64"/>
                      <a:pt x="71" y="49"/>
                      <a:pt x="70" y="40"/>
                    </a:cubicBezTo>
                    <a:close/>
                  </a:path>
                </a:pathLst>
              </a:custGeom>
              <a:solidFill>
                <a:srgbClr val="4C47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20" name="Freeform 362">
                <a:extLst>
                  <a:ext uri="{FF2B5EF4-FFF2-40B4-BE49-F238E27FC236}">
                    <a16:creationId xmlns:a16="http://schemas.microsoft.com/office/drawing/2014/main" id="{116319A0-B75F-414E-85E0-3E587B70D8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8" y="2143"/>
                <a:ext cx="809" cy="937"/>
              </a:xfrm>
              <a:custGeom>
                <a:avLst/>
                <a:gdLst>
                  <a:gd name="T0" fmla="*/ 111 w 112"/>
                  <a:gd name="T1" fmla="*/ 50 h 130"/>
                  <a:gd name="T2" fmla="*/ 85 w 112"/>
                  <a:gd name="T3" fmla="*/ 117 h 130"/>
                  <a:gd name="T4" fmla="*/ 30 w 112"/>
                  <a:gd name="T5" fmla="*/ 121 h 130"/>
                  <a:gd name="T6" fmla="*/ 0 w 112"/>
                  <a:gd name="T7" fmla="*/ 81 h 130"/>
                  <a:gd name="T8" fmla="*/ 1 w 112"/>
                  <a:gd name="T9" fmla="*/ 70 h 130"/>
                  <a:gd name="T10" fmla="*/ 30 w 112"/>
                  <a:gd name="T11" fmla="*/ 3 h 130"/>
                  <a:gd name="T12" fmla="*/ 36 w 112"/>
                  <a:gd name="T13" fmla="*/ 1 h 130"/>
                  <a:gd name="T14" fmla="*/ 67 w 112"/>
                  <a:gd name="T15" fmla="*/ 19 h 130"/>
                  <a:gd name="T16" fmla="*/ 70 w 112"/>
                  <a:gd name="T17" fmla="*/ 21 h 130"/>
                  <a:gd name="T18" fmla="*/ 99 w 112"/>
                  <a:gd name="T19" fmla="*/ 38 h 130"/>
                  <a:gd name="T20" fmla="*/ 101 w 112"/>
                  <a:gd name="T21" fmla="*/ 39 h 130"/>
                  <a:gd name="T22" fmla="*/ 109 w 112"/>
                  <a:gd name="T23" fmla="*/ 44 h 130"/>
                  <a:gd name="T24" fmla="*/ 111 w 112"/>
                  <a:gd name="T25" fmla="*/ 5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2" h="130">
                    <a:moveTo>
                      <a:pt x="111" y="50"/>
                    </a:moveTo>
                    <a:cubicBezTo>
                      <a:pt x="107" y="61"/>
                      <a:pt x="94" y="94"/>
                      <a:pt x="85" y="117"/>
                    </a:cubicBezTo>
                    <a:cubicBezTo>
                      <a:pt x="63" y="130"/>
                      <a:pt x="46" y="127"/>
                      <a:pt x="30" y="121"/>
                    </a:cubicBezTo>
                    <a:cubicBezTo>
                      <a:pt x="17" y="116"/>
                      <a:pt x="6" y="95"/>
                      <a:pt x="0" y="81"/>
                    </a:cubicBezTo>
                    <a:cubicBezTo>
                      <a:pt x="0" y="77"/>
                      <a:pt x="1" y="73"/>
                      <a:pt x="1" y="70"/>
                    </a:cubicBezTo>
                    <a:cubicBezTo>
                      <a:pt x="6" y="46"/>
                      <a:pt x="23" y="14"/>
                      <a:pt x="30" y="3"/>
                    </a:cubicBezTo>
                    <a:cubicBezTo>
                      <a:pt x="31" y="0"/>
                      <a:pt x="34" y="0"/>
                      <a:pt x="36" y="1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99" y="38"/>
                      <a:pt x="99" y="38"/>
                      <a:pt x="99" y="38"/>
                    </a:cubicBezTo>
                    <a:cubicBezTo>
                      <a:pt x="101" y="39"/>
                      <a:pt x="101" y="39"/>
                      <a:pt x="101" y="39"/>
                    </a:cubicBezTo>
                    <a:cubicBezTo>
                      <a:pt x="109" y="44"/>
                      <a:pt x="109" y="44"/>
                      <a:pt x="109" y="44"/>
                    </a:cubicBezTo>
                    <a:cubicBezTo>
                      <a:pt x="111" y="45"/>
                      <a:pt x="112" y="48"/>
                      <a:pt x="111" y="50"/>
                    </a:cubicBezTo>
                  </a:path>
                </a:pathLst>
              </a:custGeom>
              <a:solidFill>
                <a:srgbClr val="FFC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21" name="Freeform 363">
                <a:extLst>
                  <a:ext uri="{FF2B5EF4-FFF2-40B4-BE49-F238E27FC236}">
                    <a16:creationId xmlns:a16="http://schemas.microsoft.com/office/drawing/2014/main" id="{0AA11CC2-0E42-40C8-A48B-8FF6F174A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4" y="2194"/>
                <a:ext cx="614" cy="670"/>
              </a:xfrm>
              <a:custGeom>
                <a:avLst/>
                <a:gdLst>
                  <a:gd name="T0" fmla="*/ 85 w 85"/>
                  <a:gd name="T1" fmla="*/ 32 h 93"/>
                  <a:gd name="T2" fmla="*/ 81 w 85"/>
                  <a:gd name="T3" fmla="*/ 35 h 93"/>
                  <a:gd name="T4" fmla="*/ 17 w 85"/>
                  <a:gd name="T5" fmla="*/ 81 h 93"/>
                  <a:gd name="T6" fmla="*/ 14 w 85"/>
                  <a:gd name="T7" fmla="*/ 79 h 93"/>
                  <a:gd name="T8" fmla="*/ 22 w 85"/>
                  <a:gd name="T9" fmla="*/ 0 h 93"/>
                  <a:gd name="T10" fmla="*/ 51 w 85"/>
                  <a:gd name="T11" fmla="*/ 12 h 93"/>
                  <a:gd name="T12" fmla="*/ 54 w 85"/>
                  <a:gd name="T13" fmla="*/ 14 h 93"/>
                  <a:gd name="T14" fmla="*/ 83 w 85"/>
                  <a:gd name="T15" fmla="*/ 31 h 93"/>
                  <a:gd name="T16" fmla="*/ 85 w 85"/>
                  <a:gd name="T17" fmla="*/ 32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93">
                    <a:moveTo>
                      <a:pt x="85" y="32"/>
                    </a:move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5"/>
                      <a:pt x="37" y="93"/>
                      <a:pt x="17" y="81"/>
                    </a:cubicBezTo>
                    <a:cubicBezTo>
                      <a:pt x="16" y="81"/>
                      <a:pt x="15" y="80"/>
                      <a:pt x="14" y="79"/>
                    </a:cubicBezTo>
                    <a:cubicBezTo>
                      <a:pt x="0" y="62"/>
                      <a:pt x="21" y="1"/>
                      <a:pt x="22" y="0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54" y="14"/>
                      <a:pt x="54" y="14"/>
                      <a:pt x="54" y="14"/>
                    </a:cubicBezTo>
                    <a:cubicBezTo>
                      <a:pt x="83" y="31"/>
                      <a:pt x="83" y="31"/>
                      <a:pt x="83" y="31"/>
                    </a:cubicBezTo>
                    <a:cubicBezTo>
                      <a:pt x="85" y="32"/>
                      <a:pt x="85" y="32"/>
                      <a:pt x="85" y="32"/>
                    </a:cubicBezTo>
                  </a:path>
                </a:pathLst>
              </a:custGeom>
              <a:solidFill>
                <a:srgbClr val="FF8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22" name="Freeform 364">
                <a:extLst>
                  <a:ext uri="{FF2B5EF4-FFF2-40B4-BE49-F238E27FC236}">
                    <a16:creationId xmlns:a16="http://schemas.microsoft.com/office/drawing/2014/main" id="{A13B8085-79D4-4A31-A71C-5BB6BBFAC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8" y="2201"/>
                <a:ext cx="585" cy="648"/>
              </a:xfrm>
              <a:custGeom>
                <a:avLst/>
                <a:gdLst>
                  <a:gd name="T0" fmla="*/ 81 w 81"/>
                  <a:gd name="T1" fmla="*/ 30 h 90"/>
                  <a:gd name="T2" fmla="*/ 78 w 81"/>
                  <a:gd name="T3" fmla="*/ 33 h 90"/>
                  <a:gd name="T4" fmla="*/ 14 w 81"/>
                  <a:gd name="T5" fmla="*/ 79 h 90"/>
                  <a:gd name="T6" fmla="*/ 22 w 81"/>
                  <a:gd name="T7" fmla="*/ 0 h 90"/>
                  <a:gd name="T8" fmla="*/ 52 w 81"/>
                  <a:gd name="T9" fmla="*/ 13 h 90"/>
                  <a:gd name="T10" fmla="*/ 81 w 81"/>
                  <a:gd name="T11" fmla="*/ 3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90">
                    <a:moveTo>
                      <a:pt x="81" y="30"/>
                    </a:moveTo>
                    <a:cubicBezTo>
                      <a:pt x="78" y="33"/>
                      <a:pt x="78" y="33"/>
                      <a:pt x="78" y="33"/>
                    </a:cubicBezTo>
                    <a:cubicBezTo>
                      <a:pt x="78" y="33"/>
                      <a:pt x="34" y="90"/>
                      <a:pt x="14" y="79"/>
                    </a:cubicBezTo>
                    <a:cubicBezTo>
                      <a:pt x="0" y="62"/>
                      <a:pt x="22" y="0"/>
                      <a:pt x="22" y="0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81" y="30"/>
                      <a:pt x="81" y="30"/>
                      <a:pt x="81" y="30"/>
                    </a:cubicBezTo>
                  </a:path>
                </a:pathLst>
              </a:custGeom>
              <a:solidFill>
                <a:srgbClr val="FFC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23" name="Freeform 365">
                <a:extLst>
                  <a:ext uri="{FF2B5EF4-FFF2-40B4-BE49-F238E27FC236}">
                    <a16:creationId xmlns:a16="http://schemas.microsoft.com/office/drawing/2014/main" id="{6521CDB3-A08B-4862-AF18-823BD912B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4" y="2194"/>
                <a:ext cx="390" cy="576"/>
              </a:xfrm>
              <a:custGeom>
                <a:avLst/>
                <a:gdLst>
                  <a:gd name="T0" fmla="*/ 24 w 54"/>
                  <a:gd name="T1" fmla="*/ 1 h 80"/>
                  <a:gd name="T2" fmla="*/ 16 w 54"/>
                  <a:gd name="T3" fmla="*/ 80 h 80"/>
                  <a:gd name="T4" fmla="*/ 14 w 54"/>
                  <a:gd name="T5" fmla="*/ 79 h 80"/>
                  <a:gd name="T6" fmla="*/ 22 w 54"/>
                  <a:gd name="T7" fmla="*/ 0 h 80"/>
                  <a:gd name="T8" fmla="*/ 51 w 54"/>
                  <a:gd name="T9" fmla="*/ 12 h 80"/>
                  <a:gd name="T10" fmla="*/ 54 w 54"/>
                  <a:gd name="T11" fmla="*/ 14 h 80"/>
                  <a:gd name="T12" fmla="*/ 24 w 54"/>
                  <a:gd name="T13" fmla="*/ 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24" y="1"/>
                    </a:moveTo>
                    <a:cubicBezTo>
                      <a:pt x="24" y="1"/>
                      <a:pt x="2" y="63"/>
                      <a:pt x="16" y="80"/>
                    </a:cubicBezTo>
                    <a:cubicBezTo>
                      <a:pt x="15" y="80"/>
                      <a:pt x="15" y="79"/>
                      <a:pt x="14" y="79"/>
                    </a:cubicBezTo>
                    <a:cubicBezTo>
                      <a:pt x="0" y="62"/>
                      <a:pt x="21" y="1"/>
                      <a:pt x="22" y="0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54" y="14"/>
                      <a:pt x="54" y="14"/>
                      <a:pt x="54" y="14"/>
                    </a:cubicBezTo>
                    <a:lnTo>
                      <a:pt x="24" y="1"/>
                    </a:lnTo>
                    <a:close/>
                  </a:path>
                </a:pathLst>
              </a:custGeom>
              <a:solidFill>
                <a:srgbClr val="FFEE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24" name="Freeform 366">
                <a:extLst>
                  <a:ext uri="{FF2B5EF4-FFF2-40B4-BE49-F238E27FC236}">
                    <a16:creationId xmlns:a16="http://schemas.microsoft.com/office/drawing/2014/main" id="{E2AEC917-B060-4477-AAA1-872B30183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9" y="1884"/>
                <a:ext cx="159" cy="151"/>
              </a:xfrm>
              <a:custGeom>
                <a:avLst/>
                <a:gdLst>
                  <a:gd name="T0" fmla="*/ 22 w 22"/>
                  <a:gd name="T1" fmla="*/ 10 h 21"/>
                  <a:gd name="T2" fmla="*/ 21 w 22"/>
                  <a:gd name="T3" fmla="*/ 20 h 21"/>
                  <a:gd name="T4" fmla="*/ 8 w 22"/>
                  <a:gd name="T5" fmla="*/ 19 h 21"/>
                  <a:gd name="T6" fmla="*/ 1 w 22"/>
                  <a:gd name="T7" fmla="*/ 15 h 21"/>
                  <a:gd name="T8" fmla="*/ 4 w 22"/>
                  <a:gd name="T9" fmla="*/ 12 h 21"/>
                  <a:gd name="T10" fmla="*/ 21 w 22"/>
                  <a:gd name="T11" fmla="*/ 0 h 21"/>
                  <a:gd name="T12" fmla="*/ 22 w 22"/>
                  <a:gd name="T13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21">
                    <a:moveTo>
                      <a:pt x="22" y="10"/>
                    </a:moveTo>
                    <a:cubicBezTo>
                      <a:pt x="22" y="13"/>
                      <a:pt x="21" y="16"/>
                      <a:pt x="21" y="20"/>
                    </a:cubicBezTo>
                    <a:cubicBezTo>
                      <a:pt x="21" y="18"/>
                      <a:pt x="12" y="16"/>
                      <a:pt x="8" y="19"/>
                    </a:cubicBezTo>
                    <a:cubicBezTo>
                      <a:pt x="5" y="21"/>
                      <a:pt x="0" y="18"/>
                      <a:pt x="1" y="15"/>
                    </a:cubicBezTo>
                    <a:cubicBezTo>
                      <a:pt x="2" y="14"/>
                      <a:pt x="3" y="13"/>
                      <a:pt x="4" y="12"/>
                    </a:cubicBezTo>
                    <a:cubicBezTo>
                      <a:pt x="11" y="8"/>
                      <a:pt x="21" y="0"/>
                      <a:pt x="21" y="0"/>
                    </a:cubicBezTo>
                    <a:cubicBezTo>
                      <a:pt x="21" y="3"/>
                      <a:pt x="22" y="6"/>
                      <a:pt x="22" y="10"/>
                    </a:cubicBezTo>
                    <a:close/>
                  </a:path>
                </a:pathLst>
              </a:custGeom>
              <a:solidFill>
                <a:srgbClr val="E85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25" name="Freeform 367">
                <a:extLst>
                  <a:ext uri="{FF2B5EF4-FFF2-40B4-BE49-F238E27FC236}">
                    <a16:creationId xmlns:a16="http://schemas.microsoft.com/office/drawing/2014/main" id="{E705DC3E-CDEE-4FD3-A165-E96D5E2D1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1" y="1905"/>
                <a:ext cx="571" cy="562"/>
              </a:xfrm>
              <a:custGeom>
                <a:avLst/>
                <a:gdLst>
                  <a:gd name="T0" fmla="*/ 77 w 79"/>
                  <a:gd name="T1" fmla="*/ 48 h 78"/>
                  <a:gd name="T2" fmla="*/ 48 w 79"/>
                  <a:gd name="T3" fmla="*/ 75 h 78"/>
                  <a:gd name="T4" fmla="*/ 12 w 79"/>
                  <a:gd name="T5" fmla="*/ 57 h 78"/>
                  <a:gd name="T6" fmla="*/ 4 w 79"/>
                  <a:gd name="T7" fmla="*/ 48 h 78"/>
                  <a:gd name="T8" fmla="*/ 3 w 79"/>
                  <a:gd name="T9" fmla="*/ 45 h 78"/>
                  <a:gd name="T10" fmla="*/ 2 w 79"/>
                  <a:gd name="T11" fmla="*/ 42 h 78"/>
                  <a:gd name="T12" fmla="*/ 4 w 79"/>
                  <a:gd name="T13" fmla="*/ 18 h 78"/>
                  <a:gd name="T14" fmla="*/ 6 w 79"/>
                  <a:gd name="T15" fmla="*/ 11 h 78"/>
                  <a:gd name="T16" fmla="*/ 7 w 79"/>
                  <a:gd name="T17" fmla="*/ 10 h 78"/>
                  <a:gd name="T18" fmla="*/ 26 w 79"/>
                  <a:gd name="T19" fmla="*/ 3 h 78"/>
                  <a:gd name="T20" fmla="*/ 71 w 79"/>
                  <a:gd name="T21" fmla="*/ 29 h 78"/>
                  <a:gd name="T22" fmla="*/ 77 w 79"/>
                  <a:gd name="T23" fmla="*/ 4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9" h="78">
                    <a:moveTo>
                      <a:pt x="77" y="48"/>
                    </a:moveTo>
                    <a:cubicBezTo>
                      <a:pt x="71" y="69"/>
                      <a:pt x="55" y="78"/>
                      <a:pt x="48" y="75"/>
                    </a:cubicBezTo>
                    <a:cubicBezTo>
                      <a:pt x="37" y="71"/>
                      <a:pt x="22" y="65"/>
                      <a:pt x="12" y="57"/>
                    </a:cubicBezTo>
                    <a:cubicBezTo>
                      <a:pt x="9" y="54"/>
                      <a:pt x="6" y="51"/>
                      <a:pt x="4" y="48"/>
                    </a:cubicBezTo>
                    <a:cubicBezTo>
                      <a:pt x="4" y="47"/>
                      <a:pt x="3" y="46"/>
                      <a:pt x="3" y="45"/>
                    </a:cubicBezTo>
                    <a:cubicBezTo>
                      <a:pt x="3" y="44"/>
                      <a:pt x="2" y="43"/>
                      <a:pt x="2" y="42"/>
                    </a:cubicBezTo>
                    <a:cubicBezTo>
                      <a:pt x="0" y="34"/>
                      <a:pt x="2" y="26"/>
                      <a:pt x="4" y="18"/>
                    </a:cubicBezTo>
                    <a:cubicBezTo>
                      <a:pt x="5" y="16"/>
                      <a:pt x="6" y="14"/>
                      <a:pt x="6" y="11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10" y="4"/>
                      <a:pt x="18" y="0"/>
                      <a:pt x="26" y="3"/>
                    </a:cubicBezTo>
                    <a:cubicBezTo>
                      <a:pt x="34" y="6"/>
                      <a:pt x="63" y="23"/>
                      <a:pt x="71" y="29"/>
                    </a:cubicBezTo>
                    <a:cubicBezTo>
                      <a:pt x="77" y="34"/>
                      <a:pt x="79" y="42"/>
                      <a:pt x="77" y="48"/>
                    </a:cubicBezTo>
                  </a:path>
                </a:pathLst>
              </a:custGeom>
              <a:solidFill>
                <a:srgbClr val="FFB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26" name="Freeform 368">
                <a:extLst>
                  <a:ext uri="{FF2B5EF4-FFF2-40B4-BE49-F238E27FC236}">
                    <a16:creationId xmlns:a16="http://schemas.microsoft.com/office/drawing/2014/main" id="{8C87C567-29BA-4AAF-9AAA-D428376C9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8" y="1912"/>
                <a:ext cx="275" cy="469"/>
              </a:xfrm>
              <a:custGeom>
                <a:avLst/>
                <a:gdLst>
                  <a:gd name="T0" fmla="*/ 38 w 38"/>
                  <a:gd name="T1" fmla="*/ 65 h 65"/>
                  <a:gd name="T2" fmla="*/ 34 w 38"/>
                  <a:gd name="T3" fmla="*/ 65 h 65"/>
                  <a:gd name="T4" fmla="*/ 11 w 38"/>
                  <a:gd name="T5" fmla="*/ 56 h 65"/>
                  <a:gd name="T6" fmla="*/ 3 w 38"/>
                  <a:gd name="T7" fmla="*/ 47 h 65"/>
                  <a:gd name="T8" fmla="*/ 2 w 38"/>
                  <a:gd name="T9" fmla="*/ 44 h 65"/>
                  <a:gd name="T10" fmla="*/ 1 w 38"/>
                  <a:gd name="T11" fmla="*/ 41 h 65"/>
                  <a:gd name="T12" fmla="*/ 3 w 38"/>
                  <a:gd name="T13" fmla="*/ 17 h 65"/>
                  <a:gd name="T14" fmla="*/ 5 w 38"/>
                  <a:gd name="T15" fmla="*/ 10 h 65"/>
                  <a:gd name="T16" fmla="*/ 6 w 38"/>
                  <a:gd name="T17" fmla="*/ 9 h 65"/>
                  <a:gd name="T18" fmla="*/ 21 w 38"/>
                  <a:gd name="T19" fmla="*/ 1 h 65"/>
                  <a:gd name="T20" fmla="*/ 9 w 38"/>
                  <a:gd name="T21" fmla="*/ 9 h 65"/>
                  <a:gd name="T22" fmla="*/ 9 w 38"/>
                  <a:gd name="T23" fmla="*/ 10 h 65"/>
                  <a:gd name="T24" fmla="*/ 6 w 38"/>
                  <a:gd name="T25" fmla="*/ 17 h 65"/>
                  <a:gd name="T26" fmla="*/ 4 w 38"/>
                  <a:gd name="T27" fmla="*/ 41 h 65"/>
                  <a:gd name="T28" fmla="*/ 5 w 38"/>
                  <a:gd name="T29" fmla="*/ 44 h 65"/>
                  <a:gd name="T30" fmla="*/ 7 w 38"/>
                  <a:gd name="T31" fmla="*/ 47 h 65"/>
                  <a:gd name="T32" fmla="*/ 14 w 38"/>
                  <a:gd name="T33" fmla="*/ 56 h 65"/>
                  <a:gd name="T34" fmla="*/ 38 w 38"/>
                  <a:gd name="T3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8" h="65">
                    <a:moveTo>
                      <a:pt x="38" y="65"/>
                    </a:moveTo>
                    <a:cubicBezTo>
                      <a:pt x="37" y="65"/>
                      <a:pt x="35" y="65"/>
                      <a:pt x="34" y="65"/>
                    </a:cubicBezTo>
                    <a:cubicBezTo>
                      <a:pt x="25" y="61"/>
                      <a:pt x="17" y="60"/>
                      <a:pt x="11" y="56"/>
                    </a:cubicBezTo>
                    <a:cubicBezTo>
                      <a:pt x="8" y="54"/>
                      <a:pt x="6" y="51"/>
                      <a:pt x="3" y="47"/>
                    </a:cubicBezTo>
                    <a:cubicBezTo>
                      <a:pt x="3" y="46"/>
                      <a:pt x="2" y="45"/>
                      <a:pt x="2" y="44"/>
                    </a:cubicBezTo>
                    <a:cubicBezTo>
                      <a:pt x="2" y="43"/>
                      <a:pt x="1" y="42"/>
                      <a:pt x="1" y="41"/>
                    </a:cubicBezTo>
                    <a:cubicBezTo>
                      <a:pt x="0" y="33"/>
                      <a:pt x="1" y="25"/>
                      <a:pt x="3" y="17"/>
                    </a:cubicBezTo>
                    <a:cubicBezTo>
                      <a:pt x="4" y="15"/>
                      <a:pt x="5" y="13"/>
                      <a:pt x="5" y="1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9" y="4"/>
                      <a:pt x="15" y="0"/>
                      <a:pt x="21" y="1"/>
                    </a:cubicBezTo>
                    <a:cubicBezTo>
                      <a:pt x="16" y="2"/>
                      <a:pt x="11" y="5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3"/>
                      <a:pt x="7" y="15"/>
                      <a:pt x="6" y="17"/>
                    </a:cubicBezTo>
                    <a:cubicBezTo>
                      <a:pt x="4" y="25"/>
                      <a:pt x="3" y="33"/>
                      <a:pt x="4" y="41"/>
                    </a:cubicBezTo>
                    <a:cubicBezTo>
                      <a:pt x="5" y="42"/>
                      <a:pt x="5" y="43"/>
                      <a:pt x="5" y="44"/>
                    </a:cubicBezTo>
                    <a:cubicBezTo>
                      <a:pt x="6" y="45"/>
                      <a:pt x="6" y="46"/>
                      <a:pt x="7" y="47"/>
                    </a:cubicBezTo>
                    <a:cubicBezTo>
                      <a:pt x="9" y="51"/>
                      <a:pt x="11" y="54"/>
                      <a:pt x="14" y="56"/>
                    </a:cubicBezTo>
                    <a:cubicBezTo>
                      <a:pt x="20" y="60"/>
                      <a:pt x="28" y="61"/>
                      <a:pt x="38" y="65"/>
                    </a:cubicBezTo>
                  </a:path>
                </a:pathLst>
              </a:custGeom>
              <a:solidFill>
                <a:srgbClr val="FFEE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27" name="Freeform 369">
                <a:extLst>
                  <a:ext uri="{FF2B5EF4-FFF2-40B4-BE49-F238E27FC236}">
                    <a16:creationId xmlns:a16="http://schemas.microsoft.com/office/drawing/2014/main" id="{9B75C596-AF09-488C-BADB-C30D84135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0" y="1920"/>
                <a:ext cx="513" cy="461"/>
              </a:xfrm>
              <a:custGeom>
                <a:avLst/>
                <a:gdLst>
                  <a:gd name="T0" fmla="*/ 35 w 71"/>
                  <a:gd name="T1" fmla="*/ 64 h 64"/>
                  <a:gd name="T2" fmla="*/ 11 w 71"/>
                  <a:gd name="T3" fmla="*/ 55 h 64"/>
                  <a:gd name="T4" fmla="*/ 4 w 71"/>
                  <a:gd name="T5" fmla="*/ 46 h 64"/>
                  <a:gd name="T6" fmla="*/ 2 w 71"/>
                  <a:gd name="T7" fmla="*/ 43 h 64"/>
                  <a:gd name="T8" fmla="*/ 1 w 71"/>
                  <a:gd name="T9" fmla="*/ 40 h 64"/>
                  <a:gd name="T10" fmla="*/ 3 w 71"/>
                  <a:gd name="T11" fmla="*/ 16 h 64"/>
                  <a:gd name="T12" fmla="*/ 6 w 71"/>
                  <a:gd name="T13" fmla="*/ 9 h 64"/>
                  <a:gd name="T14" fmla="*/ 6 w 71"/>
                  <a:gd name="T15" fmla="*/ 8 h 64"/>
                  <a:gd name="T16" fmla="*/ 18 w 71"/>
                  <a:gd name="T17" fmla="*/ 0 h 64"/>
                  <a:gd name="T18" fmla="*/ 22 w 71"/>
                  <a:gd name="T19" fmla="*/ 1 h 64"/>
                  <a:gd name="T20" fmla="*/ 67 w 71"/>
                  <a:gd name="T21" fmla="*/ 27 h 64"/>
                  <a:gd name="T22" fmla="*/ 35 w 71"/>
                  <a:gd name="T23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" h="64">
                    <a:moveTo>
                      <a:pt x="35" y="64"/>
                    </a:moveTo>
                    <a:cubicBezTo>
                      <a:pt x="25" y="60"/>
                      <a:pt x="17" y="59"/>
                      <a:pt x="11" y="55"/>
                    </a:cubicBezTo>
                    <a:cubicBezTo>
                      <a:pt x="8" y="53"/>
                      <a:pt x="6" y="50"/>
                      <a:pt x="4" y="46"/>
                    </a:cubicBezTo>
                    <a:cubicBezTo>
                      <a:pt x="3" y="45"/>
                      <a:pt x="3" y="44"/>
                      <a:pt x="2" y="43"/>
                    </a:cubicBezTo>
                    <a:cubicBezTo>
                      <a:pt x="2" y="42"/>
                      <a:pt x="2" y="41"/>
                      <a:pt x="1" y="40"/>
                    </a:cubicBezTo>
                    <a:cubicBezTo>
                      <a:pt x="0" y="32"/>
                      <a:pt x="1" y="24"/>
                      <a:pt x="3" y="16"/>
                    </a:cubicBezTo>
                    <a:cubicBezTo>
                      <a:pt x="4" y="14"/>
                      <a:pt x="5" y="12"/>
                      <a:pt x="6" y="9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8" y="4"/>
                      <a:pt x="13" y="1"/>
                      <a:pt x="18" y="0"/>
                    </a:cubicBezTo>
                    <a:cubicBezTo>
                      <a:pt x="19" y="0"/>
                      <a:pt x="20" y="1"/>
                      <a:pt x="22" y="1"/>
                    </a:cubicBezTo>
                    <a:cubicBezTo>
                      <a:pt x="30" y="4"/>
                      <a:pt x="59" y="21"/>
                      <a:pt x="67" y="27"/>
                    </a:cubicBezTo>
                    <a:cubicBezTo>
                      <a:pt x="67" y="27"/>
                      <a:pt x="71" y="63"/>
                      <a:pt x="35" y="64"/>
                    </a:cubicBezTo>
                  </a:path>
                </a:pathLst>
              </a:custGeom>
              <a:solidFill>
                <a:srgbClr val="FFC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28" name="Freeform 370">
                <a:extLst>
                  <a:ext uri="{FF2B5EF4-FFF2-40B4-BE49-F238E27FC236}">
                    <a16:creationId xmlns:a16="http://schemas.microsoft.com/office/drawing/2014/main" id="{EC9AB768-2913-4178-8F83-0E5E7CBED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0" y="1920"/>
                <a:ext cx="513" cy="468"/>
              </a:xfrm>
              <a:custGeom>
                <a:avLst/>
                <a:gdLst>
                  <a:gd name="T0" fmla="*/ 35 w 71"/>
                  <a:gd name="T1" fmla="*/ 65 h 65"/>
                  <a:gd name="T2" fmla="*/ 10 w 71"/>
                  <a:gd name="T3" fmla="*/ 58 h 65"/>
                  <a:gd name="T4" fmla="*/ 11 w 71"/>
                  <a:gd name="T5" fmla="*/ 55 h 65"/>
                  <a:gd name="T6" fmla="*/ 4 w 71"/>
                  <a:gd name="T7" fmla="*/ 46 h 65"/>
                  <a:gd name="T8" fmla="*/ 2 w 71"/>
                  <a:gd name="T9" fmla="*/ 43 h 65"/>
                  <a:gd name="T10" fmla="*/ 1 w 71"/>
                  <a:gd name="T11" fmla="*/ 40 h 65"/>
                  <a:gd name="T12" fmla="*/ 3 w 71"/>
                  <a:gd name="T13" fmla="*/ 16 h 65"/>
                  <a:gd name="T14" fmla="*/ 6 w 71"/>
                  <a:gd name="T15" fmla="*/ 9 h 65"/>
                  <a:gd name="T16" fmla="*/ 6 w 71"/>
                  <a:gd name="T17" fmla="*/ 8 h 65"/>
                  <a:gd name="T18" fmla="*/ 18 w 71"/>
                  <a:gd name="T19" fmla="*/ 0 h 65"/>
                  <a:gd name="T20" fmla="*/ 22 w 71"/>
                  <a:gd name="T21" fmla="*/ 1 h 65"/>
                  <a:gd name="T22" fmla="*/ 67 w 71"/>
                  <a:gd name="T23" fmla="*/ 27 h 65"/>
                  <a:gd name="T24" fmla="*/ 35 w 71"/>
                  <a:gd name="T2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5">
                    <a:moveTo>
                      <a:pt x="35" y="65"/>
                    </a:moveTo>
                    <a:cubicBezTo>
                      <a:pt x="20" y="64"/>
                      <a:pt x="16" y="63"/>
                      <a:pt x="10" y="58"/>
                    </a:cubicBezTo>
                    <a:cubicBezTo>
                      <a:pt x="11" y="55"/>
                      <a:pt x="11" y="55"/>
                      <a:pt x="11" y="55"/>
                    </a:cubicBezTo>
                    <a:cubicBezTo>
                      <a:pt x="8" y="53"/>
                      <a:pt x="6" y="50"/>
                      <a:pt x="4" y="46"/>
                    </a:cubicBezTo>
                    <a:cubicBezTo>
                      <a:pt x="3" y="45"/>
                      <a:pt x="3" y="44"/>
                      <a:pt x="2" y="43"/>
                    </a:cubicBezTo>
                    <a:cubicBezTo>
                      <a:pt x="2" y="42"/>
                      <a:pt x="2" y="41"/>
                      <a:pt x="1" y="40"/>
                    </a:cubicBezTo>
                    <a:cubicBezTo>
                      <a:pt x="0" y="32"/>
                      <a:pt x="1" y="24"/>
                      <a:pt x="3" y="16"/>
                    </a:cubicBezTo>
                    <a:cubicBezTo>
                      <a:pt x="4" y="14"/>
                      <a:pt x="5" y="12"/>
                      <a:pt x="6" y="9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8" y="4"/>
                      <a:pt x="13" y="1"/>
                      <a:pt x="18" y="0"/>
                    </a:cubicBezTo>
                    <a:cubicBezTo>
                      <a:pt x="19" y="0"/>
                      <a:pt x="20" y="1"/>
                      <a:pt x="22" y="1"/>
                    </a:cubicBezTo>
                    <a:cubicBezTo>
                      <a:pt x="30" y="4"/>
                      <a:pt x="59" y="21"/>
                      <a:pt x="67" y="27"/>
                    </a:cubicBezTo>
                    <a:cubicBezTo>
                      <a:pt x="67" y="27"/>
                      <a:pt x="71" y="63"/>
                      <a:pt x="35" y="65"/>
                    </a:cubicBezTo>
                  </a:path>
                </a:pathLst>
              </a:custGeom>
              <a:solidFill>
                <a:srgbClr val="FFC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29" name="Freeform 371">
                <a:extLst>
                  <a:ext uri="{FF2B5EF4-FFF2-40B4-BE49-F238E27FC236}">
                    <a16:creationId xmlns:a16="http://schemas.microsoft.com/office/drawing/2014/main" id="{2539E43E-B466-40A8-BF8B-6A75C244F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46" y="1884"/>
                <a:ext cx="152" cy="129"/>
              </a:xfrm>
              <a:custGeom>
                <a:avLst/>
                <a:gdLst>
                  <a:gd name="T0" fmla="*/ 21 w 21"/>
                  <a:gd name="T1" fmla="*/ 10 h 18"/>
                  <a:gd name="T2" fmla="*/ 20 w 21"/>
                  <a:gd name="T3" fmla="*/ 17 h 18"/>
                  <a:gd name="T4" fmla="*/ 7 w 21"/>
                  <a:gd name="T5" fmla="*/ 17 h 18"/>
                  <a:gd name="T6" fmla="*/ 0 w 21"/>
                  <a:gd name="T7" fmla="*/ 15 h 18"/>
                  <a:gd name="T8" fmla="*/ 3 w 21"/>
                  <a:gd name="T9" fmla="*/ 12 h 18"/>
                  <a:gd name="T10" fmla="*/ 20 w 21"/>
                  <a:gd name="T11" fmla="*/ 0 h 18"/>
                  <a:gd name="T12" fmla="*/ 21 w 21"/>
                  <a:gd name="T13" fmla="*/ 1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18">
                    <a:moveTo>
                      <a:pt x="21" y="10"/>
                    </a:moveTo>
                    <a:cubicBezTo>
                      <a:pt x="21" y="12"/>
                      <a:pt x="20" y="15"/>
                      <a:pt x="20" y="17"/>
                    </a:cubicBezTo>
                    <a:cubicBezTo>
                      <a:pt x="20" y="16"/>
                      <a:pt x="11" y="14"/>
                      <a:pt x="7" y="17"/>
                    </a:cubicBezTo>
                    <a:cubicBezTo>
                      <a:pt x="5" y="18"/>
                      <a:pt x="1" y="17"/>
                      <a:pt x="0" y="15"/>
                    </a:cubicBezTo>
                    <a:cubicBezTo>
                      <a:pt x="1" y="14"/>
                      <a:pt x="2" y="13"/>
                      <a:pt x="3" y="12"/>
                    </a:cubicBezTo>
                    <a:cubicBezTo>
                      <a:pt x="10" y="8"/>
                      <a:pt x="20" y="0"/>
                      <a:pt x="20" y="0"/>
                    </a:cubicBezTo>
                    <a:cubicBezTo>
                      <a:pt x="20" y="3"/>
                      <a:pt x="21" y="6"/>
                      <a:pt x="21" y="10"/>
                    </a:cubicBezTo>
                    <a:close/>
                  </a:path>
                </a:pathLst>
              </a:custGeom>
              <a:solidFill>
                <a:srgbClr val="F964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30" name="Freeform 372">
                <a:extLst>
                  <a:ext uri="{FF2B5EF4-FFF2-40B4-BE49-F238E27FC236}">
                    <a16:creationId xmlns:a16="http://schemas.microsoft.com/office/drawing/2014/main" id="{D0113891-4C96-40AD-AD01-84BDA9F37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7" y="2374"/>
                <a:ext cx="195" cy="137"/>
              </a:xfrm>
              <a:custGeom>
                <a:avLst/>
                <a:gdLst>
                  <a:gd name="T0" fmla="*/ 8 w 27"/>
                  <a:gd name="T1" fmla="*/ 0 h 19"/>
                  <a:gd name="T2" fmla="*/ 0 w 27"/>
                  <a:gd name="T3" fmla="*/ 6 h 19"/>
                  <a:gd name="T4" fmla="*/ 3 w 27"/>
                  <a:gd name="T5" fmla="*/ 18 h 19"/>
                  <a:gd name="T6" fmla="*/ 9 w 27"/>
                  <a:gd name="T7" fmla="*/ 19 h 19"/>
                  <a:gd name="T8" fmla="*/ 16 w 27"/>
                  <a:gd name="T9" fmla="*/ 17 h 19"/>
                  <a:gd name="T10" fmla="*/ 26 w 27"/>
                  <a:gd name="T11" fmla="*/ 8 h 19"/>
                  <a:gd name="T12" fmla="*/ 9 w 27"/>
                  <a:gd name="T13" fmla="*/ 0 h 19"/>
                  <a:gd name="T14" fmla="*/ 8 w 27"/>
                  <a:gd name="T1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19">
                    <a:moveTo>
                      <a:pt x="8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6" y="19"/>
                      <a:pt x="9" y="19"/>
                    </a:cubicBezTo>
                    <a:cubicBezTo>
                      <a:pt x="12" y="19"/>
                      <a:pt x="15" y="19"/>
                      <a:pt x="16" y="17"/>
                    </a:cubicBezTo>
                    <a:cubicBezTo>
                      <a:pt x="20" y="15"/>
                      <a:pt x="27" y="10"/>
                      <a:pt x="26" y="8"/>
                    </a:cubicBezTo>
                    <a:cubicBezTo>
                      <a:pt x="20" y="6"/>
                      <a:pt x="15" y="3"/>
                      <a:pt x="9" y="0"/>
                    </a:cubicBezTo>
                    <a:cubicBezTo>
                      <a:pt x="9" y="0"/>
                      <a:pt x="9" y="0"/>
                      <a:pt x="8" y="0"/>
                    </a:cubicBezTo>
                  </a:path>
                </a:pathLst>
              </a:custGeom>
              <a:solidFill>
                <a:srgbClr val="F0B2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31" name="Freeform 373">
                <a:extLst>
                  <a:ext uri="{FF2B5EF4-FFF2-40B4-BE49-F238E27FC236}">
                    <a16:creationId xmlns:a16="http://schemas.microsoft.com/office/drawing/2014/main" id="{D15AF7BD-0CA5-427D-A98A-5DC358325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2" y="2374"/>
                <a:ext cx="123" cy="57"/>
              </a:xfrm>
              <a:custGeom>
                <a:avLst/>
                <a:gdLst>
                  <a:gd name="T0" fmla="*/ 0 w 17"/>
                  <a:gd name="T1" fmla="*/ 0 h 8"/>
                  <a:gd name="T2" fmla="*/ 17 w 17"/>
                  <a:gd name="T3" fmla="*/ 8 h 8"/>
                  <a:gd name="T4" fmla="*/ 17 w 17"/>
                  <a:gd name="T5" fmla="*/ 8 h 8"/>
                  <a:gd name="T6" fmla="*/ 14 w 17"/>
                  <a:gd name="T7" fmla="*/ 2 h 8"/>
                  <a:gd name="T8" fmla="*/ 0 w 17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8">
                    <a:moveTo>
                      <a:pt x="0" y="0"/>
                    </a:moveTo>
                    <a:cubicBezTo>
                      <a:pt x="6" y="3"/>
                      <a:pt x="11" y="6"/>
                      <a:pt x="1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6" y="6"/>
                      <a:pt x="14" y="4"/>
                      <a:pt x="14" y="2"/>
                    </a:cubicBezTo>
                    <a:cubicBezTo>
                      <a:pt x="8" y="1"/>
                      <a:pt x="3" y="1"/>
                      <a:pt x="0" y="0"/>
                    </a:cubicBezTo>
                  </a:path>
                </a:pathLst>
              </a:custGeom>
              <a:solidFill>
                <a:srgbClr val="F0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32" name="Freeform 374">
                <a:extLst>
                  <a:ext uri="{FF2B5EF4-FFF2-40B4-BE49-F238E27FC236}">
                    <a16:creationId xmlns:a16="http://schemas.microsoft.com/office/drawing/2014/main" id="{8C2ACF0F-1731-4939-ACD0-732BF72D4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5" y="2316"/>
                <a:ext cx="108" cy="72"/>
              </a:xfrm>
              <a:custGeom>
                <a:avLst/>
                <a:gdLst>
                  <a:gd name="T0" fmla="*/ 11 w 15"/>
                  <a:gd name="T1" fmla="*/ 0 h 10"/>
                  <a:gd name="T2" fmla="*/ 0 w 15"/>
                  <a:gd name="T3" fmla="*/ 8 h 10"/>
                  <a:gd name="T4" fmla="*/ 1 w 15"/>
                  <a:gd name="T5" fmla="*/ 8 h 10"/>
                  <a:gd name="T6" fmla="*/ 15 w 15"/>
                  <a:gd name="T7" fmla="*/ 10 h 10"/>
                  <a:gd name="T8" fmla="*/ 11 w 15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0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4" y="9"/>
                      <a:pt x="9" y="9"/>
                      <a:pt x="15" y="10"/>
                    </a:cubicBezTo>
                    <a:cubicBezTo>
                      <a:pt x="12" y="4"/>
                      <a:pt x="11" y="0"/>
                      <a:pt x="11" y="0"/>
                    </a:cubicBezTo>
                  </a:path>
                </a:pathLst>
              </a:custGeom>
              <a:solidFill>
                <a:srgbClr val="F0B2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33" name="Freeform 375">
                <a:extLst>
                  <a:ext uri="{FF2B5EF4-FFF2-40B4-BE49-F238E27FC236}">
                    <a16:creationId xmlns:a16="http://schemas.microsoft.com/office/drawing/2014/main" id="{E42B3B9E-CCF2-4D2B-9CE5-59C108DE62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6" y="2208"/>
                <a:ext cx="245" cy="295"/>
              </a:xfrm>
              <a:custGeom>
                <a:avLst/>
                <a:gdLst>
                  <a:gd name="T0" fmla="*/ 33 w 34"/>
                  <a:gd name="T1" fmla="*/ 28 h 41"/>
                  <a:gd name="T2" fmla="*/ 20 w 34"/>
                  <a:gd name="T3" fmla="*/ 41 h 41"/>
                  <a:gd name="T4" fmla="*/ 15 w 34"/>
                  <a:gd name="T5" fmla="*/ 40 h 41"/>
                  <a:gd name="T6" fmla="*/ 10 w 34"/>
                  <a:gd name="T7" fmla="*/ 32 h 41"/>
                  <a:gd name="T8" fmla="*/ 9 w 34"/>
                  <a:gd name="T9" fmla="*/ 30 h 41"/>
                  <a:gd name="T10" fmla="*/ 1 w 34"/>
                  <a:gd name="T11" fmla="*/ 10 h 41"/>
                  <a:gd name="T12" fmla="*/ 0 w 34"/>
                  <a:gd name="T13" fmla="*/ 7 h 41"/>
                  <a:gd name="T14" fmla="*/ 16 w 34"/>
                  <a:gd name="T15" fmla="*/ 0 h 41"/>
                  <a:gd name="T16" fmla="*/ 19 w 34"/>
                  <a:gd name="T17" fmla="*/ 1 h 41"/>
                  <a:gd name="T18" fmla="*/ 31 w 34"/>
                  <a:gd name="T19" fmla="*/ 11 h 41"/>
                  <a:gd name="T20" fmla="*/ 32 w 34"/>
                  <a:gd name="T21" fmla="*/ 15 h 41"/>
                  <a:gd name="T22" fmla="*/ 33 w 34"/>
                  <a:gd name="T23" fmla="*/ 2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" h="41">
                    <a:moveTo>
                      <a:pt x="33" y="28"/>
                    </a:moveTo>
                    <a:cubicBezTo>
                      <a:pt x="33" y="29"/>
                      <a:pt x="28" y="36"/>
                      <a:pt x="20" y="41"/>
                    </a:cubicBezTo>
                    <a:cubicBezTo>
                      <a:pt x="18" y="41"/>
                      <a:pt x="17" y="41"/>
                      <a:pt x="15" y="40"/>
                    </a:cubicBezTo>
                    <a:cubicBezTo>
                      <a:pt x="14" y="38"/>
                      <a:pt x="12" y="36"/>
                      <a:pt x="10" y="32"/>
                    </a:cubicBezTo>
                    <a:cubicBezTo>
                      <a:pt x="10" y="32"/>
                      <a:pt x="9" y="31"/>
                      <a:pt x="9" y="30"/>
                    </a:cubicBezTo>
                    <a:cubicBezTo>
                      <a:pt x="5" y="23"/>
                      <a:pt x="3" y="15"/>
                      <a:pt x="1" y="10"/>
                    </a:cubicBezTo>
                    <a:cubicBezTo>
                      <a:pt x="1" y="8"/>
                      <a:pt x="0" y="7"/>
                      <a:pt x="0" y="7"/>
                    </a:cubicBezTo>
                    <a:cubicBezTo>
                      <a:pt x="0" y="7"/>
                      <a:pt x="8" y="0"/>
                      <a:pt x="16" y="0"/>
                    </a:cubicBezTo>
                    <a:cubicBezTo>
                      <a:pt x="17" y="0"/>
                      <a:pt x="18" y="0"/>
                      <a:pt x="19" y="1"/>
                    </a:cubicBezTo>
                    <a:cubicBezTo>
                      <a:pt x="23" y="2"/>
                      <a:pt x="28" y="5"/>
                      <a:pt x="31" y="11"/>
                    </a:cubicBezTo>
                    <a:cubicBezTo>
                      <a:pt x="31" y="12"/>
                      <a:pt x="32" y="13"/>
                      <a:pt x="32" y="15"/>
                    </a:cubicBezTo>
                    <a:cubicBezTo>
                      <a:pt x="33" y="18"/>
                      <a:pt x="34" y="23"/>
                      <a:pt x="33" y="28"/>
                    </a:cubicBezTo>
                    <a:close/>
                  </a:path>
                </a:pathLst>
              </a:custGeom>
              <a:solidFill>
                <a:srgbClr val="FFC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34" name="Freeform 376">
                <a:extLst>
                  <a:ext uri="{FF2B5EF4-FFF2-40B4-BE49-F238E27FC236}">
                    <a16:creationId xmlns:a16="http://schemas.microsoft.com/office/drawing/2014/main" id="{C70E5704-966C-48DB-B184-C0E7AFF04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6" y="2208"/>
                <a:ext cx="115" cy="72"/>
              </a:xfrm>
              <a:custGeom>
                <a:avLst/>
                <a:gdLst>
                  <a:gd name="T0" fmla="*/ 16 w 16"/>
                  <a:gd name="T1" fmla="*/ 0 h 10"/>
                  <a:gd name="T2" fmla="*/ 4 w 16"/>
                  <a:gd name="T3" fmla="*/ 9 h 10"/>
                  <a:gd name="T4" fmla="*/ 1 w 16"/>
                  <a:gd name="T5" fmla="*/ 10 h 10"/>
                  <a:gd name="T6" fmla="*/ 0 w 16"/>
                  <a:gd name="T7" fmla="*/ 7 h 10"/>
                  <a:gd name="T8" fmla="*/ 16 w 16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0">
                    <a:moveTo>
                      <a:pt x="16" y="0"/>
                    </a:moveTo>
                    <a:cubicBezTo>
                      <a:pt x="13" y="2"/>
                      <a:pt x="6" y="7"/>
                      <a:pt x="4" y="9"/>
                    </a:cubicBezTo>
                    <a:cubicBezTo>
                      <a:pt x="4" y="9"/>
                      <a:pt x="3" y="10"/>
                      <a:pt x="1" y="10"/>
                    </a:cubicBezTo>
                    <a:cubicBezTo>
                      <a:pt x="1" y="8"/>
                      <a:pt x="0" y="7"/>
                      <a:pt x="0" y="7"/>
                    </a:cubicBezTo>
                    <a:cubicBezTo>
                      <a:pt x="0" y="7"/>
                      <a:pt x="8" y="0"/>
                      <a:pt x="16" y="0"/>
                    </a:cubicBezTo>
                    <a:close/>
                  </a:path>
                </a:pathLst>
              </a:custGeom>
              <a:solidFill>
                <a:srgbClr val="FFEE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35" name="Freeform 377">
                <a:extLst>
                  <a:ext uri="{FF2B5EF4-FFF2-40B4-BE49-F238E27FC236}">
                    <a16:creationId xmlns:a16="http://schemas.microsoft.com/office/drawing/2014/main" id="{AE9B1CCA-6B3A-4C29-9CA0-F322F32B6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1" y="2287"/>
                <a:ext cx="180" cy="216"/>
              </a:xfrm>
              <a:custGeom>
                <a:avLst/>
                <a:gdLst>
                  <a:gd name="T0" fmla="*/ 24 w 25"/>
                  <a:gd name="T1" fmla="*/ 17 h 30"/>
                  <a:gd name="T2" fmla="*/ 11 w 25"/>
                  <a:gd name="T3" fmla="*/ 30 h 30"/>
                  <a:gd name="T4" fmla="*/ 6 w 25"/>
                  <a:gd name="T5" fmla="*/ 29 h 30"/>
                  <a:gd name="T6" fmla="*/ 1 w 25"/>
                  <a:gd name="T7" fmla="*/ 21 h 30"/>
                  <a:gd name="T8" fmla="*/ 0 w 25"/>
                  <a:gd name="T9" fmla="*/ 19 h 30"/>
                  <a:gd name="T10" fmla="*/ 4 w 25"/>
                  <a:gd name="T11" fmla="*/ 16 h 30"/>
                  <a:gd name="T12" fmla="*/ 22 w 25"/>
                  <a:gd name="T13" fmla="*/ 0 h 30"/>
                  <a:gd name="T14" fmla="*/ 23 w 25"/>
                  <a:gd name="T15" fmla="*/ 4 h 30"/>
                  <a:gd name="T16" fmla="*/ 24 w 25"/>
                  <a:gd name="T17" fmla="*/ 17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30">
                    <a:moveTo>
                      <a:pt x="24" y="17"/>
                    </a:moveTo>
                    <a:cubicBezTo>
                      <a:pt x="24" y="18"/>
                      <a:pt x="19" y="25"/>
                      <a:pt x="11" y="30"/>
                    </a:cubicBezTo>
                    <a:cubicBezTo>
                      <a:pt x="9" y="30"/>
                      <a:pt x="8" y="30"/>
                      <a:pt x="6" y="29"/>
                    </a:cubicBezTo>
                    <a:cubicBezTo>
                      <a:pt x="5" y="27"/>
                      <a:pt x="3" y="25"/>
                      <a:pt x="1" y="21"/>
                    </a:cubicBezTo>
                    <a:cubicBezTo>
                      <a:pt x="1" y="21"/>
                      <a:pt x="0" y="20"/>
                      <a:pt x="0" y="19"/>
                    </a:cubicBezTo>
                    <a:cubicBezTo>
                      <a:pt x="1" y="17"/>
                      <a:pt x="3" y="17"/>
                      <a:pt x="4" y="16"/>
                    </a:cubicBezTo>
                    <a:cubicBezTo>
                      <a:pt x="15" y="12"/>
                      <a:pt x="20" y="4"/>
                      <a:pt x="22" y="0"/>
                    </a:cubicBezTo>
                    <a:cubicBezTo>
                      <a:pt x="22" y="1"/>
                      <a:pt x="23" y="2"/>
                      <a:pt x="23" y="4"/>
                    </a:cubicBezTo>
                    <a:cubicBezTo>
                      <a:pt x="24" y="7"/>
                      <a:pt x="25" y="12"/>
                      <a:pt x="24" y="17"/>
                    </a:cubicBezTo>
                    <a:close/>
                  </a:path>
                </a:pathLst>
              </a:custGeom>
              <a:solidFill>
                <a:srgbClr val="FFB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36" name="Freeform 378">
                <a:extLst>
                  <a:ext uri="{FF2B5EF4-FFF2-40B4-BE49-F238E27FC236}">
                    <a16:creationId xmlns:a16="http://schemas.microsoft.com/office/drawing/2014/main" id="{8C9BC6A3-7C38-47B4-8E63-C9855A2F10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7" y="2251"/>
                <a:ext cx="209" cy="260"/>
              </a:xfrm>
              <a:custGeom>
                <a:avLst/>
                <a:gdLst>
                  <a:gd name="T0" fmla="*/ 20 w 29"/>
                  <a:gd name="T1" fmla="*/ 36 h 36"/>
                  <a:gd name="T2" fmla="*/ 14 w 29"/>
                  <a:gd name="T3" fmla="*/ 34 h 36"/>
                  <a:gd name="T4" fmla="*/ 0 w 29"/>
                  <a:gd name="T5" fmla="*/ 10 h 36"/>
                  <a:gd name="T6" fmla="*/ 8 w 29"/>
                  <a:gd name="T7" fmla="*/ 0 h 36"/>
                  <a:gd name="T8" fmla="*/ 9 w 29"/>
                  <a:gd name="T9" fmla="*/ 0 h 36"/>
                  <a:gd name="T10" fmla="*/ 15 w 29"/>
                  <a:gd name="T11" fmla="*/ 2 h 36"/>
                  <a:gd name="T12" fmla="*/ 29 w 29"/>
                  <a:gd name="T13" fmla="*/ 25 h 36"/>
                  <a:gd name="T14" fmla="*/ 26 w 29"/>
                  <a:gd name="T15" fmla="*/ 33 h 36"/>
                  <a:gd name="T16" fmla="*/ 20 w 29"/>
                  <a:gd name="T17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36">
                    <a:moveTo>
                      <a:pt x="20" y="36"/>
                    </a:moveTo>
                    <a:cubicBezTo>
                      <a:pt x="18" y="36"/>
                      <a:pt x="16" y="35"/>
                      <a:pt x="14" y="34"/>
                    </a:cubicBezTo>
                    <a:cubicBezTo>
                      <a:pt x="6" y="29"/>
                      <a:pt x="0" y="19"/>
                      <a:pt x="0" y="10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1" y="0"/>
                      <a:pt x="13" y="1"/>
                      <a:pt x="15" y="2"/>
                    </a:cubicBezTo>
                    <a:cubicBezTo>
                      <a:pt x="23" y="6"/>
                      <a:pt x="29" y="16"/>
                      <a:pt x="29" y="25"/>
                    </a:cubicBezTo>
                    <a:cubicBezTo>
                      <a:pt x="29" y="28"/>
                      <a:pt x="28" y="31"/>
                      <a:pt x="26" y="33"/>
                    </a:cubicBezTo>
                    <a:cubicBezTo>
                      <a:pt x="25" y="35"/>
                      <a:pt x="23" y="36"/>
                      <a:pt x="20" y="36"/>
                    </a:cubicBezTo>
                    <a:close/>
                  </a:path>
                </a:pathLst>
              </a:custGeom>
              <a:solidFill>
                <a:srgbClr val="E6F8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37" name="Freeform 379">
                <a:extLst>
                  <a:ext uri="{FF2B5EF4-FFF2-40B4-BE49-F238E27FC236}">
                    <a16:creationId xmlns:a16="http://schemas.microsoft.com/office/drawing/2014/main" id="{DE7DC67F-3F70-44E8-A00A-846706295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8" y="2273"/>
                <a:ext cx="167" cy="216"/>
              </a:xfrm>
              <a:custGeom>
                <a:avLst/>
                <a:gdLst>
                  <a:gd name="T0" fmla="*/ 0 w 23"/>
                  <a:gd name="T1" fmla="*/ 7 h 30"/>
                  <a:gd name="T2" fmla="*/ 12 w 23"/>
                  <a:gd name="T3" fmla="*/ 28 h 30"/>
                  <a:gd name="T4" fmla="*/ 17 w 23"/>
                  <a:gd name="T5" fmla="*/ 30 h 30"/>
                  <a:gd name="T6" fmla="*/ 21 w 23"/>
                  <a:gd name="T7" fmla="*/ 28 h 30"/>
                  <a:gd name="T8" fmla="*/ 23 w 23"/>
                  <a:gd name="T9" fmla="*/ 22 h 30"/>
                  <a:gd name="T10" fmla="*/ 11 w 23"/>
                  <a:gd name="T11" fmla="*/ 1 h 30"/>
                  <a:gd name="T12" fmla="*/ 6 w 23"/>
                  <a:gd name="T13" fmla="*/ 0 h 30"/>
                  <a:gd name="T14" fmla="*/ 5 w 23"/>
                  <a:gd name="T15" fmla="*/ 0 h 30"/>
                  <a:gd name="T16" fmla="*/ 0 w 23"/>
                  <a:gd name="T17" fmla="*/ 7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" h="30">
                    <a:moveTo>
                      <a:pt x="0" y="7"/>
                    </a:moveTo>
                    <a:cubicBezTo>
                      <a:pt x="0" y="15"/>
                      <a:pt x="6" y="24"/>
                      <a:pt x="12" y="28"/>
                    </a:cubicBezTo>
                    <a:cubicBezTo>
                      <a:pt x="14" y="29"/>
                      <a:pt x="16" y="30"/>
                      <a:pt x="17" y="30"/>
                    </a:cubicBezTo>
                    <a:cubicBezTo>
                      <a:pt x="19" y="30"/>
                      <a:pt x="20" y="29"/>
                      <a:pt x="21" y="28"/>
                    </a:cubicBezTo>
                    <a:cubicBezTo>
                      <a:pt x="22" y="27"/>
                      <a:pt x="23" y="25"/>
                      <a:pt x="23" y="22"/>
                    </a:cubicBezTo>
                    <a:cubicBezTo>
                      <a:pt x="23" y="15"/>
                      <a:pt x="17" y="5"/>
                      <a:pt x="11" y="1"/>
                    </a:cubicBezTo>
                    <a:cubicBezTo>
                      <a:pt x="9" y="0"/>
                      <a:pt x="7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7"/>
                    </a:cubicBez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pic>
            <p:nvPicPr>
              <p:cNvPr id="9596" name="Picture 380">
                <a:extLst>
                  <a:ext uri="{FF2B5EF4-FFF2-40B4-BE49-F238E27FC236}">
                    <a16:creationId xmlns:a16="http://schemas.microsoft.com/office/drawing/2014/main" id="{1095FBB9-343C-4B6C-A761-DB55403A8A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3" y="2266"/>
                <a:ext cx="152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838" name="Freeform 381">
                <a:extLst>
                  <a:ext uri="{FF2B5EF4-FFF2-40B4-BE49-F238E27FC236}">
                    <a16:creationId xmlns:a16="http://schemas.microsoft.com/office/drawing/2014/main" id="{14D07DE0-ED5A-4E03-9A7B-1055E12BA4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61" y="3361"/>
                <a:ext cx="636" cy="750"/>
              </a:xfrm>
              <a:custGeom>
                <a:avLst/>
                <a:gdLst>
                  <a:gd name="T0" fmla="*/ 86 w 88"/>
                  <a:gd name="T1" fmla="*/ 33 h 104"/>
                  <a:gd name="T2" fmla="*/ 79 w 88"/>
                  <a:gd name="T3" fmla="*/ 29 h 104"/>
                  <a:gd name="T4" fmla="*/ 78 w 88"/>
                  <a:gd name="T5" fmla="*/ 21 h 104"/>
                  <a:gd name="T6" fmla="*/ 81 w 88"/>
                  <a:gd name="T7" fmla="*/ 15 h 104"/>
                  <a:gd name="T8" fmla="*/ 64 w 88"/>
                  <a:gd name="T9" fmla="*/ 4 h 104"/>
                  <a:gd name="T10" fmla="*/ 37 w 88"/>
                  <a:gd name="T11" fmla="*/ 6 h 104"/>
                  <a:gd name="T12" fmla="*/ 0 w 88"/>
                  <a:gd name="T13" fmla="*/ 70 h 104"/>
                  <a:gd name="T14" fmla="*/ 11 w 88"/>
                  <a:gd name="T15" fmla="*/ 93 h 104"/>
                  <a:gd name="T16" fmla="*/ 28 w 88"/>
                  <a:gd name="T17" fmla="*/ 104 h 104"/>
                  <a:gd name="T18" fmla="*/ 32 w 88"/>
                  <a:gd name="T19" fmla="*/ 98 h 104"/>
                  <a:gd name="T20" fmla="*/ 32 w 88"/>
                  <a:gd name="T21" fmla="*/ 99 h 104"/>
                  <a:gd name="T22" fmla="*/ 32 w 88"/>
                  <a:gd name="T23" fmla="*/ 98 h 104"/>
                  <a:gd name="T24" fmla="*/ 42 w 88"/>
                  <a:gd name="T25" fmla="*/ 94 h 104"/>
                  <a:gd name="T26" fmla="*/ 50 w 88"/>
                  <a:gd name="T27" fmla="*/ 89 h 104"/>
                  <a:gd name="T28" fmla="*/ 49 w 88"/>
                  <a:gd name="T29" fmla="*/ 90 h 104"/>
                  <a:gd name="T30" fmla="*/ 55 w 88"/>
                  <a:gd name="T31" fmla="*/ 92 h 104"/>
                  <a:gd name="T32" fmla="*/ 65 w 88"/>
                  <a:gd name="T33" fmla="*/ 86 h 104"/>
                  <a:gd name="T34" fmla="*/ 76 w 88"/>
                  <a:gd name="T35" fmla="*/ 72 h 104"/>
                  <a:gd name="T36" fmla="*/ 82 w 88"/>
                  <a:gd name="T37" fmla="*/ 59 h 104"/>
                  <a:gd name="T38" fmla="*/ 88 w 88"/>
                  <a:gd name="T39" fmla="*/ 44 h 104"/>
                  <a:gd name="T40" fmla="*/ 86 w 88"/>
                  <a:gd name="T41" fmla="*/ 33 h 104"/>
                  <a:gd name="T42" fmla="*/ 55 w 88"/>
                  <a:gd name="T43" fmla="*/ 83 h 104"/>
                  <a:gd name="T44" fmla="*/ 35 w 88"/>
                  <a:gd name="T45" fmla="*/ 77 h 104"/>
                  <a:gd name="T46" fmla="*/ 27 w 88"/>
                  <a:gd name="T47" fmla="*/ 75 h 104"/>
                  <a:gd name="T48" fmla="*/ 25 w 88"/>
                  <a:gd name="T49" fmla="*/ 64 h 104"/>
                  <a:gd name="T50" fmla="*/ 34 w 88"/>
                  <a:gd name="T51" fmla="*/ 42 h 104"/>
                  <a:gd name="T52" fmla="*/ 50 w 88"/>
                  <a:gd name="T53" fmla="*/ 26 h 104"/>
                  <a:gd name="T54" fmla="*/ 55 w 88"/>
                  <a:gd name="T55" fmla="*/ 26 h 104"/>
                  <a:gd name="T56" fmla="*/ 62 w 88"/>
                  <a:gd name="T57" fmla="*/ 34 h 104"/>
                  <a:gd name="T58" fmla="*/ 75 w 88"/>
                  <a:gd name="T59" fmla="*/ 48 h 104"/>
                  <a:gd name="T60" fmla="*/ 55 w 88"/>
                  <a:gd name="T61" fmla="*/ 8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8" h="104">
                    <a:moveTo>
                      <a:pt x="86" y="33"/>
                    </a:moveTo>
                    <a:cubicBezTo>
                      <a:pt x="79" y="29"/>
                      <a:pt x="79" y="29"/>
                      <a:pt x="79" y="29"/>
                    </a:cubicBezTo>
                    <a:cubicBezTo>
                      <a:pt x="79" y="26"/>
                      <a:pt x="79" y="23"/>
                      <a:pt x="78" y="21"/>
                    </a:cubicBezTo>
                    <a:cubicBezTo>
                      <a:pt x="81" y="15"/>
                      <a:pt x="81" y="15"/>
                      <a:pt x="81" y="15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57" y="0"/>
                      <a:pt x="48" y="1"/>
                      <a:pt x="37" y="6"/>
                    </a:cubicBezTo>
                    <a:cubicBezTo>
                      <a:pt x="17" y="18"/>
                      <a:pt x="1" y="46"/>
                      <a:pt x="0" y="70"/>
                    </a:cubicBezTo>
                    <a:cubicBezTo>
                      <a:pt x="0" y="81"/>
                      <a:pt x="4" y="89"/>
                      <a:pt x="11" y="93"/>
                    </a:cubicBezTo>
                    <a:cubicBezTo>
                      <a:pt x="28" y="104"/>
                      <a:pt x="28" y="104"/>
                      <a:pt x="28" y="104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2" y="98"/>
                      <a:pt x="32" y="99"/>
                      <a:pt x="32" y="99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5" y="97"/>
                      <a:pt x="39" y="96"/>
                      <a:pt x="42" y="94"/>
                    </a:cubicBezTo>
                    <a:cubicBezTo>
                      <a:pt x="45" y="92"/>
                      <a:pt x="47" y="91"/>
                      <a:pt x="50" y="89"/>
                    </a:cubicBezTo>
                    <a:cubicBezTo>
                      <a:pt x="49" y="90"/>
                      <a:pt x="49" y="90"/>
                      <a:pt x="49" y="90"/>
                    </a:cubicBezTo>
                    <a:cubicBezTo>
                      <a:pt x="49" y="90"/>
                      <a:pt x="54" y="93"/>
                      <a:pt x="55" y="92"/>
                    </a:cubicBezTo>
                    <a:cubicBezTo>
                      <a:pt x="56" y="92"/>
                      <a:pt x="64" y="87"/>
                      <a:pt x="65" y="86"/>
                    </a:cubicBezTo>
                    <a:cubicBezTo>
                      <a:pt x="66" y="85"/>
                      <a:pt x="75" y="74"/>
                      <a:pt x="76" y="72"/>
                    </a:cubicBezTo>
                    <a:cubicBezTo>
                      <a:pt x="77" y="70"/>
                      <a:pt x="81" y="61"/>
                      <a:pt x="82" y="59"/>
                    </a:cubicBezTo>
                    <a:cubicBezTo>
                      <a:pt x="83" y="58"/>
                      <a:pt x="88" y="45"/>
                      <a:pt x="88" y="44"/>
                    </a:cubicBezTo>
                    <a:cubicBezTo>
                      <a:pt x="88" y="44"/>
                      <a:pt x="86" y="33"/>
                      <a:pt x="86" y="33"/>
                    </a:cubicBezTo>
                    <a:close/>
                    <a:moveTo>
                      <a:pt x="55" y="83"/>
                    </a:moveTo>
                    <a:cubicBezTo>
                      <a:pt x="46" y="88"/>
                      <a:pt x="38" y="85"/>
                      <a:pt x="35" y="77"/>
                    </a:cubicBezTo>
                    <a:cubicBezTo>
                      <a:pt x="32" y="78"/>
                      <a:pt x="29" y="77"/>
                      <a:pt x="27" y="75"/>
                    </a:cubicBezTo>
                    <a:cubicBezTo>
                      <a:pt x="26" y="70"/>
                      <a:pt x="25" y="64"/>
                      <a:pt x="25" y="64"/>
                    </a:cubicBezTo>
                    <a:cubicBezTo>
                      <a:pt x="26" y="63"/>
                      <a:pt x="34" y="42"/>
                      <a:pt x="34" y="42"/>
                    </a:cubicBezTo>
                    <a:cubicBezTo>
                      <a:pt x="50" y="26"/>
                      <a:pt x="50" y="26"/>
                      <a:pt x="50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8" y="27"/>
                      <a:pt x="61" y="30"/>
                      <a:pt x="62" y="34"/>
                    </a:cubicBezTo>
                    <a:cubicBezTo>
                      <a:pt x="70" y="33"/>
                      <a:pt x="75" y="38"/>
                      <a:pt x="75" y="48"/>
                    </a:cubicBezTo>
                    <a:cubicBezTo>
                      <a:pt x="75" y="61"/>
                      <a:pt x="66" y="76"/>
                      <a:pt x="55" y="83"/>
                    </a:cubicBezTo>
                    <a:close/>
                  </a:path>
                </a:pathLst>
              </a:custGeom>
              <a:solidFill>
                <a:srgbClr val="242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39" name="Freeform 382">
                <a:extLst>
                  <a:ext uri="{FF2B5EF4-FFF2-40B4-BE49-F238E27FC236}">
                    <a16:creationId xmlns:a16="http://schemas.microsoft.com/office/drawing/2014/main" id="{40EC0C08-7F7E-4514-956F-15F711891A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1" y="3440"/>
                <a:ext cx="535" cy="700"/>
              </a:xfrm>
              <a:custGeom>
                <a:avLst/>
                <a:gdLst>
                  <a:gd name="T0" fmla="*/ 63 w 74"/>
                  <a:gd name="T1" fmla="*/ 4 h 97"/>
                  <a:gd name="T2" fmla="*/ 37 w 74"/>
                  <a:gd name="T3" fmla="*/ 6 h 97"/>
                  <a:gd name="T4" fmla="*/ 0 w 74"/>
                  <a:gd name="T5" fmla="*/ 69 h 97"/>
                  <a:gd name="T6" fmla="*/ 10 w 74"/>
                  <a:gd name="T7" fmla="*/ 93 h 97"/>
                  <a:gd name="T8" fmla="*/ 37 w 74"/>
                  <a:gd name="T9" fmla="*/ 91 h 97"/>
                  <a:gd name="T10" fmla="*/ 74 w 74"/>
                  <a:gd name="T11" fmla="*/ 27 h 97"/>
                  <a:gd name="T12" fmla="*/ 63 w 74"/>
                  <a:gd name="T13" fmla="*/ 4 h 97"/>
                  <a:gd name="T14" fmla="*/ 37 w 74"/>
                  <a:gd name="T15" fmla="*/ 72 h 97"/>
                  <a:gd name="T16" fmla="*/ 17 w 74"/>
                  <a:gd name="T17" fmla="*/ 60 h 97"/>
                  <a:gd name="T18" fmla="*/ 37 w 74"/>
                  <a:gd name="T19" fmla="*/ 25 h 97"/>
                  <a:gd name="T20" fmla="*/ 57 w 74"/>
                  <a:gd name="T21" fmla="*/ 37 h 97"/>
                  <a:gd name="T22" fmla="*/ 37 w 74"/>
                  <a:gd name="T23" fmla="*/ 7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4" h="97">
                    <a:moveTo>
                      <a:pt x="63" y="4"/>
                    </a:moveTo>
                    <a:cubicBezTo>
                      <a:pt x="57" y="0"/>
                      <a:pt x="47" y="0"/>
                      <a:pt x="37" y="6"/>
                    </a:cubicBezTo>
                    <a:cubicBezTo>
                      <a:pt x="17" y="18"/>
                      <a:pt x="0" y="46"/>
                      <a:pt x="0" y="69"/>
                    </a:cubicBezTo>
                    <a:cubicBezTo>
                      <a:pt x="0" y="81"/>
                      <a:pt x="4" y="89"/>
                      <a:pt x="10" y="93"/>
                    </a:cubicBezTo>
                    <a:cubicBezTo>
                      <a:pt x="17" y="97"/>
                      <a:pt x="26" y="97"/>
                      <a:pt x="37" y="91"/>
                    </a:cubicBezTo>
                    <a:cubicBezTo>
                      <a:pt x="57" y="79"/>
                      <a:pt x="73" y="51"/>
                      <a:pt x="74" y="27"/>
                    </a:cubicBezTo>
                    <a:cubicBezTo>
                      <a:pt x="74" y="16"/>
                      <a:pt x="70" y="8"/>
                      <a:pt x="63" y="4"/>
                    </a:cubicBezTo>
                    <a:close/>
                    <a:moveTo>
                      <a:pt x="37" y="72"/>
                    </a:moveTo>
                    <a:cubicBezTo>
                      <a:pt x="26" y="78"/>
                      <a:pt x="17" y="73"/>
                      <a:pt x="17" y="60"/>
                    </a:cubicBezTo>
                    <a:cubicBezTo>
                      <a:pt x="17" y="47"/>
                      <a:pt x="26" y="31"/>
                      <a:pt x="37" y="25"/>
                    </a:cubicBezTo>
                    <a:cubicBezTo>
                      <a:pt x="48" y="19"/>
                      <a:pt x="57" y="24"/>
                      <a:pt x="57" y="37"/>
                    </a:cubicBezTo>
                    <a:cubicBezTo>
                      <a:pt x="57" y="50"/>
                      <a:pt x="48" y="65"/>
                      <a:pt x="37" y="72"/>
                    </a:cubicBezTo>
                    <a:close/>
                  </a:path>
                </a:pathLst>
              </a:custGeom>
              <a:solidFill>
                <a:srgbClr val="19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40" name="Freeform 383">
                <a:extLst>
                  <a:ext uri="{FF2B5EF4-FFF2-40B4-BE49-F238E27FC236}">
                    <a16:creationId xmlns:a16="http://schemas.microsoft.com/office/drawing/2014/main" id="{D5E240DB-34FC-48B3-A5DA-B20B84E65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9" y="3599"/>
                <a:ext cx="94" cy="144"/>
              </a:xfrm>
              <a:custGeom>
                <a:avLst/>
                <a:gdLst>
                  <a:gd name="T0" fmla="*/ 13 w 13"/>
                  <a:gd name="T1" fmla="*/ 15 h 20"/>
                  <a:gd name="T2" fmla="*/ 13 w 13"/>
                  <a:gd name="T3" fmla="*/ 20 h 20"/>
                  <a:gd name="T4" fmla="*/ 0 w 13"/>
                  <a:gd name="T5" fmla="*/ 13 h 20"/>
                  <a:gd name="T6" fmla="*/ 1 w 13"/>
                  <a:gd name="T7" fmla="*/ 7 h 20"/>
                  <a:gd name="T8" fmla="*/ 0 w 13"/>
                  <a:gd name="T9" fmla="*/ 1 h 20"/>
                  <a:gd name="T10" fmla="*/ 13 w 13"/>
                  <a:gd name="T11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20">
                    <a:moveTo>
                      <a:pt x="13" y="15"/>
                    </a:moveTo>
                    <a:cubicBezTo>
                      <a:pt x="13" y="17"/>
                      <a:pt x="13" y="18"/>
                      <a:pt x="13" y="2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1"/>
                      <a:pt x="1" y="9"/>
                      <a:pt x="1" y="7"/>
                    </a:cubicBezTo>
                    <a:cubicBezTo>
                      <a:pt x="1" y="5"/>
                      <a:pt x="0" y="3"/>
                      <a:pt x="0" y="1"/>
                    </a:cubicBezTo>
                    <a:cubicBezTo>
                      <a:pt x="8" y="0"/>
                      <a:pt x="13" y="5"/>
                      <a:pt x="13" y="15"/>
                    </a:cubicBezTo>
                    <a:close/>
                  </a:path>
                </a:pathLst>
              </a:custGeom>
              <a:solidFill>
                <a:srgbClr val="8592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41" name="Freeform 384">
                <a:extLst>
                  <a:ext uri="{FF2B5EF4-FFF2-40B4-BE49-F238E27FC236}">
                    <a16:creationId xmlns:a16="http://schemas.microsoft.com/office/drawing/2014/main" id="{8E3D6D2D-83DA-457F-B358-DB0F907A4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3" y="3693"/>
                <a:ext cx="130" cy="151"/>
              </a:xfrm>
              <a:custGeom>
                <a:avLst/>
                <a:gdLst>
                  <a:gd name="T0" fmla="*/ 18 w 18"/>
                  <a:gd name="T1" fmla="*/ 7 h 21"/>
                  <a:gd name="T2" fmla="*/ 12 w 18"/>
                  <a:gd name="T3" fmla="*/ 21 h 21"/>
                  <a:gd name="T4" fmla="*/ 0 w 18"/>
                  <a:gd name="T5" fmla="*/ 14 h 21"/>
                  <a:gd name="T6" fmla="*/ 5 w 18"/>
                  <a:gd name="T7" fmla="*/ 0 h 21"/>
                  <a:gd name="T8" fmla="*/ 18 w 18"/>
                  <a:gd name="T9" fmla="*/ 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18" y="7"/>
                    </a:moveTo>
                    <a:cubicBezTo>
                      <a:pt x="17" y="12"/>
                      <a:pt x="15" y="17"/>
                      <a:pt x="12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" y="9"/>
                      <a:pt x="4" y="4"/>
                      <a:pt x="5" y="0"/>
                    </a:cubicBezTo>
                    <a:lnTo>
                      <a:pt x="18" y="7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42" name="Freeform 385">
                <a:extLst>
                  <a:ext uri="{FF2B5EF4-FFF2-40B4-BE49-F238E27FC236}">
                    <a16:creationId xmlns:a16="http://schemas.microsoft.com/office/drawing/2014/main" id="{E76F6514-D386-48C6-8324-28BB63D84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0" y="3866"/>
                <a:ext cx="152" cy="101"/>
              </a:xfrm>
              <a:custGeom>
                <a:avLst/>
                <a:gdLst>
                  <a:gd name="T0" fmla="*/ 21 w 21"/>
                  <a:gd name="T1" fmla="*/ 8 h 14"/>
                  <a:gd name="T2" fmla="*/ 15 w 21"/>
                  <a:gd name="T3" fmla="*/ 13 h 14"/>
                  <a:gd name="T4" fmla="*/ 13 w 21"/>
                  <a:gd name="T5" fmla="*/ 14 h 14"/>
                  <a:gd name="T6" fmla="*/ 0 w 21"/>
                  <a:gd name="T7" fmla="*/ 6 h 14"/>
                  <a:gd name="T8" fmla="*/ 2 w 21"/>
                  <a:gd name="T9" fmla="*/ 5 h 14"/>
                  <a:gd name="T10" fmla="*/ 8 w 21"/>
                  <a:gd name="T11" fmla="*/ 0 h 14"/>
                  <a:gd name="T12" fmla="*/ 21 w 21"/>
                  <a:gd name="T13" fmla="*/ 8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14">
                    <a:moveTo>
                      <a:pt x="21" y="8"/>
                    </a:moveTo>
                    <a:cubicBezTo>
                      <a:pt x="19" y="10"/>
                      <a:pt x="17" y="11"/>
                      <a:pt x="15" y="13"/>
                    </a:cubicBezTo>
                    <a:cubicBezTo>
                      <a:pt x="14" y="13"/>
                      <a:pt x="13" y="13"/>
                      <a:pt x="13" y="1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1" y="5"/>
                      <a:pt x="2" y="5"/>
                    </a:cubicBezTo>
                    <a:cubicBezTo>
                      <a:pt x="4" y="4"/>
                      <a:pt x="6" y="2"/>
                      <a:pt x="8" y="0"/>
                    </a:cubicBezTo>
                    <a:lnTo>
                      <a:pt x="21" y="8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43" name="Freeform 386">
                <a:extLst>
                  <a:ext uri="{FF2B5EF4-FFF2-40B4-BE49-F238E27FC236}">
                    <a16:creationId xmlns:a16="http://schemas.microsoft.com/office/drawing/2014/main" id="{F364F83F-9EA9-4374-88E3-5E9BD3517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4" y="3909"/>
                <a:ext cx="130" cy="79"/>
              </a:xfrm>
              <a:custGeom>
                <a:avLst/>
                <a:gdLst>
                  <a:gd name="T0" fmla="*/ 18 w 18"/>
                  <a:gd name="T1" fmla="*/ 8 h 11"/>
                  <a:gd name="T2" fmla="*/ 0 w 18"/>
                  <a:gd name="T3" fmla="*/ 1 h 11"/>
                  <a:gd name="T4" fmla="*/ 5 w 18"/>
                  <a:gd name="T5" fmla="*/ 0 h 11"/>
                  <a:gd name="T6" fmla="*/ 18 w 18"/>
                  <a:gd name="T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11">
                    <a:moveTo>
                      <a:pt x="18" y="8"/>
                    </a:moveTo>
                    <a:cubicBezTo>
                      <a:pt x="9" y="11"/>
                      <a:pt x="3" y="9"/>
                      <a:pt x="0" y="1"/>
                    </a:cubicBezTo>
                    <a:cubicBezTo>
                      <a:pt x="2" y="1"/>
                      <a:pt x="3" y="1"/>
                      <a:pt x="5" y="0"/>
                    </a:cubicBezTo>
                    <a:lnTo>
                      <a:pt x="18" y="8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44" name="Freeform 387">
                <a:extLst>
                  <a:ext uri="{FF2B5EF4-FFF2-40B4-BE49-F238E27FC236}">
                    <a16:creationId xmlns:a16="http://schemas.microsoft.com/office/drawing/2014/main" id="{C9AB6C2F-F508-41A7-B732-78A6ABF26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" y="3844"/>
                <a:ext cx="115" cy="79"/>
              </a:xfrm>
              <a:custGeom>
                <a:avLst/>
                <a:gdLst>
                  <a:gd name="T0" fmla="*/ 16 w 16"/>
                  <a:gd name="T1" fmla="*/ 7 h 11"/>
                  <a:gd name="T2" fmla="*/ 13 w 16"/>
                  <a:gd name="T3" fmla="*/ 11 h 11"/>
                  <a:gd name="T4" fmla="*/ 0 w 16"/>
                  <a:gd name="T5" fmla="*/ 3 h 11"/>
                  <a:gd name="T6" fmla="*/ 4 w 16"/>
                  <a:gd name="T7" fmla="*/ 0 h 11"/>
                  <a:gd name="T8" fmla="*/ 16 w 16"/>
                  <a:gd name="T9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1">
                    <a:moveTo>
                      <a:pt x="16" y="7"/>
                    </a:moveTo>
                    <a:cubicBezTo>
                      <a:pt x="15" y="8"/>
                      <a:pt x="14" y="10"/>
                      <a:pt x="13" y="1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2" y="2"/>
                      <a:pt x="3" y="1"/>
                      <a:pt x="4" y="0"/>
                    </a:cubicBez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45" name="Freeform 388">
                <a:extLst>
                  <a:ext uri="{FF2B5EF4-FFF2-40B4-BE49-F238E27FC236}">
                    <a16:creationId xmlns:a16="http://schemas.microsoft.com/office/drawing/2014/main" id="{2408E1D4-24B4-460A-8384-0AD74CFF2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7" y="3794"/>
                <a:ext cx="123" cy="101"/>
              </a:xfrm>
              <a:custGeom>
                <a:avLst/>
                <a:gdLst>
                  <a:gd name="T0" fmla="*/ 17 w 17"/>
                  <a:gd name="T1" fmla="*/ 7 h 14"/>
                  <a:gd name="T2" fmla="*/ 12 w 17"/>
                  <a:gd name="T3" fmla="*/ 14 h 14"/>
                  <a:gd name="T4" fmla="*/ 0 w 17"/>
                  <a:gd name="T5" fmla="*/ 7 h 14"/>
                  <a:gd name="T6" fmla="*/ 5 w 17"/>
                  <a:gd name="T7" fmla="*/ 0 h 14"/>
                  <a:gd name="T8" fmla="*/ 17 w 17"/>
                  <a:gd name="T9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4">
                    <a:moveTo>
                      <a:pt x="17" y="7"/>
                    </a:moveTo>
                    <a:cubicBezTo>
                      <a:pt x="16" y="10"/>
                      <a:pt x="14" y="12"/>
                      <a:pt x="12" y="14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5"/>
                      <a:pt x="3" y="2"/>
                      <a:pt x="5" y="0"/>
                    </a:cubicBezTo>
                    <a:lnTo>
                      <a:pt x="17" y="7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46" name="Freeform 389">
                <a:extLst>
                  <a:ext uri="{FF2B5EF4-FFF2-40B4-BE49-F238E27FC236}">
                    <a16:creationId xmlns:a16="http://schemas.microsoft.com/office/drawing/2014/main" id="{29A053EB-DE61-4FC9-900D-E48C37022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1" y="3621"/>
                <a:ext cx="14" cy="317"/>
              </a:xfrm>
              <a:custGeom>
                <a:avLst/>
                <a:gdLst>
                  <a:gd name="T0" fmla="*/ 2 w 2"/>
                  <a:gd name="T1" fmla="*/ 0 h 44"/>
                  <a:gd name="T2" fmla="*/ 2 w 2"/>
                  <a:gd name="T3" fmla="*/ 42 h 44"/>
                  <a:gd name="T4" fmla="*/ 0 w 2"/>
                  <a:gd name="T5" fmla="*/ 44 h 44"/>
                  <a:gd name="T6" fmla="*/ 0 w 2"/>
                  <a:gd name="T7" fmla="*/ 2 h 44"/>
                  <a:gd name="T8" fmla="*/ 1 w 2"/>
                  <a:gd name="T9" fmla="*/ 0 h 44"/>
                  <a:gd name="T10" fmla="*/ 2 w 2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4">
                    <a:moveTo>
                      <a:pt x="2" y="0"/>
                    </a:moveTo>
                    <a:cubicBezTo>
                      <a:pt x="2" y="42"/>
                      <a:pt x="2" y="42"/>
                      <a:pt x="2" y="4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47" name="Freeform 390">
                <a:extLst>
                  <a:ext uri="{FF2B5EF4-FFF2-40B4-BE49-F238E27FC236}">
                    <a16:creationId xmlns:a16="http://schemas.microsoft.com/office/drawing/2014/main" id="{A1CDF358-0732-46DB-9AAC-149B78EA2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8" y="3700"/>
                <a:ext cx="195" cy="130"/>
              </a:xfrm>
              <a:custGeom>
                <a:avLst/>
                <a:gdLst>
                  <a:gd name="T0" fmla="*/ 27 w 27"/>
                  <a:gd name="T1" fmla="*/ 15 h 18"/>
                  <a:gd name="T2" fmla="*/ 25 w 27"/>
                  <a:gd name="T3" fmla="*/ 18 h 18"/>
                  <a:gd name="T4" fmla="*/ 16 w 27"/>
                  <a:gd name="T5" fmla="*/ 12 h 18"/>
                  <a:gd name="T6" fmla="*/ 12 w 27"/>
                  <a:gd name="T7" fmla="*/ 10 h 18"/>
                  <a:gd name="T8" fmla="*/ 11 w 27"/>
                  <a:gd name="T9" fmla="*/ 9 h 18"/>
                  <a:gd name="T10" fmla="*/ 10 w 27"/>
                  <a:gd name="T11" fmla="*/ 9 h 18"/>
                  <a:gd name="T12" fmla="*/ 10 w 27"/>
                  <a:gd name="T13" fmla="*/ 9 h 18"/>
                  <a:gd name="T14" fmla="*/ 9 w 27"/>
                  <a:gd name="T15" fmla="*/ 8 h 18"/>
                  <a:gd name="T16" fmla="*/ 8 w 27"/>
                  <a:gd name="T17" fmla="*/ 8 h 18"/>
                  <a:gd name="T18" fmla="*/ 5 w 27"/>
                  <a:gd name="T19" fmla="*/ 6 h 18"/>
                  <a:gd name="T20" fmla="*/ 3 w 27"/>
                  <a:gd name="T21" fmla="*/ 5 h 18"/>
                  <a:gd name="T22" fmla="*/ 2 w 27"/>
                  <a:gd name="T23" fmla="*/ 4 h 18"/>
                  <a:gd name="T24" fmla="*/ 0 w 27"/>
                  <a:gd name="T25" fmla="*/ 3 h 18"/>
                  <a:gd name="T26" fmla="*/ 2 w 27"/>
                  <a:gd name="T27" fmla="*/ 0 h 18"/>
                  <a:gd name="T28" fmla="*/ 3 w 27"/>
                  <a:gd name="T29" fmla="*/ 1 h 18"/>
                  <a:gd name="T30" fmla="*/ 5 w 27"/>
                  <a:gd name="T31" fmla="*/ 2 h 18"/>
                  <a:gd name="T32" fmla="*/ 6 w 27"/>
                  <a:gd name="T33" fmla="*/ 3 h 18"/>
                  <a:gd name="T34" fmla="*/ 10 w 27"/>
                  <a:gd name="T35" fmla="*/ 5 h 18"/>
                  <a:gd name="T36" fmla="*/ 11 w 27"/>
                  <a:gd name="T37" fmla="*/ 6 h 18"/>
                  <a:gd name="T38" fmla="*/ 11 w 27"/>
                  <a:gd name="T39" fmla="*/ 6 h 18"/>
                  <a:gd name="T40" fmla="*/ 12 w 27"/>
                  <a:gd name="T41" fmla="*/ 6 h 18"/>
                  <a:gd name="T42" fmla="*/ 13 w 27"/>
                  <a:gd name="T43" fmla="*/ 7 h 18"/>
                  <a:gd name="T44" fmla="*/ 14 w 27"/>
                  <a:gd name="T45" fmla="*/ 7 h 18"/>
                  <a:gd name="T46" fmla="*/ 17 w 27"/>
                  <a:gd name="T47" fmla="*/ 9 h 18"/>
                  <a:gd name="T48" fmla="*/ 27 w 27"/>
                  <a:gd name="T49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7" h="18">
                    <a:moveTo>
                      <a:pt x="27" y="15"/>
                    </a:moveTo>
                    <a:cubicBezTo>
                      <a:pt x="25" y="18"/>
                      <a:pt x="25" y="18"/>
                      <a:pt x="25" y="18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27" y="15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48" name="Freeform 391">
                <a:extLst>
                  <a:ext uri="{FF2B5EF4-FFF2-40B4-BE49-F238E27FC236}">
                    <a16:creationId xmlns:a16="http://schemas.microsoft.com/office/drawing/2014/main" id="{B3FB3B2B-0204-4C64-9DC6-A3D7E619A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" y="3657"/>
                <a:ext cx="268" cy="173"/>
              </a:xfrm>
              <a:custGeom>
                <a:avLst/>
                <a:gdLst>
                  <a:gd name="T0" fmla="*/ 37 w 37"/>
                  <a:gd name="T1" fmla="*/ 0 h 24"/>
                  <a:gd name="T2" fmla="*/ 37 w 37"/>
                  <a:gd name="T3" fmla="*/ 3 h 24"/>
                  <a:gd name="T4" fmla="*/ 24 w 37"/>
                  <a:gd name="T5" fmla="*/ 10 h 24"/>
                  <a:gd name="T6" fmla="*/ 19 w 37"/>
                  <a:gd name="T7" fmla="*/ 13 h 24"/>
                  <a:gd name="T8" fmla="*/ 17 w 37"/>
                  <a:gd name="T9" fmla="*/ 14 h 24"/>
                  <a:gd name="T10" fmla="*/ 16 w 37"/>
                  <a:gd name="T11" fmla="*/ 14 h 24"/>
                  <a:gd name="T12" fmla="*/ 15 w 37"/>
                  <a:gd name="T13" fmla="*/ 15 h 24"/>
                  <a:gd name="T14" fmla="*/ 15 w 37"/>
                  <a:gd name="T15" fmla="*/ 15 h 24"/>
                  <a:gd name="T16" fmla="*/ 13 w 37"/>
                  <a:gd name="T17" fmla="*/ 16 h 24"/>
                  <a:gd name="T18" fmla="*/ 8 w 37"/>
                  <a:gd name="T19" fmla="*/ 19 h 24"/>
                  <a:gd name="T20" fmla="*/ 4 w 37"/>
                  <a:gd name="T21" fmla="*/ 22 h 24"/>
                  <a:gd name="T22" fmla="*/ 2 w 37"/>
                  <a:gd name="T23" fmla="*/ 23 h 24"/>
                  <a:gd name="T24" fmla="*/ 0 w 37"/>
                  <a:gd name="T25" fmla="*/ 24 h 24"/>
                  <a:gd name="T26" fmla="*/ 0 w 37"/>
                  <a:gd name="T27" fmla="*/ 23 h 24"/>
                  <a:gd name="T28" fmla="*/ 0 w 37"/>
                  <a:gd name="T29" fmla="*/ 21 h 24"/>
                  <a:gd name="T30" fmla="*/ 2 w 37"/>
                  <a:gd name="T31" fmla="*/ 20 h 24"/>
                  <a:gd name="T32" fmla="*/ 5 w 37"/>
                  <a:gd name="T33" fmla="*/ 19 h 24"/>
                  <a:gd name="T34" fmla="*/ 8 w 37"/>
                  <a:gd name="T35" fmla="*/ 17 h 24"/>
                  <a:gd name="T36" fmla="*/ 13 w 37"/>
                  <a:gd name="T37" fmla="*/ 14 h 24"/>
                  <a:gd name="T38" fmla="*/ 15 w 37"/>
                  <a:gd name="T39" fmla="*/ 13 h 24"/>
                  <a:gd name="T40" fmla="*/ 15 w 37"/>
                  <a:gd name="T41" fmla="*/ 12 h 24"/>
                  <a:gd name="T42" fmla="*/ 16 w 37"/>
                  <a:gd name="T43" fmla="*/ 12 h 24"/>
                  <a:gd name="T44" fmla="*/ 17 w 37"/>
                  <a:gd name="T45" fmla="*/ 11 h 24"/>
                  <a:gd name="T46" fmla="*/ 19 w 37"/>
                  <a:gd name="T47" fmla="*/ 11 h 24"/>
                  <a:gd name="T48" fmla="*/ 24 w 37"/>
                  <a:gd name="T49" fmla="*/ 8 h 24"/>
                  <a:gd name="T50" fmla="*/ 37 w 37"/>
                  <a:gd name="T5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7" h="24">
                    <a:moveTo>
                      <a:pt x="37" y="0"/>
                    </a:moveTo>
                    <a:cubicBezTo>
                      <a:pt x="37" y="3"/>
                      <a:pt x="37" y="3"/>
                      <a:pt x="37" y="3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2"/>
                      <a:pt x="0" y="22"/>
                      <a:pt x="0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24" y="8"/>
                      <a:pt x="24" y="8"/>
                      <a:pt x="24" y="8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49" name="Freeform 392">
                <a:extLst>
                  <a:ext uri="{FF2B5EF4-FFF2-40B4-BE49-F238E27FC236}">
                    <a16:creationId xmlns:a16="http://schemas.microsoft.com/office/drawing/2014/main" id="{2D1E31F2-4450-4D5D-A1E7-874AEA65A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" y="3563"/>
                <a:ext cx="231" cy="382"/>
              </a:xfrm>
              <a:custGeom>
                <a:avLst/>
                <a:gdLst>
                  <a:gd name="T0" fmla="*/ 32 w 32"/>
                  <a:gd name="T1" fmla="*/ 1 h 53"/>
                  <a:gd name="T2" fmla="*/ 29 w 32"/>
                  <a:gd name="T3" fmla="*/ 6 h 53"/>
                  <a:gd name="T4" fmla="*/ 22 w 32"/>
                  <a:gd name="T5" fmla="*/ 17 h 53"/>
                  <a:gd name="T6" fmla="*/ 19 w 32"/>
                  <a:gd name="T7" fmla="*/ 24 h 53"/>
                  <a:gd name="T8" fmla="*/ 18 w 32"/>
                  <a:gd name="T9" fmla="*/ 26 h 53"/>
                  <a:gd name="T10" fmla="*/ 17 w 32"/>
                  <a:gd name="T11" fmla="*/ 26 h 53"/>
                  <a:gd name="T12" fmla="*/ 16 w 32"/>
                  <a:gd name="T13" fmla="*/ 27 h 53"/>
                  <a:gd name="T14" fmla="*/ 16 w 32"/>
                  <a:gd name="T15" fmla="*/ 28 h 53"/>
                  <a:gd name="T16" fmla="*/ 15 w 32"/>
                  <a:gd name="T17" fmla="*/ 30 h 53"/>
                  <a:gd name="T18" fmla="*/ 11 w 32"/>
                  <a:gd name="T19" fmla="*/ 37 h 53"/>
                  <a:gd name="T20" fmla="*/ 4 w 32"/>
                  <a:gd name="T21" fmla="*/ 49 h 53"/>
                  <a:gd name="T22" fmla="*/ 2 w 32"/>
                  <a:gd name="T23" fmla="*/ 53 h 53"/>
                  <a:gd name="T24" fmla="*/ 0 w 32"/>
                  <a:gd name="T25" fmla="*/ 52 h 53"/>
                  <a:gd name="T26" fmla="*/ 3 w 32"/>
                  <a:gd name="T27" fmla="*/ 47 h 53"/>
                  <a:gd name="T28" fmla="*/ 10 w 32"/>
                  <a:gd name="T29" fmla="*/ 36 h 53"/>
                  <a:gd name="T30" fmla="*/ 13 w 32"/>
                  <a:gd name="T31" fmla="*/ 29 h 53"/>
                  <a:gd name="T32" fmla="*/ 14 w 32"/>
                  <a:gd name="T33" fmla="*/ 27 h 53"/>
                  <a:gd name="T34" fmla="*/ 15 w 32"/>
                  <a:gd name="T35" fmla="*/ 27 h 53"/>
                  <a:gd name="T36" fmla="*/ 15 w 32"/>
                  <a:gd name="T37" fmla="*/ 25 h 53"/>
                  <a:gd name="T38" fmla="*/ 16 w 32"/>
                  <a:gd name="T39" fmla="*/ 25 h 53"/>
                  <a:gd name="T40" fmla="*/ 17 w 32"/>
                  <a:gd name="T41" fmla="*/ 23 h 53"/>
                  <a:gd name="T42" fmla="*/ 21 w 32"/>
                  <a:gd name="T43" fmla="*/ 16 h 53"/>
                  <a:gd name="T44" fmla="*/ 27 w 32"/>
                  <a:gd name="T45" fmla="*/ 6 h 53"/>
                  <a:gd name="T46" fmla="*/ 30 w 32"/>
                  <a:gd name="T47" fmla="*/ 1 h 53"/>
                  <a:gd name="T48" fmla="*/ 31 w 32"/>
                  <a:gd name="T49" fmla="*/ 0 h 53"/>
                  <a:gd name="T50" fmla="*/ 32 w 32"/>
                  <a:gd name="T51" fmla="*/ 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2" h="53">
                    <a:moveTo>
                      <a:pt x="32" y="1"/>
                    </a:moveTo>
                    <a:cubicBezTo>
                      <a:pt x="29" y="6"/>
                      <a:pt x="29" y="6"/>
                      <a:pt x="29" y="6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1"/>
                      <a:pt x="31" y="1"/>
                      <a:pt x="31" y="0"/>
                    </a:cubicBezTo>
                    <a:lnTo>
                      <a:pt x="32" y="1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50" name="Freeform 393">
                <a:extLst>
                  <a:ext uri="{FF2B5EF4-FFF2-40B4-BE49-F238E27FC236}">
                    <a16:creationId xmlns:a16="http://schemas.microsoft.com/office/drawing/2014/main" id="{754F42D7-65B5-42DC-9941-174F7ADB1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0" y="3671"/>
                <a:ext cx="116" cy="166"/>
              </a:xfrm>
              <a:custGeom>
                <a:avLst/>
                <a:gdLst>
                  <a:gd name="T0" fmla="*/ 16 w 16"/>
                  <a:gd name="T1" fmla="*/ 7 h 23"/>
                  <a:gd name="T2" fmla="*/ 8 w 16"/>
                  <a:gd name="T3" fmla="*/ 21 h 23"/>
                  <a:gd name="T4" fmla="*/ 0 w 16"/>
                  <a:gd name="T5" fmla="*/ 16 h 23"/>
                  <a:gd name="T6" fmla="*/ 8 w 16"/>
                  <a:gd name="T7" fmla="*/ 2 h 23"/>
                  <a:gd name="T8" fmla="*/ 16 w 16"/>
                  <a:gd name="T9" fmla="*/ 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3">
                    <a:moveTo>
                      <a:pt x="16" y="7"/>
                    </a:moveTo>
                    <a:cubicBezTo>
                      <a:pt x="16" y="12"/>
                      <a:pt x="12" y="18"/>
                      <a:pt x="8" y="21"/>
                    </a:cubicBezTo>
                    <a:cubicBezTo>
                      <a:pt x="3" y="23"/>
                      <a:pt x="0" y="21"/>
                      <a:pt x="0" y="16"/>
                    </a:cubicBezTo>
                    <a:cubicBezTo>
                      <a:pt x="0" y="11"/>
                      <a:pt x="4" y="5"/>
                      <a:pt x="8" y="2"/>
                    </a:cubicBezTo>
                    <a:cubicBezTo>
                      <a:pt x="12" y="0"/>
                      <a:pt x="16" y="2"/>
                      <a:pt x="16" y="7"/>
                    </a:cubicBez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51" name="Freeform 394">
                <a:extLst>
                  <a:ext uri="{FF2B5EF4-FFF2-40B4-BE49-F238E27FC236}">
                    <a16:creationId xmlns:a16="http://schemas.microsoft.com/office/drawing/2014/main" id="{65B9DED3-610A-49E3-A20C-EF46A967F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1" y="3657"/>
                <a:ext cx="43" cy="36"/>
              </a:xfrm>
              <a:custGeom>
                <a:avLst/>
                <a:gdLst>
                  <a:gd name="T0" fmla="*/ 29 w 43"/>
                  <a:gd name="T1" fmla="*/ 0 h 36"/>
                  <a:gd name="T2" fmla="*/ 43 w 43"/>
                  <a:gd name="T3" fmla="*/ 7 h 36"/>
                  <a:gd name="T4" fmla="*/ 0 w 43"/>
                  <a:gd name="T5" fmla="*/ 36 h 36"/>
                  <a:gd name="T6" fmla="*/ 29 w 43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36">
                    <a:moveTo>
                      <a:pt x="29" y="0"/>
                    </a:moveTo>
                    <a:lnTo>
                      <a:pt x="43" y="7"/>
                    </a:lnTo>
                    <a:lnTo>
                      <a:pt x="0" y="36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52" name="Freeform 395">
                <a:extLst>
                  <a:ext uri="{FF2B5EF4-FFF2-40B4-BE49-F238E27FC236}">
                    <a16:creationId xmlns:a16="http://schemas.microsoft.com/office/drawing/2014/main" id="{3DFE6442-9FB3-412D-9B23-ECAD61DEC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1" y="3902"/>
                <a:ext cx="14" cy="43"/>
              </a:xfrm>
              <a:custGeom>
                <a:avLst/>
                <a:gdLst>
                  <a:gd name="T0" fmla="*/ 7 w 14"/>
                  <a:gd name="T1" fmla="*/ 43 h 43"/>
                  <a:gd name="T2" fmla="*/ 0 w 14"/>
                  <a:gd name="T3" fmla="*/ 36 h 43"/>
                  <a:gd name="T4" fmla="*/ 7 w 14"/>
                  <a:gd name="T5" fmla="*/ 0 h 43"/>
                  <a:gd name="T6" fmla="*/ 14 w 14"/>
                  <a:gd name="T7" fmla="*/ 0 h 43"/>
                  <a:gd name="T8" fmla="*/ 7 w 14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43">
                    <a:moveTo>
                      <a:pt x="7" y="43"/>
                    </a:moveTo>
                    <a:lnTo>
                      <a:pt x="0" y="36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7" y="43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53" name="Freeform 396">
                <a:extLst>
                  <a:ext uri="{FF2B5EF4-FFF2-40B4-BE49-F238E27FC236}">
                    <a16:creationId xmlns:a16="http://schemas.microsoft.com/office/drawing/2014/main" id="{8C33BC77-3BFC-4C30-A906-744E1E578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" y="3606"/>
                <a:ext cx="21" cy="339"/>
              </a:xfrm>
              <a:custGeom>
                <a:avLst/>
                <a:gdLst>
                  <a:gd name="T0" fmla="*/ 3 w 3"/>
                  <a:gd name="T1" fmla="*/ 0 h 47"/>
                  <a:gd name="T2" fmla="*/ 2 w 3"/>
                  <a:gd name="T3" fmla="*/ 45 h 47"/>
                  <a:gd name="T4" fmla="*/ 0 w 3"/>
                  <a:gd name="T5" fmla="*/ 47 h 47"/>
                  <a:gd name="T6" fmla="*/ 0 w 3"/>
                  <a:gd name="T7" fmla="*/ 2 h 47"/>
                  <a:gd name="T8" fmla="*/ 3 w 3"/>
                  <a:gd name="T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7">
                    <a:moveTo>
                      <a:pt x="3" y="0"/>
                    </a:moveTo>
                    <a:cubicBezTo>
                      <a:pt x="2" y="45"/>
                      <a:pt x="2" y="45"/>
                      <a:pt x="2" y="4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" y="1"/>
                      <a:pt x="3" y="0"/>
                    </a:cubicBez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54" name="Freeform 397">
                <a:extLst>
                  <a:ext uri="{FF2B5EF4-FFF2-40B4-BE49-F238E27FC236}">
                    <a16:creationId xmlns:a16="http://schemas.microsoft.com/office/drawing/2014/main" id="{0DB6712B-BDED-4FD1-91EE-D32524BF45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8" y="3700"/>
                <a:ext cx="203" cy="130"/>
              </a:xfrm>
              <a:custGeom>
                <a:avLst/>
                <a:gdLst>
                  <a:gd name="T0" fmla="*/ 28 w 28"/>
                  <a:gd name="T1" fmla="*/ 16 h 18"/>
                  <a:gd name="T2" fmla="*/ 27 w 28"/>
                  <a:gd name="T3" fmla="*/ 18 h 18"/>
                  <a:gd name="T4" fmla="*/ 14 w 28"/>
                  <a:gd name="T5" fmla="*/ 11 h 18"/>
                  <a:gd name="T6" fmla="*/ 12 w 28"/>
                  <a:gd name="T7" fmla="*/ 10 h 18"/>
                  <a:gd name="T8" fmla="*/ 12 w 28"/>
                  <a:gd name="T9" fmla="*/ 10 h 18"/>
                  <a:gd name="T10" fmla="*/ 11 w 28"/>
                  <a:gd name="T11" fmla="*/ 10 h 18"/>
                  <a:gd name="T12" fmla="*/ 11 w 28"/>
                  <a:gd name="T13" fmla="*/ 9 h 18"/>
                  <a:gd name="T14" fmla="*/ 10 w 28"/>
                  <a:gd name="T15" fmla="*/ 9 h 18"/>
                  <a:gd name="T16" fmla="*/ 3 w 28"/>
                  <a:gd name="T17" fmla="*/ 5 h 18"/>
                  <a:gd name="T18" fmla="*/ 0 w 28"/>
                  <a:gd name="T19" fmla="*/ 3 h 18"/>
                  <a:gd name="T20" fmla="*/ 2 w 28"/>
                  <a:gd name="T21" fmla="*/ 0 h 18"/>
                  <a:gd name="T22" fmla="*/ 5 w 28"/>
                  <a:gd name="T23" fmla="*/ 2 h 18"/>
                  <a:gd name="T24" fmla="*/ 11 w 28"/>
                  <a:gd name="T25" fmla="*/ 6 h 18"/>
                  <a:gd name="T26" fmla="*/ 12 w 28"/>
                  <a:gd name="T27" fmla="*/ 6 h 18"/>
                  <a:gd name="T28" fmla="*/ 13 w 28"/>
                  <a:gd name="T29" fmla="*/ 7 h 18"/>
                  <a:gd name="T30" fmla="*/ 14 w 28"/>
                  <a:gd name="T31" fmla="*/ 7 h 18"/>
                  <a:gd name="T32" fmla="*/ 14 w 28"/>
                  <a:gd name="T33" fmla="*/ 7 h 18"/>
                  <a:gd name="T34" fmla="*/ 15 w 28"/>
                  <a:gd name="T35" fmla="*/ 8 h 18"/>
                  <a:gd name="T36" fmla="*/ 28 w 28"/>
                  <a:gd name="T37" fmla="*/ 16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8" h="18">
                    <a:moveTo>
                      <a:pt x="28" y="16"/>
                    </a:moveTo>
                    <a:cubicBezTo>
                      <a:pt x="27" y="18"/>
                      <a:pt x="27" y="18"/>
                      <a:pt x="27" y="18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2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8"/>
                      <a:pt x="15" y="8"/>
                      <a:pt x="15" y="8"/>
                    </a:cubicBezTo>
                    <a:lnTo>
                      <a:pt x="28" y="16"/>
                    </a:ln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55" name="Freeform 398">
                <a:extLst>
                  <a:ext uri="{FF2B5EF4-FFF2-40B4-BE49-F238E27FC236}">
                    <a16:creationId xmlns:a16="http://schemas.microsoft.com/office/drawing/2014/main" id="{6C725358-88C1-4AFF-885C-D7A622D75E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5" y="3664"/>
                <a:ext cx="289" cy="180"/>
              </a:xfrm>
              <a:custGeom>
                <a:avLst/>
                <a:gdLst>
                  <a:gd name="T0" fmla="*/ 40 w 40"/>
                  <a:gd name="T1" fmla="*/ 0 h 25"/>
                  <a:gd name="T2" fmla="*/ 40 w 40"/>
                  <a:gd name="T3" fmla="*/ 2 h 25"/>
                  <a:gd name="T4" fmla="*/ 21 w 40"/>
                  <a:gd name="T5" fmla="*/ 13 h 25"/>
                  <a:gd name="T6" fmla="*/ 20 w 40"/>
                  <a:gd name="T7" fmla="*/ 14 h 25"/>
                  <a:gd name="T8" fmla="*/ 19 w 40"/>
                  <a:gd name="T9" fmla="*/ 14 h 25"/>
                  <a:gd name="T10" fmla="*/ 18 w 40"/>
                  <a:gd name="T11" fmla="*/ 15 h 25"/>
                  <a:gd name="T12" fmla="*/ 17 w 40"/>
                  <a:gd name="T13" fmla="*/ 15 h 25"/>
                  <a:gd name="T14" fmla="*/ 16 w 40"/>
                  <a:gd name="T15" fmla="*/ 16 h 25"/>
                  <a:gd name="T16" fmla="*/ 4 w 40"/>
                  <a:gd name="T17" fmla="*/ 23 h 25"/>
                  <a:gd name="T18" fmla="*/ 0 w 40"/>
                  <a:gd name="T19" fmla="*/ 25 h 25"/>
                  <a:gd name="T20" fmla="*/ 1 w 40"/>
                  <a:gd name="T21" fmla="*/ 22 h 25"/>
                  <a:gd name="T22" fmla="*/ 5 w 40"/>
                  <a:gd name="T23" fmla="*/ 20 h 25"/>
                  <a:gd name="T24" fmla="*/ 16 w 40"/>
                  <a:gd name="T25" fmla="*/ 14 h 25"/>
                  <a:gd name="T26" fmla="*/ 17 w 40"/>
                  <a:gd name="T27" fmla="*/ 13 h 25"/>
                  <a:gd name="T28" fmla="*/ 18 w 40"/>
                  <a:gd name="T29" fmla="*/ 12 h 25"/>
                  <a:gd name="T30" fmla="*/ 19 w 40"/>
                  <a:gd name="T31" fmla="*/ 12 h 25"/>
                  <a:gd name="T32" fmla="*/ 20 w 40"/>
                  <a:gd name="T33" fmla="*/ 11 h 25"/>
                  <a:gd name="T34" fmla="*/ 21 w 40"/>
                  <a:gd name="T35" fmla="*/ 10 h 25"/>
                  <a:gd name="T36" fmla="*/ 40 w 40"/>
                  <a:gd name="T3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25">
                    <a:moveTo>
                      <a:pt x="40" y="0"/>
                    </a:moveTo>
                    <a:cubicBezTo>
                      <a:pt x="40" y="2"/>
                      <a:pt x="40" y="2"/>
                      <a:pt x="40" y="2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4"/>
                      <a:pt x="20" y="14"/>
                      <a:pt x="20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4"/>
                      <a:pt x="1" y="23"/>
                      <a:pt x="1" y="22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21" y="10"/>
                      <a:pt x="21" y="10"/>
                      <a:pt x="21" y="10"/>
                    </a:cubicBez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56" name="Freeform 399">
                <a:extLst>
                  <a:ext uri="{FF2B5EF4-FFF2-40B4-BE49-F238E27FC236}">
                    <a16:creationId xmlns:a16="http://schemas.microsoft.com/office/drawing/2014/main" id="{20A3DB33-5A2D-4F8F-9997-D34B136EF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9" y="3570"/>
                <a:ext cx="232" cy="382"/>
              </a:xfrm>
              <a:custGeom>
                <a:avLst/>
                <a:gdLst>
                  <a:gd name="T0" fmla="*/ 15 w 232"/>
                  <a:gd name="T1" fmla="*/ 382 h 382"/>
                  <a:gd name="T2" fmla="*/ 0 w 232"/>
                  <a:gd name="T3" fmla="*/ 375 h 382"/>
                  <a:gd name="T4" fmla="*/ 224 w 232"/>
                  <a:gd name="T5" fmla="*/ 0 h 382"/>
                  <a:gd name="T6" fmla="*/ 232 w 232"/>
                  <a:gd name="T7" fmla="*/ 7 h 382"/>
                  <a:gd name="T8" fmla="*/ 15 w 232"/>
                  <a:gd name="T9" fmla="*/ 3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382">
                    <a:moveTo>
                      <a:pt x="15" y="382"/>
                    </a:moveTo>
                    <a:lnTo>
                      <a:pt x="0" y="375"/>
                    </a:lnTo>
                    <a:lnTo>
                      <a:pt x="224" y="0"/>
                    </a:lnTo>
                    <a:lnTo>
                      <a:pt x="232" y="7"/>
                    </a:lnTo>
                    <a:lnTo>
                      <a:pt x="15" y="382"/>
                    </a:ln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57" name="Freeform 400">
                <a:extLst>
                  <a:ext uri="{FF2B5EF4-FFF2-40B4-BE49-F238E27FC236}">
                    <a16:creationId xmlns:a16="http://schemas.microsoft.com/office/drawing/2014/main" id="{7AF7D42E-D945-4F18-B888-2AEEA6031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7" y="3678"/>
                <a:ext cx="116" cy="166"/>
              </a:xfrm>
              <a:custGeom>
                <a:avLst/>
                <a:gdLst>
                  <a:gd name="T0" fmla="*/ 16 w 16"/>
                  <a:gd name="T1" fmla="*/ 7 h 23"/>
                  <a:gd name="T2" fmla="*/ 8 w 16"/>
                  <a:gd name="T3" fmla="*/ 21 h 23"/>
                  <a:gd name="T4" fmla="*/ 0 w 16"/>
                  <a:gd name="T5" fmla="*/ 16 h 23"/>
                  <a:gd name="T6" fmla="*/ 9 w 16"/>
                  <a:gd name="T7" fmla="*/ 2 h 23"/>
                  <a:gd name="T8" fmla="*/ 16 w 16"/>
                  <a:gd name="T9" fmla="*/ 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3">
                    <a:moveTo>
                      <a:pt x="16" y="7"/>
                    </a:moveTo>
                    <a:cubicBezTo>
                      <a:pt x="16" y="12"/>
                      <a:pt x="13" y="18"/>
                      <a:pt x="8" y="21"/>
                    </a:cubicBezTo>
                    <a:cubicBezTo>
                      <a:pt x="4" y="23"/>
                      <a:pt x="0" y="21"/>
                      <a:pt x="0" y="16"/>
                    </a:cubicBezTo>
                    <a:cubicBezTo>
                      <a:pt x="0" y="11"/>
                      <a:pt x="4" y="5"/>
                      <a:pt x="9" y="2"/>
                    </a:cubicBezTo>
                    <a:cubicBezTo>
                      <a:pt x="13" y="0"/>
                      <a:pt x="16" y="2"/>
                      <a:pt x="16" y="7"/>
                    </a:cubicBez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58" name="Freeform 401">
                <a:extLst>
                  <a:ext uri="{FF2B5EF4-FFF2-40B4-BE49-F238E27FC236}">
                    <a16:creationId xmlns:a16="http://schemas.microsoft.com/office/drawing/2014/main" id="{06F68EC7-4451-45A9-940E-7E05692F82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85" y="3556"/>
                <a:ext cx="347" cy="490"/>
              </a:xfrm>
              <a:custGeom>
                <a:avLst/>
                <a:gdLst>
                  <a:gd name="T0" fmla="*/ 32 w 48"/>
                  <a:gd name="T1" fmla="*/ 1 h 68"/>
                  <a:gd name="T2" fmla="*/ 31 w 48"/>
                  <a:gd name="T3" fmla="*/ 2 h 68"/>
                  <a:gd name="T4" fmla="*/ 24 w 48"/>
                  <a:gd name="T5" fmla="*/ 4 h 68"/>
                  <a:gd name="T6" fmla="*/ 20 w 48"/>
                  <a:gd name="T7" fmla="*/ 7 h 68"/>
                  <a:gd name="T8" fmla="*/ 18 w 48"/>
                  <a:gd name="T9" fmla="*/ 9 h 68"/>
                  <a:gd name="T10" fmla="*/ 17 w 48"/>
                  <a:gd name="T11" fmla="*/ 9 h 68"/>
                  <a:gd name="T12" fmla="*/ 16 w 48"/>
                  <a:gd name="T13" fmla="*/ 11 h 68"/>
                  <a:gd name="T14" fmla="*/ 8 w 48"/>
                  <a:gd name="T15" fmla="*/ 20 h 68"/>
                  <a:gd name="T16" fmla="*/ 6 w 48"/>
                  <a:gd name="T17" fmla="*/ 23 h 68"/>
                  <a:gd name="T18" fmla="*/ 1 w 48"/>
                  <a:gd name="T19" fmla="*/ 35 h 68"/>
                  <a:gd name="T20" fmla="*/ 1 w 48"/>
                  <a:gd name="T21" fmla="*/ 37 h 68"/>
                  <a:gd name="T22" fmla="*/ 1 w 48"/>
                  <a:gd name="T23" fmla="*/ 38 h 68"/>
                  <a:gd name="T24" fmla="*/ 0 w 48"/>
                  <a:gd name="T25" fmla="*/ 40 h 68"/>
                  <a:gd name="T26" fmla="*/ 0 w 48"/>
                  <a:gd name="T27" fmla="*/ 46 h 68"/>
                  <a:gd name="T28" fmla="*/ 24 w 48"/>
                  <a:gd name="T29" fmla="*/ 60 h 68"/>
                  <a:gd name="T30" fmla="*/ 48 w 48"/>
                  <a:gd name="T31" fmla="*/ 19 h 68"/>
                  <a:gd name="T32" fmla="*/ 32 w 48"/>
                  <a:gd name="T33" fmla="*/ 1 h 68"/>
                  <a:gd name="T34" fmla="*/ 24 w 48"/>
                  <a:gd name="T35" fmla="*/ 56 h 68"/>
                  <a:gd name="T36" fmla="*/ 5 w 48"/>
                  <a:gd name="T37" fmla="*/ 53 h 68"/>
                  <a:gd name="T38" fmla="*/ 5 w 48"/>
                  <a:gd name="T39" fmla="*/ 50 h 68"/>
                  <a:gd name="T40" fmla="*/ 4 w 48"/>
                  <a:gd name="T41" fmla="*/ 48 h 68"/>
                  <a:gd name="T42" fmla="*/ 4 w 48"/>
                  <a:gd name="T43" fmla="*/ 44 h 68"/>
                  <a:gd name="T44" fmla="*/ 4 w 48"/>
                  <a:gd name="T45" fmla="*/ 38 h 68"/>
                  <a:gd name="T46" fmla="*/ 5 w 48"/>
                  <a:gd name="T47" fmla="*/ 36 h 68"/>
                  <a:gd name="T48" fmla="*/ 5 w 48"/>
                  <a:gd name="T49" fmla="*/ 35 h 68"/>
                  <a:gd name="T50" fmla="*/ 6 w 48"/>
                  <a:gd name="T51" fmla="*/ 33 h 68"/>
                  <a:gd name="T52" fmla="*/ 9 w 48"/>
                  <a:gd name="T53" fmla="*/ 25 h 68"/>
                  <a:gd name="T54" fmla="*/ 11 w 48"/>
                  <a:gd name="T55" fmla="*/ 22 h 68"/>
                  <a:gd name="T56" fmla="*/ 16 w 48"/>
                  <a:gd name="T57" fmla="*/ 16 h 68"/>
                  <a:gd name="T58" fmla="*/ 17 w 48"/>
                  <a:gd name="T59" fmla="*/ 14 h 68"/>
                  <a:gd name="T60" fmla="*/ 18 w 48"/>
                  <a:gd name="T61" fmla="*/ 13 h 68"/>
                  <a:gd name="T62" fmla="*/ 20 w 48"/>
                  <a:gd name="T63" fmla="*/ 12 h 68"/>
                  <a:gd name="T64" fmla="*/ 24 w 48"/>
                  <a:gd name="T65" fmla="*/ 9 h 68"/>
                  <a:gd name="T66" fmla="*/ 28 w 48"/>
                  <a:gd name="T67" fmla="*/ 7 h 68"/>
                  <a:gd name="T68" fmla="*/ 30 w 48"/>
                  <a:gd name="T69" fmla="*/ 7 h 68"/>
                  <a:gd name="T70" fmla="*/ 31 w 48"/>
                  <a:gd name="T71" fmla="*/ 7 h 68"/>
                  <a:gd name="T72" fmla="*/ 32 w 48"/>
                  <a:gd name="T73" fmla="*/ 7 h 68"/>
                  <a:gd name="T74" fmla="*/ 44 w 48"/>
                  <a:gd name="T75" fmla="*/ 21 h 68"/>
                  <a:gd name="T76" fmla="*/ 24 w 48"/>
                  <a:gd name="T77" fmla="*/ 5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" h="68">
                    <a:moveTo>
                      <a:pt x="32" y="1"/>
                    </a:moveTo>
                    <a:cubicBezTo>
                      <a:pt x="32" y="2"/>
                      <a:pt x="31" y="2"/>
                      <a:pt x="31" y="2"/>
                    </a:cubicBezTo>
                    <a:cubicBezTo>
                      <a:pt x="29" y="2"/>
                      <a:pt x="26" y="3"/>
                      <a:pt x="24" y="4"/>
                    </a:cubicBezTo>
                    <a:cubicBezTo>
                      <a:pt x="23" y="5"/>
                      <a:pt x="21" y="6"/>
                      <a:pt x="20" y="7"/>
                    </a:cubicBezTo>
                    <a:cubicBezTo>
                      <a:pt x="19" y="8"/>
                      <a:pt x="19" y="8"/>
                      <a:pt x="18" y="9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17" y="10"/>
                      <a:pt x="16" y="10"/>
                      <a:pt x="16" y="11"/>
                    </a:cubicBezTo>
                    <a:cubicBezTo>
                      <a:pt x="13" y="14"/>
                      <a:pt x="10" y="17"/>
                      <a:pt x="8" y="20"/>
                    </a:cubicBezTo>
                    <a:cubicBezTo>
                      <a:pt x="7" y="21"/>
                      <a:pt x="7" y="22"/>
                      <a:pt x="6" y="23"/>
                    </a:cubicBezTo>
                    <a:cubicBezTo>
                      <a:pt x="4" y="27"/>
                      <a:pt x="3" y="31"/>
                      <a:pt x="1" y="35"/>
                    </a:cubicBezTo>
                    <a:cubicBezTo>
                      <a:pt x="1" y="36"/>
                      <a:pt x="1" y="36"/>
                      <a:pt x="1" y="37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0" y="42"/>
                      <a:pt x="0" y="44"/>
                      <a:pt x="0" y="46"/>
                    </a:cubicBezTo>
                    <a:cubicBezTo>
                      <a:pt x="0" y="62"/>
                      <a:pt x="10" y="68"/>
                      <a:pt x="24" y="60"/>
                    </a:cubicBezTo>
                    <a:cubicBezTo>
                      <a:pt x="37" y="53"/>
                      <a:pt x="48" y="34"/>
                      <a:pt x="48" y="19"/>
                    </a:cubicBezTo>
                    <a:cubicBezTo>
                      <a:pt x="48" y="6"/>
                      <a:pt x="41" y="0"/>
                      <a:pt x="32" y="1"/>
                    </a:cubicBezTo>
                    <a:close/>
                    <a:moveTo>
                      <a:pt x="24" y="56"/>
                    </a:moveTo>
                    <a:cubicBezTo>
                      <a:pt x="16" y="60"/>
                      <a:pt x="8" y="59"/>
                      <a:pt x="5" y="53"/>
                    </a:cubicBezTo>
                    <a:cubicBezTo>
                      <a:pt x="5" y="52"/>
                      <a:pt x="5" y="51"/>
                      <a:pt x="5" y="50"/>
                    </a:cubicBezTo>
                    <a:cubicBezTo>
                      <a:pt x="4" y="50"/>
                      <a:pt x="4" y="49"/>
                      <a:pt x="4" y="48"/>
                    </a:cubicBezTo>
                    <a:cubicBezTo>
                      <a:pt x="4" y="47"/>
                      <a:pt x="4" y="45"/>
                      <a:pt x="4" y="44"/>
                    </a:cubicBezTo>
                    <a:cubicBezTo>
                      <a:pt x="4" y="42"/>
                      <a:pt x="4" y="40"/>
                      <a:pt x="4" y="38"/>
                    </a:cubicBezTo>
                    <a:cubicBezTo>
                      <a:pt x="4" y="37"/>
                      <a:pt x="5" y="36"/>
                      <a:pt x="5" y="36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7" y="30"/>
                      <a:pt x="8" y="27"/>
                      <a:pt x="9" y="25"/>
                    </a:cubicBezTo>
                    <a:cubicBezTo>
                      <a:pt x="10" y="24"/>
                      <a:pt x="10" y="23"/>
                      <a:pt x="11" y="22"/>
                    </a:cubicBezTo>
                    <a:cubicBezTo>
                      <a:pt x="12" y="20"/>
                      <a:pt x="14" y="18"/>
                      <a:pt x="16" y="16"/>
                    </a:cubicBezTo>
                    <a:cubicBezTo>
                      <a:pt x="16" y="15"/>
                      <a:pt x="17" y="15"/>
                      <a:pt x="17" y="14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9" y="13"/>
                      <a:pt x="19" y="12"/>
                      <a:pt x="20" y="12"/>
                    </a:cubicBezTo>
                    <a:cubicBezTo>
                      <a:pt x="21" y="11"/>
                      <a:pt x="23" y="10"/>
                      <a:pt x="24" y="9"/>
                    </a:cubicBezTo>
                    <a:cubicBezTo>
                      <a:pt x="25" y="8"/>
                      <a:pt x="26" y="8"/>
                      <a:pt x="28" y="7"/>
                    </a:cubicBezTo>
                    <a:cubicBezTo>
                      <a:pt x="28" y="7"/>
                      <a:pt x="29" y="7"/>
                      <a:pt x="30" y="7"/>
                    </a:cubicBezTo>
                    <a:cubicBezTo>
                      <a:pt x="31" y="7"/>
                      <a:pt x="31" y="7"/>
                      <a:pt x="31" y="7"/>
                    </a:cubicBezTo>
                    <a:cubicBezTo>
                      <a:pt x="31" y="7"/>
                      <a:pt x="32" y="7"/>
                      <a:pt x="32" y="7"/>
                    </a:cubicBezTo>
                    <a:cubicBezTo>
                      <a:pt x="39" y="6"/>
                      <a:pt x="44" y="12"/>
                      <a:pt x="44" y="21"/>
                    </a:cubicBezTo>
                    <a:cubicBezTo>
                      <a:pt x="44" y="34"/>
                      <a:pt x="35" y="49"/>
                      <a:pt x="24" y="56"/>
                    </a:cubicBez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59" name="Freeform 402">
                <a:extLst>
                  <a:ext uri="{FF2B5EF4-FFF2-40B4-BE49-F238E27FC236}">
                    <a16:creationId xmlns:a16="http://schemas.microsoft.com/office/drawing/2014/main" id="{38E5D9A8-C9E0-42CE-AF17-568FF78ED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3" y="3390"/>
                <a:ext cx="224" cy="425"/>
              </a:xfrm>
              <a:custGeom>
                <a:avLst/>
                <a:gdLst>
                  <a:gd name="T0" fmla="*/ 31 w 31"/>
                  <a:gd name="T1" fmla="*/ 7 h 59"/>
                  <a:gd name="T2" fmla="*/ 9 w 31"/>
                  <a:gd name="T3" fmla="*/ 56 h 59"/>
                  <a:gd name="T4" fmla="*/ 6 w 31"/>
                  <a:gd name="T5" fmla="*/ 58 h 59"/>
                  <a:gd name="T6" fmla="*/ 3 w 31"/>
                  <a:gd name="T7" fmla="*/ 58 h 59"/>
                  <a:gd name="T8" fmla="*/ 1 w 31"/>
                  <a:gd name="T9" fmla="*/ 52 h 59"/>
                  <a:gd name="T10" fmla="*/ 23 w 31"/>
                  <a:gd name="T11" fmla="*/ 3 h 59"/>
                  <a:gd name="T12" fmla="*/ 29 w 31"/>
                  <a:gd name="T13" fmla="*/ 1 h 59"/>
                  <a:gd name="T14" fmla="*/ 31 w 31"/>
                  <a:gd name="T15" fmla="*/ 3 h 59"/>
                  <a:gd name="T16" fmla="*/ 31 w 31"/>
                  <a:gd name="T17" fmla="*/ 7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59">
                    <a:moveTo>
                      <a:pt x="31" y="7"/>
                    </a:moveTo>
                    <a:cubicBezTo>
                      <a:pt x="9" y="56"/>
                      <a:pt x="9" y="56"/>
                      <a:pt x="9" y="56"/>
                    </a:cubicBezTo>
                    <a:cubicBezTo>
                      <a:pt x="8" y="57"/>
                      <a:pt x="7" y="58"/>
                      <a:pt x="6" y="58"/>
                    </a:cubicBezTo>
                    <a:cubicBezTo>
                      <a:pt x="5" y="59"/>
                      <a:pt x="4" y="59"/>
                      <a:pt x="3" y="58"/>
                    </a:cubicBezTo>
                    <a:cubicBezTo>
                      <a:pt x="1" y="57"/>
                      <a:pt x="0" y="54"/>
                      <a:pt x="1" y="52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4" y="1"/>
                      <a:pt x="26" y="0"/>
                      <a:pt x="29" y="1"/>
                    </a:cubicBezTo>
                    <a:cubicBezTo>
                      <a:pt x="30" y="1"/>
                      <a:pt x="30" y="2"/>
                      <a:pt x="31" y="3"/>
                    </a:cubicBezTo>
                    <a:cubicBezTo>
                      <a:pt x="31" y="4"/>
                      <a:pt x="31" y="6"/>
                      <a:pt x="31" y="7"/>
                    </a:cubicBezTo>
                    <a:close/>
                  </a:path>
                </a:pathLst>
              </a:custGeom>
              <a:solidFill>
                <a:srgbClr val="5F67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60" name="Freeform 403">
                <a:extLst>
                  <a:ext uri="{FF2B5EF4-FFF2-40B4-BE49-F238E27FC236}">
                    <a16:creationId xmlns:a16="http://schemas.microsoft.com/office/drawing/2014/main" id="{B7DC34E2-6164-40F1-9F7B-6314E58A9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" y="3404"/>
                <a:ext cx="209" cy="411"/>
              </a:xfrm>
              <a:custGeom>
                <a:avLst/>
                <a:gdLst>
                  <a:gd name="T0" fmla="*/ 29 w 29"/>
                  <a:gd name="T1" fmla="*/ 5 h 57"/>
                  <a:gd name="T2" fmla="*/ 7 w 29"/>
                  <a:gd name="T3" fmla="*/ 54 h 57"/>
                  <a:gd name="T4" fmla="*/ 4 w 29"/>
                  <a:gd name="T5" fmla="*/ 56 h 57"/>
                  <a:gd name="T6" fmla="*/ 1 w 29"/>
                  <a:gd name="T7" fmla="*/ 56 h 57"/>
                  <a:gd name="T8" fmla="*/ 0 w 29"/>
                  <a:gd name="T9" fmla="*/ 52 h 57"/>
                  <a:gd name="T10" fmla="*/ 23 w 29"/>
                  <a:gd name="T11" fmla="*/ 3 h 57"/>
                  <a:gd name="T12" fmla="*/ 29 w 29"/>
                  <a:gd name="T13" fmla="*/ 1 h 57"/>
                  <a:gd name="T14" fmla="*/ 29 w 29"/>
                  <a:gd name="T15" fmla="*/ 1 h 57"/>
                  <a:gd name="T16" fmla="*/ 29 w 29"/>
                  <a:gd name="T17" fmla="*/ 5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7">
                    <a:moveTo>
                      <a:pt x="29" y="5"/>
                    </a:moveTo>
                    <a:cubicBezTo>
                      <a:pt x="7" y="54"/>
                      <a:pt x="7" y="54"/>
                      <a:pt x="7" y="54"/>
                    </a:cubicBezTo>
                    <a:cubicBezTo>
                      <a:pt x="6" y="55"/>
                      <a:pt x="5" y="56"/>
                      <a:pt x="4" y="56"/>
                    </a:cubicBezTo>
                    <a:cubicBezTo>
                      <a:pt x="3" y="57"/>
                      <a:pt x="2" y="57"/>
                      <a:pt x="1" y="56"/>
                    </a:cubicBezTo>
                    <a:cubicBezTo>
                      <a:pt x="0" y="55"/>
                      <a:pt x="0" y="53"/>
                      <a:pt x="0" y="52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4" y="1"/>
                      <a:pt x="26" y="0"/>
                      <a:pt x="29" y="1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2"/>
                      <a:pt x="29" y="4"/>
                      <a:pt x="29" y="5"/>
                    </a:cubicBezTo>
                    <a:close/>
                  </a:path>
                </a:pathLst>
              </a:custGeom>
              <a:solidFill>
                <a:srgbClr val="505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61" name="Freeform 404">
                <a:extLst>
                  <a:ext uri="{FF2B5EF4-FFF2-40B4-BE49-F238E27FC236}">
                    <a16:creationId xmlns:a16="http://schemas.microsoft.com/office/drawing/2014/main" id="{8C91C480-90BA-40DA-9945-D477C38CE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9" y="3282"/>
                <a:ext cx="557" cy="447"/>
              </a:xfrm>
              <a:custGeom>
                <a:avLst/>
                <a:gdLst>
                  <a:gd name="T0" fmla="*/ 64 w 77"/>
                  <a:gd name="T1" fmla="*/ 0 h 62"/>
                  <a:gd name="T2" fmla="*/ 73 w 77"/>
                  <a:gd name="T3" fmla="*/ 26 h 62"/>
                  <a:gd name="T4" fmla="*/ 5 w 77"/>
                  <a:gd name="T5" fmla="*/ 62 h 62"/>
                  <a:gd name="T6" fmla="*/ 0 w 77"/>
                  <a:gd name="T7" fmla="*/ 31 h 62"/>
                  <a:gd name="T8" fmla="*/ 19 w 77"/>
                  <a:gd name="T9" fmla="*/ 5 h 62"/>
                  <a:gd name="T10" fmla="*/ 43 w 77"/>
                  <a:gd name="T11" fmla="*/ 0 h 62"/>
                  <a:gd name="T12" fmla="*/ 64 w 77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62">
                    <a:moveTo>
                      <a:pt x="64" y="0"/>
                    </a:moveTo>
                    <a:cubicBezTo>
                      <a:pt x="64" y="0"/>
                      <a:pt x="77" y="21"/>
                      <a:pt x="73" y="26"/>
                    </a:cubicBezTo>
                    <a:cubicBezTo>
                      <a:pt x="62" y="42"/>
                      <a:pt x="30" y="27"/>
                      <a:pt x="5" y="62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43" y="0"/>
                      <a:pt x="43" y="0"/>
                      <a:pt x="43" y="0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F8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62" name="Freeform 405">
                <a:extLst>
                  <a:ext uri="{FF2B5EF4-FFF2-40B4-BE49-F238E27FC236}">
                    <a16:creationId xmlns:a16="http://schemas.microsoft.com/office/drawing/2014/main" id="{806D655B-633A-4618-8EC0-48FC8F3612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1" y="3174"/>
                <a:ext cx="701" cy="555"/>
              </a:xfrm>
              <a:custGeom>
                <a:avLst/>
                <a:gdLst>
                  <a:gd name="T0" fmla="*/ 97 w 97"/>
                  <a:gd name="T1" fmla="*/ 15 h 77"/>
                  <a:gd name="T2" fmla="*/ 38 w 97"/>
                  <a:gd name="T3" fmla="*/ 77 h 77"/>
                  <a:gd name="T4" fmla="*/ 10 w 97"/>
                  <a:gd name="T5" fmla="*/ 66 h 77"/>
                  <a:gd name="T6" fmla="*/ 9 w 97"/>
                  <a:gd name="T7" fmla="*/ 65 h 77"/>
                  <a:gd name="T8" fmla="*/ 61 w 97"/>
                  <a:gd name="T9" fmla="*/ 0 h 77"/>
                  <a:gd name="T10" fmla="*/ 63 w 97"/>
                  <a:gd name="T11" fmla="*/ 0 h 77"/>
                  <a:gd name="T12" fmla="*/ 67 w 97"/>
                  <a:gd name="T13" fmla="*/ 0 h 77"/>
                  <a:gd name="T14" fmla="*/ 97 w 97"/>
                  <a:gd name="T15" fmla="*/ 1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7" h="77">
                    <a:moveTo>
                      <a:pt x="97" y="15"/>
                    </a:moveTo>
                    <a:cubicBezTo>
                      <a:pt x="97" y="15"/>
                      <a:pt x="39" y="38"/>
                      <a:pt x="38" y="77"/>
                    </a:cubicBezTo>
                    <a:cubicBezTo>
                      <a:pt x="38" y="77"/>
                      <a:pt x="19" y="75"/>
                      <a:pt x="10" y="66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0" y="56"/>
                      <a:pt x="25" y="15"/>
                      <a:pt x="61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3" y="0"/>
                      <a:pt x="64" y="0"/>
                      <a:pt x="67" y="0"/>
                    </a:cubicBezTo>
                    <a:cubicBezTo>
                      <a:pt x="73" y="2"/>
                      <a:pt x="86" y="5"/>
                      <a:pt x="97" y="15"/>
                    </a:cubicBezTo>
                    <a:close/>
                  </a:path>
                </a:pathLst>
              </a:custGeom>
              <a:solidFill>
                <a:srgbClr val="FFEE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863" name="Freeform 406">
                <a:extLst>
                  <a:ext uri="{FF2B5EF4-FFF2-40B4-BE49-F238E27FC236}">
                    <a16:creationId xmlns:a16="http://schemas.microsoft.com/office/drawing/2014/main" id="{39CAA232-1528-4373-8E2A-4C034FCC3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" y="3174"/>
                <a:ext cx="636" cy="555"/>
              </a:xfrm>
              <a:custGeom>
                <a:avLst/>
                <a:gdLst>
                  <a:gd name="T0" fmla="*/ 88 w 88"/>
                  <a:gd name="T1" fmla="*/ 15 h 77"/>
                  <a:gd name="T2" fmla="*/ 29 w 88"/>
                  <a:gd name="T3" fmla="*/ 77 h 77"/>
                  <a:gd name="T4" fmla="*/ 1 w 88"/>
                  <a:gd name="T5" fmla="*/ 66 h 77"/>
                  <a:gd name="T6" fmla="*/ 0 w 88"/>
                  <a:gd name="T7" fmla="*/ 65 h 77"/>
                  <a:gd name="T8" fmla="*/ 58 w 88"/>
                  <a:gd name="T9" fmla="*/ 0 h 77"/>
                  <a:gd name="T10" fmla="*/ 88 w 88"/>
                  <a:gd name="T11" fmla="*/ 1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" h="77">
                    <a:moveTo>
                      <a:pt x="88" y="15"/>
                    </a:moveTo>
                    <a:cubicBezTo>
                      <a:pt x="88" y="15"/>
                      <a:pt x="30" y="38"/>
                      <a:pt x="29" y="77"/>
                    </a:cubicBezTo>
                    <a:cubicBezTo>
                      <a:pt x="29" y="77"/>
                      <a:pt x="10" y="75"/>
                      <a:pt x="1" y="66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49"/>
                      <a:pt x="25" y="15"/>
                      <a:pt x="58" y="0"/>
                    </a:cubicBezTo>
                    <a:cubicBezTo>
                      <a:pt x="64" y="2"/>
                      <a:pt x="77" y="5"/>
                      <a:pt x="88" y="15"/>
                    </a:cubicBezTo>
                    <a:close/>
                  </a:path>
                </a:pathLst>
              </a:custGeom>
              <a:solidFill>
                <a:srgbClr val="FFC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36" name="Freeform 407">
                <a:extLst>
                  <a:ext uri="{FF2B5EF4-FFF2-40B4-BE49-F238E27FC236}">
                    <a16:creationId xmlns:a16="http://schemas.microsoft.com/office/drawing/2014/main" id="{8FE5429B-9D3A-4060-A780-D8C8CE8883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1" y="2460"/>
                <a:ext cx="1243" cy="1326"/>
              </a:xfrm>
              <a:custGeom>
                <a:avLst/>
                <a:gdLst>
                  <a:gd name="T0" fmla="*/ 172 w 172"/>
                  <a:gd name="T1" fmla="*/ 102 h 184"/>
                  <a:gd name="T2" fmla="*/ 32 w 172"/>
                  <a:gd name="T3" fmla="*/ 183 h 184"/>
                  <a:gd name="T4" fmla="*/ 29 w 172"/>
                  <a:gd name="T5" fmla="*/ 184 h 184"/>
                  <a:gd name="T6" fmla="*/ 13 w 172"/>
                  <a:gd name="T7" fmla="*/ 135 h 184"/>
                  <a:gd name="T8" fmla="*/ 8 w 172"/>
                  <a:gd name="T9" fmla="*/ 77 h 184"/>
                  <a:gd name="T10" fmla="*/ 37 w 172"/>
                  <a:gd name="T11" fmla="*/ 0 h 184"/>
                  <a:gd name="T12" fmla="*/ 38 w 172"/>
                  <a:gd name="T13" fmla="*/ 0 h 184"/>
                  <a:gd name="T14" fmla="*/ 40 w 172"/>
                  <a:gd name="T15" fmla="*/ 6 h 184"/>
                  <a:gd name="T16" fmla="*/ 14 w 172"/>
                  <a:gd name="T17" fmla="*/ 73 h 184"/>
                  <a:gd name="T18" fmla="*/ 13 w 172"/>
                  <a:gd name="T19" fmla="*/ 77 h 184"/>
                  <a:gd name="T20" fmla="*/ 30 w 172"/>
                  <a:gd name="T21" fmla="*/ 167 h 184"/>
                  <a:gd name="T22" fmla="*/ 42 w 172"/>
                  <a:gd name="T23" fmla="*/ 169 h 184"/>
                  <a:gd name="T24" fmla="*/ 143 w 172"/>
                  <a:gd name="T25" fmla="*/ 109 h 184"/>
                  <a:gd name="T26" fmla="*/ 172 w 172"/>
                  <a:gd name="T27" fmla="*/ 102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2" h="184">
                    <a:moveTo>
                      <a:pt x="172" y="102"/>
                    </a:moveTo>
                    <a:cubicBezTo>
                      <a:pt x="32" y="183"/>
                      <a:pt x="32" y="183"/>
                      <a:pt x="32" y="183"/>
                    </a:cubicBezTo>
                    <a:cubicBezTo>
                      <a:pt x="31" y="184"/>
                      <a:pt x="30" y="184"/>
                      <a:pt x="29" y="184"/>
                    </a:cubicBezTo>
                    <a:cubicBezTo>
                      <a:pt x="24" y="172"/>
                      <a:pt x="19" y="155"/>
                      <a:pt x="13" y="135"/>
                    </a:cubicBezTo>
                    <a:cubicBezTo>
                      <a:pt x="0" y="90"/>
                      <a:pt x="8" y="77"/>
                      <a:pt x="8" y="77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0" y="1"/>
                      <a:pt x="41" y="4"/>
                      <a:pt x="40" y="6"/>
                    </a:cubicBezTo>
                    <a:cubicBezTo>
                      <a:pt x="36" y="17"/>
                      <a:pt x="23" y="50"/>
                      <a:pt x="14" y="73"/>
                    </a:cubicBezTo>
                    <a:cubicBezTo>
                      <a:pt x="14" y="75"/>
                      <a:pt x="13" y="76"/>
                      <a:pt x="13" y="77"/>
                    </a:cubicBezTo>
                    <a:cubicBezTo>
                      <a:pt x="7" y="93"/>
                      <a:pt x="23" y="146"/>
                      <a:pt x="30" y="167"/>
                    </a:cubicBezTo>
                    <a:cubicBezTo>
                      <a:pt x="31" y="172"/>
                      <a:pt x="37" y="172"/>
                      <a:pt x="42" y="169"/>
                    </a:cubicBezTo>
                    <a:cubicBezTo>
                      <a:pt x="143" y="109"/>
                      <a:pt x="143" y="109"/>
                      <a:pt x="143" y="109"/>
                    </a:cubicBezTo>
                    <a:lnTo>
                      <a:pt x="172" y="102"/>
                    </a:lnTo>
                    <a:close/>
                  </a:path>
                </a:pathLst>
              </a:custGeom>
              <a:solidFill>
                <a:srgbClr val="FF8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37" name="Freeform 408">
                <a:extLst>
                  <a:ext uri="{FF2B5EF4-FFF2-40B4-BE49-F238E27FC236}">
                    <a16:creationId xmlns:a16="http://schemas.microsoft.com/office/drawing/2014/main" id="{96EC3780-5C51-407A-A331-492D6F846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7" y="2258"/>
                <a:ext cx="144" cy="130"/>
              </a:xfrm>
              <a:custGeom>
                <a:avLst/>
                <a:gdLst>
                  <a:gd name="T0" fmla="*/ 10 w 20"/>
                  <a:gd name="T1" fmla="*/ 17 h 18"/>
                  <a:gd name="T2" fmla="*/ 17 w 20"/>
                  <a:gd name="T3" fmla="*/ 3 h 18"/>
                  <a:gd name="T4" fmla="*/ 12 w 20"/>
                  <a:gd name="T5" fmla="*/ 7 h 18"/>
                  <a:gd name="T6" fmla="*/ 10 w 20"/>
                  <a:gd name="T7" fmla="*/ 9 h 18"/>
                  <a:gd name="T8" fmla="*/ 7 w 20"/>
                  <a:gd name="T9" fmla="*/ 0 h 18"/>
                  <a:gd name="T10" fmla="*/ 1 w 20"/>
                  <a:gd name="T11" fmla="*/ 7 h 18"/>
                  <a:gd name="T12" fmla="*/ 1 w 20"/>
                  <a:gd name="T13" fmla="*/ 15 h 18"/>
                  <a:gd name="T14" fmla="*/ 10 w 20"/>
                  <a:gd name="T15" fmla="*/ 17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18">
                    <a:moveTo>
                      <a:pt x="10" y="17"/>
                    </a:moveTo>
                    <a:cubicBezTo>
                      <a:pt x="14" y="14"/>
                      <a:pt x="20" y="6"/>
                      <a:pt x="17" y="3"/>
                    </a:cubicBezTo>
                    <a:cubicBezTo>
                      <a:pt x="16" y="2"/>
                      <a:pt x="12" y="7"/>
                      <a:pt x="12" y="7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1" y="6"/>
                      <a:pt x="1" y="7"/>
                    </a:cubicBezTo>
                    <a:cubicBezTo>
                      <a:pt x="0" y="8"/>
                      <a:pt x="0" y="14"/>
                      <a:pt x="1" y="15"/>
                    </a:cubicBezTo>
                    <a:cubicBezTo>
                      <a:pt x="1" y="15"/>
                      <a:pt x="8" y="18"/>
                      <a:pt x="10" y="17"/>
                    </a:cubicBezTo>
                    <a:close/>
                  </a:path>
                </a:pathLst>
              </a:custGeom>
              <a:solidFill>
                <a:srgbClr val="FFCE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38" name="Freeform 409">
                <a:extLst>
                  <a:ext uri="{FF2B5EF4-FFF2-40B4-BE49-F238E27FC236}">
                    <a16:creationId xmlns:a16="http://schemas.microsoft.com/office/drawing/2014/main" id="{6AF760F4-41F3-4B39-B4DD-C669A51B3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3" y="2201"/>
                <a:ext cx="310" cy="209"/>
              </a:xfrm>
              <a:custGeom>
                <a:avLst/>
                <a:gdLst>
                  <a:gd name="T0" fmla="*/ 37 w 43"/>
                  <a:gd name="T1" fmla="*/ 29 h 29"/>
                  <a:gd name="T2" fmla="*/ 34 w 43"/>
                  <a:gd name="T3" fmla="*/ 28 h 29"/>
                  <a:gd name="T4" fmla="*/ 4 w 43"/>
                  <a:gd name="T5" fmla="*/ 12 h 29"/>
                  <a:gd name="T6" fmla="*/ 2 w 43"/>
                  <a:gd name="T7" fmla="*/ 4 h 29"/>
                  <a:gd name="T8" fmla="*/ 10 w 43"/>
                  <a:gd name="T9" fmla="*/ 2 h 29"/>
                  <a:gd name="T10" fmla="*/ 39 w 43"/>
                  <a:gd name="T11" fmla="*/ 18 h 29"/>
                  <a:gd name="T12" fmla="*/ 42 w 43"/>
                  <a:gd name="T13" fmla="*/ 26 h 29"/>
                  <a:gd name="T14" fmla="*/ 37 w 43"/>
                  <a:gd name="T15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29">
                    <a:moveTo>
                      <a:pt x="37" y="29"/>
                    </a:moveTo>
                    <a:cubicBezTo>
                      <a:pt x="36" y="29"/>
                      <a:pt x="35" y="28"/>
                      <a:pt x="3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2" y="10"/>
                      <a:pt x="0" y="7"/>
                      <a:pt x="2" y="4"/>
                    </a:cubicBezTo>
                    <a:cubicBezTo>
                      <a:pt x="3" y="1"/>
                      <a:pt x="7" y="0"/>
                      <a:pt x="10" y="2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42" y="19"/>
                      <a:pt x="43" y="23"/>
                      <a:pt x="42" y="26"/>
                    </a:cubicBezTo>
                    <a:cubicBezTo>
                      <a:pt x="41" y="28"/>
                      <a:pt x="39" y="29"/>
                      <a:pt x="37" y="29"/>
                    </a:cubicBezTo>
                    <a:close/>
                  </a:path>
                </a:pathLst>
              </a:custGeom>
              <a:solidFill>
                <a:srgbClr val="4C47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39" name="Freeform 410">
                <a:extLst>
                  <a:ext uri="{FF2B5EF4-FFF2-40B4-BE49-F238E27FC236}">
                    <a16:creationId xmlns:a16="http://schemas.microsoft.com/office/drawing/2014/main" id="{7F7ED677-EAA0-44C3-BAA1-150085230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7" y="1069"/>
                <a:ext cx="506" cy="800"/>
              </a:xfrm>
              <a:custGeom>
                <a:avLst/>
                <a:gdLst>
                  <a:gd name="T0" fmla="*/ 62 w 70"/>
                  <a:gd name="T1" fmla="*/ 40 h 111"/>
                  <a:gd name="T2" fmla="*/ 27 w 70"/>
                  <a:gd name="T3" fmla="*/ 107 h 111"/>
                  <a:gd name="T4" fmla="*/ 14 w 70"/>
                  <a:gd name="T5" fmla="*/ 111 h 111"/>
                  <a:gd name="T6" fmla="*/ 13 w 70"/>
                  <a:gd name="T7" fmla="*/ 110 h 111"/>
                  <a:gd name="T8" fmla="*/ 2 w 70"/>
                  <a:gd name="T9" fmla="*/ 98 h 111"/>
                  <a:gd name="T10" fmla="*/ 39 w 70"/>
                  <a:gd name="T11" fmla="*/ 9 h 111"/>
                  <a:gd name="T12" fmla="*/ 57 w 70"/>
                  <a:gd name="T13" fmla="*/ 2 h 111"/>
                  <a:gd name="T14" fmla="*/ 59 w 70"/>
                  <a:gd name="T15" fmla="*/ 3 h 111"/>
                  <a:gd name="T16" fmla="*/ 62 w 70"/>
                  <a:gd name="T17" fmla="*/ 5 h 111"/>
                  <a:gd name="T18" fmla="*/ 62 w 70"/>
                  <a:gd name="T19" fmla="*/ 4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0" h="111">
                    <a:moveTo>
                      <a:pt x="62" y="40"/>
                    </a:moveTo>
                    <a:cubicBezTo>
                      <a:pt x="58" y="49"/>
                      <a:pt x="29" y="104"/>
                      <a:pt x="27" y="107"/>
                    </a:cubicBezTo>
                    <a:cubicBezTo>
                      <a:pt x="26" y="109"/>
                      <a:pt x="20" y="111"/>
                      <a:pt x="14" y="111"/>
                    </a:cubicBezTo>
                    <a:cubicBezTo>
                      <a:pt x="14" y="111"/>
                      <a:pt x="13" y="111"/>
                      <a:pt x="13" y="110"/>
                    </a:cubicBezTo>
                    <a:cubicBezTo>
                      <a:pt x="6" y="110"/>
                      <a:pt x="0" y="107"/>
                      <a:pt x="2" y="98"/>
                    </a:cubicBezTo>
                    <a:cubicBezTo>
                      <a:pt x="6" y="81"/>
                      <a:pt x="31" y="14"/>
                      <a:pt x="39" y="9"/>
                    </a:cubicBezTo>
                    <a:cubicBezTo>
                      <a:pt x="39" y="9"/>
                      <a:pt x="49" y="0"/>
                      <a:pt x="57" y="2"/>
                    </a:cubicBezTo>
                    <a:cubicBezTo>
                      <a:pt x="58" y="2"/>
                      <a:pt x="58" y="3"/>
                      <a:pt x="59" y="3"/>
                    </a:cubicBezTo>
                    <a:cubicBezTo>
                      <a:pt x="60" y="3"/>
                      <a:pt x="61" y="4"/>
                      <a:pt x="62" y="5"/>
                    </a:cubicBezTo>
                    <a:cubicBezTo>
                      <a:pt x="70" y="12"/>
                      <a:pt x="65" y="31"/>
                      <a:pt x="62" y="40"/>
                    </a:cubicBezTo>
                  </a:path>
                </a:pathLst>
              </a:custGeom>
              <a:solidFill>
                <a:srgbClr val="5123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40" name="Freeform 411">
                <a:extLst>
                  <a:ext uri="{FF2B5EF4-FFF2-40B4-BE49-F238E27FC236}">
                    <a16:creationId xmlns:a16="http://schemas.microsoft.com/office/drawing/2014/main" id="{34D2A500-7AC0-4506-99D9-45DE7EB26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8" y="1761"/>
                <a:ext cx="556" cy="476"/>
              </a:xfrm>
              <a:custGeom>
                <a:avLst/>
                <a:gdLst>
                  <a:gd name="T0" fmla="*/ 74 w 77"/>
                  <a:gd name="T1" fmla="*/ 11 h 66"/>
                  <a:gd name="T2" fmla="*/ 15 w 77"/>
                  <a:gd name="T3" fmla="*/ 65 h 66"/>
                  <a:gd name="T4" fmla="*/ 11 w 77"/>
                  <a:gd name="T5" fmla="*/ 65 h 66"/>
                  <a:gd name="T6" fmla="*/ 5 w 77"/>
                  <a:gd name="T7" fmla="*/ 62 h 66"/>
                  <a:gd name="T8" fmla="*/ 3 w 77"/>
                  <a:gd name="T9" fmla="*/ 48 h 66"/>
                  <a:gd name="T10" fmla="*/ 49 w 77"/>
                  <a:gd name="T11" fmla="*/ 2 h 66"/>
                  <a:gd name="T12" fmla="*/ 69 w 77"/>
                  <a:gd name="T13" fmla="*/ 2 h 66"/>
                  <a:gd name="T14" fmla="*/ 70 w 77"/>
                  <a:gd name="T15" fmla="*/ 2 h 66"/>
                  <a:gd name="T16" fmla="*/ 74 w 77"/>
                  <a:gd name="T17" fmla="*/ 11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66">
                    <a:moveTo>
                      <a:pt x="74" y="11"/>
                    </a:moveTo>
                    <a:cubicBezTo>
                      <a:pt x="66" y="30"/>
                      <a:pt x="20" y="62"/>
                      <a:pt x="15" y="65"/>
                    </a:cubicBezTo>
                    <a:cubicBezTo>
                      <a:pt x="14" y="66"/>
                      <a:pt x="13" y="66"/>
                      <a:pt x="11" y="65"/>
                    </a:cubicBezTo>
                    <a:cubicBezTo>
                      <a:pt x="9" y="64"/>
                      <a:pt x="7" y="63"/>
                      <a:pt x="5" y="62"/>
                    </a:cubicBezTo>
                    <a:cubicBezTo>
                      <a:pt x="2" y="58"/>
                      <a:pt x="0" y="54"/>
                      <a:pt x="3" y="48"/>
                    </a:cubicBezTo>
                    <a:cubicBezTo>
                      <a:pt x="3" y="48"/>
                      <a:pt x="46" y="3"/>
                      <a:pt x="49" y="2"/>
                    </a:cubicBezTo>
                    <a:cubicBezTo>
                      <a:pt x="51" y="2"/>
                      <a:pt x="62" y="0"/>
                      <a:pt x="69" y="2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74" y="3"/>
                      <a:pt x="77" y="6"/>
                      <a:pt x="74" y="11"/>
                    </a:cubicBezTo>
                  </a:path>
                </a:pathLst>
              </a:custGeom>
              <a:solidFill>
                <a:srgbClr val="5123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43" name="Freeform 414">
                <a:extLst>
                  <a:ext uri="{FF2B5EF4-FFF2-40B4-BE49-F238E27FC236}">
                    <a16:creationId xmlns:a16="http://schemas.microsoft.com/office/drawing/2014/main" id="{904265B6-F897-4AE6-A3CF-B95F69C57A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8" y="2121"/>
                <a:ext cx="318" cy="224"/>
              </a:xfrm>
              <a:custGeom>
                <a:avLst/>
                <a:gdLst>
                  <a:gd name="T0" fmla="*/ 5 w 44"/>
                  <a:gd name="T1" fmla="*/ 15 h 31"/>
                  <a:gd name="T2" fmla="*/ 21 w 44"/>
                  <a:gd name="T3" fmla="*/ 8 h 31"/>
                  <a:gd name="T4" fmla="*/ 32 w 44"/>
                  <a:gd name="T5" fmla="*/ 2 h 31"/>
                  <a:gd name="T6" fmla="*/ 41 w 44"/>
                  <a:gd name="T7" fmla="*/ 13 h 31"/>
                  <a:gd name="T8" fmla="*/ 32 w 44"/>
                  <a:gd name="T9" fmla="*/ 18 h 31"/>
                  <a:gd name="T10" fmla="*/ 23 w 44"/>
                  <a:gd name="T11" fmla="*/ 28 h 31"/>
                  <a:gd name="T12" fmla="*/ 5 w 44"/>
                  <a:gd name="T13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31">
                    <a:moveTo>
                      <a:pt x="5" y="15"/>
                    </a:moveTo>
                    <a:cubicBezTo>
                      <a:pt x="5" y="15"/>
                      <a:pt x="12" y="10"/>
                      <a:pt x="21" y="8"/>
                    </a:cubicBezTo>
                    <a:cubicBezTo>
                      <a:pt x="28" y="7"/>
                      <a:pt x="31" y="3"/>
                      <a:pt x="32" y="2"/>
                    </a:cubicBezTo>
                    <a:cubicBezTo>
                      <a:pt x="37" y="0"/>
                      <a:pt x="44" y="10"/>
                      <a:pt x="41" y="13"/>
                    </a:cubicBezTo>
                    <a:cubicBezTo>
                      <a:pt x="36" y="17"/>
                      <a:pt x="35" y="17"/>
                      <a:pt x="32" y="18"/>
                    </a:cubicBezTo>
                    <a:cubicBezTo>
                      <a:pt x="30" y="20"/>
                      <a:pt x="24" y="26"/>
                      <a:pt x="23" y="28"/>
                    </a:cubicBezTo>
                    <a:cubicBezTo>
                      <a:pt x="22" y="31"/>
                      <a:pt x="0" y="25"/>
                      <a:pt x="5" y="15"/>
                    </a:cubicBezTo>
                    <a:close/>
                  </a:path>
                </a:pathLst>
              </a:custGeom>
              <a:solidFill>
                <a:srgbClr val="FFCE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44" name="Freeform 415">
                <a:extLst>
                  <a:ext uri="{FF2B5EF4-FFF2-40B4-BE49-F238E27FC236}">
                    <a16:creationId xmlns:a16="http://schemas.microsoft.com/office/drawing/2014/main" id="{70F609B9-B9FB-4C96-BFF9-4F7F09C34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0" y="2201"/>
                <a:ext cx="195" cy="202"/>
              </a:xfrm>
              <a:custGeom>
                <a:avLst/>
                <a:gdLst>
                  <a:gd name="T0" fmla="*/ 20 w 27"/>
                  <a:gd name="T1" fmla="*/ 14 h 28"/>
                  <a:gd name="T2" fmla="*/ 21 w 27"/>
                  <a:gd name="T3" fmla="*/ 22 h 28"/>
                  <a:gd name="T4" fmla="*/ 3 w 27"/>
                  <a:gd name="T5" fmla="*/ 18 h 28"/>
                  <a:gd name="T6" fmla="*/ 2 w 27"/>
                  <a:gd name="T7" fmla="*/ 5 h 28"/>
                  <a:gd name="T8" fmla="*/ 20 w 27"/>
                  <a:gd name="T9" fmla="*/ 13 h 28"/>
                  <a:gd name="T10" fmla="*/ 20 w 27"/>
                  <a:gd name="T1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" h="28">
                    <a:moveTo>
                      <a:pt x="20" y="14"/>
                    </a:moveTo>
                    <a:cubicBezTo>
                      <a:pt x="20" y="14"/>
                      <a:pt x="19" y="20"/>
                      <a:pt x="21" y="22"/>
                    </a:cubicBezTo>
                    <a:cubicBezTo>
                      <a:pt x="27" y="28"/>
                      <a:pt x="7" y="23"/>
                      <a:pt x="3" y="18"/>
                    </a:cubicBezTo>
                    <a:cubicBezTo>
                      <a:pt x="3" y="18"/>
                      <a:pt x="0" y="7"/>
                      <a:pt x="2" y="5"/>
                    </a:cubicBezTo>
                    <a:cubicBezTo>
                      <a:pt x="5" y="0"/>
                      <a:pt x="20" y="13"/>
                      <a:pt x="20" y="13"/>
                    </a:cubicBezTo>
                    <a:lnTo>
                      <a:pt x="20" y="14"/>
                    </a:lnTo>
                    <a:close/>
                  </a:path>
                </a:pathLst>
              </a:custGeom>
              <a:solidFill>
                <a:srgbClr val="FFCE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9404" name="Freeform 417">
              <a:extLst>
                <a:ext uri="{FF2B5EF4-FFF2-40B4-BE49-F238E27FC236}">
                  <a16:creationId xmlns:a16="http://schemas.microsoft.com/office/drawing/2014/main" id="{2F570E69-9046-4C0B-9A9A-DE3B92047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6" y="2057"/>
              <a:ext cx="217" cy="122"/>
            </a:xfrm>
            <a:custGeom>
              <a:avLst/>
              <a:gdLst>
                <a:gd name="T0" fmla="*/ 30 w 30"/>
                <a:gd name="T1" fmla="*/ 0 h 17"/>
                <a:gd name="T2" fmla="*/ 26 w 30"/>
                <a:gd name="T3" fmla="*/ 1 h 17"/>
                <a:gd name="T4" fmla="*/ 11 w 30"/>
                <a:gd name="T5" fmla="*/ 10 h 17"/>
                <a:gd name="T6" fmla="*/ 0 w 30"/>
                <a:gd name="T7" fmla="*/ 17 h 17"/>
                <a:gd name="T8" fmla="*/ 30 w 30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7">
                  <a:moveTo>
                    <a:pt x="30" y="0"/>
                  </a:moveTo>
                  <a:cubicBezTo>
                    <a:pt x="26" y="1"/>
                    <a:pt x="26" y="1"/>
                    <a:pt x="26" y="1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4" y="11"/>
                    <a:pt x="30" y="0"/>
                    <a:pt x="30" y="0"/>
                  </a:cubicBezTo>
                </a:path>
              </a:pathLst>
            </a:custGeom>
            <a:solidFill>
              <a:srgbClr val="CC7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05" name="Freeform 418">
              <a:extLst>
                <a:ext uri="{FF2B5EF4-FFF2-40B4-BE49-F238E27FC236}">
                  <a16:creationId xmlns:a16="http://schemas.microsoft.com/office/drawing/2014/main" id="{F2DD18D1-A8F6-4953-A6D1-43EA48CAD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6" y="2093"/>
              <a:ext cx="224" cy="122"/>
            </a:xfrm>
            <a:custGeom>
              <a:avLst/>
              <a:gdLst>
                <a:gd name="T0" fmla="*/ 30 w 31"/>
                <a:gd name="T1" fmla="*/ 0 h 17"/>
                <a:gd name="T2" fmla="*/ 26 w 31"/>
                <a:gd name="T3" fmla="*/ 0 h 17"/>
                <a:gd name="T4" fmla="*/ 11 w 31"/>
                <a:gd name="T5" fmla="*/ 9 h 17"/>
                <a:gd name="T6" fmla="*/ 0 w 31"/>
                <a:gd name="T7" fmla="*/ 17 h 17"/>
                <a:gd name="T8" fmla="*/ 0 w 31"/>
                <a:gd name="T9" fmla="*/ 17 h 17"/>
                <a:gd name="T10" fmla="*/ 30 w 31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17">
                  <a:moveTo>
                    <a:pt x="30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17"/>
                    <a:pt x="31" y="0"/>
                    <a:pt x="30" y="0"/>
                  </a:cubicBezTo>
                </a:path>
              </a:pathLst>
            </a:custGeom>
            <a:solidFill>
              <a:srgbClr val="CC7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06" name="Freeform 419">
              <a:extLst>
                <a:ext uri="{FF2B5EF4-FFF2-40B4-BE49-F238E27FC236}">
                  <a16:creationId xmlns:a16="http://schemas.microsoft.com/office/drawing/2014/main" id="{A4C266D1-3830-426F-830B-73A7CDD2F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6" y="2129"/>
              <a:ext cx="217" cy="122"/>
            </a:xfrm>
            <a:custGeom>
              <a:avLst/>
              <a:gdLst>
                <a:gd name="T0" fmla="*/ 30 w 30"/>
                <a:gd name="T1" fmla="*/ 0 h 17"/>
                <a:gd name="T2" fmla="*/ 26 w 30"/>
                <a:gd name="T3" fmla="*/ 0 h 17"/>
                <a:gd name="T4" fmla="*/ 11 w 30"/>
                <a:gd name="T5" fmla="*/ 9 h 17"/>
                <a:gd name="T6" fmla="*/ 0 w 30"/>
                <a:gd name="T7" fmla="*/ 17 h 17"/>
                <a:gd name="T8" fmla="*/ 30 w 30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7">
                  <a:moveTo>
                    <a:pt x="30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4" y="11"/>
                    <a:pt x="30" y="0"/>
                    <a:pt x="30" y="0"/>
                  </a:cubicBezTo>
                </a:path>
              </a:pathLst>
            </a:custGeom>
            <a:solidFill>
              <a:srgbClr val="CC7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07" name="Freeform 420">
              <a:extLst>
                <a:ext uri="{FF2B5EF4-FFF2-40B4-BE49-F238E27FC236}">
                  <a16:creationId xmlns:a16="http://schemas.microsoft.com/office/drawing/2014/main" id="{D8C68E7D-8212-4BFF-9414-A61D9E9AC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6" y="2035"/>
              <a:ext cx="217" cy="144"/>
            </a:xfrm>
            <a:custGeom>
              <a:avLst/>
              <a:gdLst>
                <a:gd name="T0" fmla="*/ 0 w 30"/>
                <a:gd name="T1" fmla="*/ 20 h 20"/>
                <a:gd name="T2" fmla="*/ 1 w 30"/>
                <a:gd name="T3" fmla="*/ 18 h 20"/>
                <a:gd name="T4" fmla="*/ 3 w 30"/>
                <a:gd name="T5" fmla="*/ 15 h 20"/>
                <a:gd name="T6" fmla="*/ 27 w 30"/>
                <a:gd name="T7" fmla="*/ 1 h 20"/>
                <a:gd name="T8" fmla="*/ 30 w 30"/>
                <a:gd name="T9" fmla="*/ 3 h 20"/>
                <a:gd name="T10" fmla="*/ 29 w 30"/>
                <a:gd name="T11" fmla="*/ 3 h 20"/>
                <a:gd name="T12" fmla="*/ 0 w 30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0">
                  <a:moveTo>
                    <a:pt x="0" y="20"/>
                  </a:moveTo>
                  <a:cubicBezTo>
                    <a:pt x="0" y="19"/>
                    <a:pt x="0" y="19"/>
                    <a:pt x="1" y="18"/>
                  </a:cubicBezTo>
                  <a:cubicBezTo>
                    <a:pt x="1" y="17"/>
                    <a:pt x="2" y="16"/>
                    <a:pt x="3" y="15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9" y="0"/>
                    <a:pt x="30" y="1"/>
                    <a:pt x="30" y="3"/>
                  </a:cubicBezTo>
                  <a:cubicBezTo>
                    <a:pt x="29" y="3"/>
                    <a:pt x="29" y="3"/>
                    <a:pt x="29" y="3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FC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672" name="Freeform 421">
              <a:extLst>
                <a:ext uri="{FF2B5EF4-FFF2-40B4-BE49-F238E27FC236}">
                  <a16:creationId xmlns:a16="http://schemas.microsoft.com/office/drawing/2014/main" id="{244CC7F8-D5F1-4F38-BC2D-77B2C6C67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6" y="2107"/>
              <a:ext cx="217" cy="144"/>
            </a:xfrm>
            <a:custGeom>
              <a:avLst/>
              <a:gdLst>
                <a:gd name="T0" fmla="*/ 0 w 30"/>
                <a:gd name="T1" fmla="*/ 20 h 20"/>
                <a:gd name="T2" fmla="*/ 1 w 30"/>
                <a:gd name="T3" fmla="*/ 18 h 20"/>
                <a:gd name="T4" fmla="*/ 3 w 30"/>
                <a:gd name="T5" fmla="*/ 15 h 20"/>
                <a:gd name="T6" fmla="*/ 27 w 30"/>
                <a:gd name="T7" fmla="*/ 1 h 20"/>
                <a:gd name="T8" fmla="*/ 30 w 30"/>
                <a:gd name="T9" fmla="*/ 3 h 20"/>
                <a:gd name="T10" fmla="*/ 29 w 30"/>
                <a:gd name="T11" fmla="*/ 3 h 20"/>
                <a:gd name="T12" fmla="*/ 0 w 30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0">
                  <a:moveTo>
                    <a:pt x="0" y="20"/>
                  </a:moveTo>
                  <a:cubicBezTo>
                    <a:pt x="0" y="19"/>
                    <a:pt x="0" y="18"/>
                    <a:pt x="1" y="18"/>
                  </a:cubicBezTo>
                  <a:cubicBezTo>
                    <a:pt x="1" y="16"/>
                    <a:pt x="2" y="15"/>
                    <a:pt x="3" y="15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9" y="0"/>
                    <a:pt x="30" y="1"/>
                    <a:pt x="30" y="3"/>
                  </a:cubicBezTo>
                  <a:cubicBezTo>
                    <a:pt x="29" y="3"/>
                    <a:pt x="29" y="3"/>
                    <a:pt x="29" y="3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FC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673" name="Freeform 422">
              <a:extLst>
                <a:ext uri="{FF2B5EF4-FFF2-40B4-BE49-F238E27FC236}">
                  <a16:creationId xmlns:a16="http://schemas.microsoft.com/office/drawing/2014/main" id="{127F2BF2-C8D4-40D4-AA25-5017BBB53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6" y="2071"/>
              <a:ext cx="217" cy="144"/>
            </a:xfrm>
            <a:custGeom>
              <a:avLst/>
              <a:gdLst>
                <a:gd name="T0" fmla="*/ 0 w 30"/>
                <a:gd name="T1" fmla="*/ 20 h 20"/>
                <a:gd name="T2" fmla="*/ 1 w 30"/>
                <a:gd name="T3" fmla="*/ 18 h 20"/>
                <a:gd name="T4" fmla="*/ 3 w 30"/>
                <a:gd name="T5" fmla="*/ 15 h 20"/>
                <a:gd name="T6" fmla="*/ 27 w 30"/>
                <a:gd name="T7" fmla="*/ 1 h 20"/>
                <a:gd name="T8" fmla="*/ 30 w 30"/>
                <a:gd name="T9" fmla="*/ 3 h 20"/>
                <a:gd name="T10" fmla="*/ 29 w 30"/>
                <a:gd name="T11" fmla="*/ 3 h 20"/>
                <a:gd name="T12" fmla="*/ 0 w 30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0">
                  <a:moveTo>
                    <a:pt x="0" y="20"/>
                  </a:moveTo>
                  <a:cubicBezTo>
                    <a:pt x="0" y="19"/>
                    <a:pt x="0" y="18"/>
                    <a:pt x="1" y="18"/>
                  </a:cubicBezTo>
                  <a:cubicBezTo>
                    <a:pt x="1" y="16"/>
                    <a:pt x="2" y="15"/>
                    <a:pt x="3" y="15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9" y="0"/>
                    <a:pt x="30" y="1"/>
                    <a:pt x="30" y="3"/>
                  </a:cubicBezTo>
                  <a:cubicBezTo>
                    <a:pt x="29" y="3"/>
                    <a:pt x="29" y="3"/>
                    <a:pt x="29" y="3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FC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51" name="TextBox 56">
            <a:extLst>
              <a:ext uri="{FF2B5EF4-FFF2-40B4-BE49-F238E27FC236}">
                <a16:creationId xmlns:a16="http://schemas.microsoft.com/office/drawing/2014/main" id="{210FE8DE-7D5B-4480-972F-A66A699C4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411" y="1829472"/>
            <a:ext cx="2168946" cy="1518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60963" rIns="0" bIns="0">
            <a:spAutoFit/>
          </a:bodyPr>
          <a:lstStyle>
            <a:lvl1pPr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</a:pPr>
            <a:r>
              <a:rPr lang="es-MX" altLang="es-MX" sz="16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La empresa debe concentrar su atención en la tarea de producir buenos artículos que tenga un precio justo</a:t>
            </a:r>
            <a:r>
              <a:rPr lang="es-SV" altLang="es-MX" sz="16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 </a:t>
            </a:r>
            <a:endParaRPr lang="en-US" altLang="es-MX" sz="12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72" name="TextBox 77">
            <a:extLst>
              <a:ext uri="{FF2B5EF4-FFF2-40B4-BE49-F238E27FC236}">
                <a16:creationId xmlns:a16="http://schemas.microsoft.com/office/drawing/2014/main" id="{C9D7AA06-4212-4B50-95C9-4F60AB19A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162" y="1782436"/>
            <a:ext cx="2274432" cy="336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60963" rIns="0" bIns="0">
            <a:spAutoFit/>
          </a:bodyPr>
          <a:lstStyle>
            <a:lvl1pPr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</a:pPr>
            <a:r>
              <a:rPr lang="es-MX" altLang="es-MX" sz="16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 </a:t>
            </a:r>
          </a:p>
        </p:txBody>
      </p:sp>
      <p:sp>
        <p:nvSpPr>
          <p:cNvPr id="773" name="TextBox 78">
            <a:extLst>
              <a:ext uri="{FF2B5EF4-FFF2-40B4-BE49-F238E27FC236}">
                <a16:creationId xmlns:a16="http://schemas.microsoft.com/office/drawing/2014/main" id="{768C8EFA-A25C-4034-A19E-398B44486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9822" y="1732304"/>
            <a:ext cx="1766094" cy="210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0963" rIns="0" bIns="0">
            <a:spAutoFit/>
          </a:bodyPr>
          <a:lstStyle>
            <a:lvl1pPr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 defTabSz="1217613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s-MX" sz="16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Los consumidores se interesan por comprar productos, en vez de  resolver problemas particulares.</a:t>
            </a:r>
            <a:endParaRPr lang="en-US" altLang="es-MX" sz="12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75" name="TextBox 15">
            <a:extLst>
              <a:ext uri="{FF2B5EF4-FFF2-40B4-BE49-F238E27FC236}">
                <a16:creationId xmlns:a16="http://schemas.microsoft.com/office/drawing/2014/main" id="{EACD9107-004B-422D-8631-585DF697E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49" y="897879"/>
            <a:ext cx="10800195" cy="791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2" tIns="45711" rIns="91422" bIns="4571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s-MX" altLang="es-MX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Es una orientación administrativa que supone que los consumidores responderán favorablemente a los buenos productos que tengan un precio razonable, y que se requiere poco esfuerzo de venta por parte de la empresa para lograr ventas y utilidades satisfactorias.</a:t>
            </a:r>
          </a:p>
          <a:p>
            <a:pPr>
              <a:lnSpc>
                <a:spcPct val="110000"/>
              </a:lnSpc>
            </a:pPr>
            <a:r>
              <a:rPr lang="es-MX" altLang="es-MX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 anterior nos lleva que al momento de analizar un producto se debe tomar en cuenta lo siguiente:</a:t>
            </a:r>
            <a:endParaRPr lang="en-US" altLang="es-MX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76" name="TextBox 775">
            <a:extLst>
              <a:ext uri="{FF2B5EF4-FFF2-40B4-BE49-F238E27FC236}">
                <a16:creationId xmlns:a16="http://schemas.microsoft.com/office/drawing/2014/main" id="{2FD6DCF1-767E-4C81-A824-F6FAC6F30441}"/>
              </a:ext>
            </a:extLst>
          </p:cNvPr>
          <p:cNvSpPr txBox="1"/>
          <p:nvPr/>
        </p:nvSpPr>
        <p:spPr>
          <a:xfrm>
            <a:off x="2338389" y="173193"/>
            <a:ext cx="6191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800" dirty="0">
                <a:solidFill>
                  <a:schemeClr val="bg1"/>
                </a:solidFill>
                <a:latin typeface="Impact" panose="020B0806030902050204" pitchFamily="34" charset="0"/>
              </a:rPr>
              <a:t>PRODUCTO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BC66548-814C-70BB-94D3-9FDD2DBC1B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75" t="15408" r="13602" b="15408"/>
          <a:stretch/>
        </p:blipFill>
        <p:spPr>
          <a:xfrm>
            <a:off x="3165090" y="1998483"/>
            <a:ext cx="1494607" cy="14641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fracture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" grpId="0"/>
      <p:bldP spid="772" grpId="0"/>
      <p:bldP spid="773" grpId="0"/>
      <p:bldP spid="775" grpId="0"/>
      <p:bldP spid="7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FF50EF-16F9-41F1-BAF0-B201B956B5DD}"/>
              </a:ext>
            </a:extLst>
          </p:cNvPr>
          <p:cNvSpPr/>
          <p:nvPr/>
        </p:nvSpPr>
        <p:spPr>
          <a:xfrm>
            <a:off x="0" y="0"/>
            <a:ext cx="12192000" cy="6857463"/>
          </a:xfrm>
          <a:prstGeom prst="rect">
            <a:avLst/>
          </a:prstGeom>
          <a:solidFill>
            <a:srgbClr val="E66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5AC39DA-6CFF-47E8-BAB2-3F5ED53BEDA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3836" y="3171717"/>
            <a:ext cx="3444952" cy="3452751"/>
            <a:chOff x="584" y="906"/>
            <a:chExt cx="3092" cy="3099"/>
          </a:xfrm>
        </p:grpSpPr>
        <p:grpSp>
          <p:nvGrpSpPr>
            <p:cNvPr id="7" name="Group 205">
              <a:extLst>
                <a:ext uri="{FF2B5EF4-FFF2-40B4-BE49-F238E27FC236}">
                  <a16:creationId xmlns:a16="http://schemas.microsoft.com/office/drawing/2014/main" id="{7E75F04C-992B-451C-9EED-0CA27A68C9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1575"/>
              <a:ext cx="2809" cy="2430"/>
              <a:chOff x="867" y="1575"/>
              <a:chExt cx="2809" cy="2430"/>
            </a:xfrm>
          </p:grpSpPr>
          <p:sp>
            <p:nvSpPr>
              <p:cNvPr id="120" name="Freeform 6">
                <a:extLst>
                  <a:ext uri="{FF2B5EF4-FFF2-40B4-BE49-F238E27FC236}">
                    <a16:creationId xmlns:a16="http://schemas.microsoft.com/office/drawing/2014/main" id="{99322A71-AADE-4F86-B30A-7F3D4CDEB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515"/>
                <a:ext cx="111" cy="108"/>
              </a:xfrm>
              <a:custGeom>
                <a:avLst/>
                <a:gdLst>
                  <a:gd name="T0" fmla="*/ 111 w 111"/>
                  <a:gd name="T1" fmla="*/ 0 h 108"/>
                  <a:gd name="T2" fmla="*/ 111 w 111"/>
                  <a:gd name="T3" fmla="*/ 44 h 108"/>
                  <a:gd name="T4" fmla="*/ 0 w 111"/>
                  <a:gd name="T5" fmla="*/ 108 h 108"/>
                  <a:gd name="T6" fmla="*/ 0 w 111"/>
                  <a:gd name="T7" fmla="*/ 68 h 108"/>
                  <a:gd name="T8" fmla="*/ 111 w 111"/>
                  <a:gd name="T9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08">
                    <a:moveTo>
                      <a:pt x="111" y="0"/>
                    </a:moveTo>
                    <a:lnTo>
                      <a:pt x="111" y="44"/>
                    </a:lnTo>
                    <a:lnTo>
                      <a:pt x="0" y="108"/>
                    </a:lnTo>
                    <a:lnTo>
                      <a:pt x="0" y="6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1" name="Freeform 7">
                <a:extLst>
                  <a:ext uri="{FF2B5EF4-FFF2-40B4-BE49-F238E27FC236}">
                    <a16:creationId xmlns:a16="http://schemas.microsoft.com/office/drawing/2014/main" id="{C39277C3-701C-44A8-A43F-9B23ECCFC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1" y="3515"/>
                <a:ext cx="112" cy="108"/>
              </a:xfrm>
              <a:custGeom>
                <a:avLst/>
                <a:gdLst>
                  <a:gd name="T0" fmla="*/ 112 w 112"/>
                  <a:gd name="T1" fmla="*/ 68 h 108"/>
                  <a:gd name="T2" fmla="*/ 112 w 112"/>
                  <a:gd name="T3" fmla="*/ 108 h 108"/>
                  <a:gd name="T4" fmla="*/ 0 w 112"/>
                  <a:gd name="T5" fmla="*/ 44 h 108"/>
                  <a:gd name="T6" fmla="*/ 0 w 112"/>
                  <a:gd name="T7" fmla="*/ 0 h 108"/>
                  <a:gd name="T8" fmla="*/ 112 w 112"/>
                  <a:gd name="T9" fmla="*/ 6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108">
                    <a:moveTo>
                      <a:pt x="112" y="68"/>
                    </a:moveTo>
                    <a:lnTo>
                      <a:pt x="112" y="108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112" y="68"/>
                    </a:lnTo>
                    <a:close/>
                  </a:path>
                </a:pathLst>
              </a:custGeom>
              <a:solidFill>
                <a:srgbClr val="E63B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2" name="Freeform 8">
                <a:extLst>
                  <a:ext uri="{FF2B5EF4-FFF2-40B4-BE49-F238E27FC236}">
                    <a16:creationId xmlns:a16="http://schemas.microsoft.com/office/drawing/2014/main" id="{30DAF085-5099-4736-9782-1F4A7637E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1" y="3451"/>
                <a:ext cx="223" cy="132"/>
              </a:xfrm>
              <a:custGeom>
                <a:avLst/>
                <a:gdLst>
                  <a:gd name="T0" fmla="*/ 223 w 223"/>
                  <a:gd name="T1" fmla="*/ 64 h 132"/>
                  <a:gd name="T2" fmla="*/ 112 w 223"/>
                  <a:gd name="T3" fmla="*/ 132 h 132"/>
                  <a:gd name="T4" fmla="*/ 0 w 223"/>
                  <a:gd name="T5" fmla="*/ 64 h 132"/>
                  <a:gd name="T6" fmla="*/ 112 w 223"/>
                  <a:gd name="T7" fmla="*/ 0 h 132"/>
                  <a:gd name="T8" fmla="*/ 223 w 223"/>
                  <a:gd name="T9" fmla="*/ 64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132">
                    <a:moveTo>
                      <a:pt x="223" y="64"/>
                    </a:moveTo>
                    <a:lnTo>
                      <a:pt x="112" y="132"/>
                    </a:lnTo>
                    <a:lnTo>
                      <a:pt x="0" y="64"/>
                    </a:lnTo>
                    <a:lnTo>
                      <a:pt x="112" y="0"/>
                    </a:lnTo>
                    <a:lnTo>
                      <a:pt x="223" y="64"/>
                    </a:lnTo>
                    <a:close/>
                  </a:path>
                </a:pathLst>
              </a:custGeom>
              <a:solidFill>
                <a:srgbClr val="FF86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3" name="Freeform 9">
                <a:extLst>
                  <a:ext uri="{FF2B5EF4-FFF2-40B4-BE49-F238E27FC236}">
                    <a16:creationId xmlns:a16="http://schemas.microsoft.com/office/drawing/2014/main" id="{D2ABB9D1-99FD-4BB7-A261-50E771C1F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2762"/>
                <a:ext cx="56" cy="789"/>
              </a:xfrm>
              <a:custGeom>
                <a:avLst/>
                <a:gdLst>
                  <a:gd name="T0" fmla="*/ 56 w 56"/>
                  <a:gd name="T1" fmla="*/ 0 h 789"/>
                  <a:gd name="T2" fmla="*/ 56 w 56"/>
                  <a:gd name="T3" fmla="*/ 757 h 789"/>
                  <a:gd name="T4" fmla="*/ 0 w 56"/>
                  <a:gd name="T5" fmla="*/ 789 h 789"/>
                  <a:gd name="T6" fmla="*/ 0 w 56"/>
                  <a:gd name="T7" fmla="*/ 36 h 789"/>
                  <a:gd name="T8" fmla="*/ 56 w 56"/>
                  <a:gd name="T9" fmla="*/ 0 h 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789">
                    <a:moveTo>
                      <a:pt x="56" y="0"/>
                    </a:moveTo>
                    <a:lnTo>
                      <a:pt x="56" y="757"/>
                    </a:lnTo>
                    <a:lnTo>
                      <a:pt x="0" y="789"/>
                    </a:lnTo>
                    <a:lnTo>
                      <a:pt x="0" y="36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4" name="Freeform 10">
                <a:extLst>
                  <a:ext uri="{FF2B5EF4-FFF2-40B4-BE49-F238E27FC236}">
                    <a16:creationId xmlns:a16="http://schemas.microsoft.com/office/drawing/2014/main" id="{FAC40726-9B57-4768-9798-6D738F171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3" y="2762"/>
                <a:ext cx="60" cy="789"/>
              </a:xfrm>
              <a:custGeom>
                <a:avLst/>
                <a:gdLst>
                  <a:gd name="T0" fmla="*/ 60 w 60"/>
                  <a:gd name="T1" fmla="*/ 36 h 789"/>
                  <a:gd name="T2" fmla="*/ 60 w 60"/>
                  <a:gd name="T3" fmla="*/ 789 h 789"/>
                  <a:gd name="T4" fmla="*/ 0 w 60"/>
                  <a:gd name="T5" fmla="*/ 757 h 789"/>
                  <a:gd name="T6" fmla="*/ 4 w 60"/>
                  <a:gd name="T7" fmla="*/ 0 h 789"/>
                  <a:gd name="T8" fmla="*/ 60 w 60"/>
                  <a:gd name="T9" fmla="*/ 36 h 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9">
                    <a:moveTo>
                      <a:pt x="60" y="36"/>
                    </a:moveTo>
                    <a:lnTo>
                      <a:pt x="60" y="789"/>
                    </a:lnTo>
                    <a:lnTo>
                      <a:pt x="0" y="757"/>
                    </a:lnTo>
                    <a:lnTo>
                      <a:pt x="4" y="0"/>
                    </a:lnTo>
                    <a:lnTo>
                      <a:pt x="60" y="36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5" name="Freeform 11">
                <a:extLst>
                  <a:ext uri="{FF2B5EF4-FFF2-40B4-BE49-F238E27FC236}">
                    <a16:creationId xmlns:a16="http://schemas.microsoft.com/office/drawing/2014/main" id="{1E87DA7A-FD50-4333-877C-478282D04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730"/>
                <a:ext cx="112" cy="68"/>
              </a:xfrm>
              <a:custGeom>
                <a:avLst/>
                <a:gdLst>
                  <a:gd name="T0" fmla="*/ 112 w 112"/>
                  <a:gd name="T1" fmla="*/ 32 h 68"/>
                  <a:gd name="T2" fmla="*/ 56 w 112"/>
                  <a:gd name="T3" fmla="*/ 68 h 68"/>
                  <a:gd name="T4" fmla="*/ 0 w 112"/>
                  <a:gd name="T5" fmla="*/ 32 h 68"/>
                  <a:gd name="T6" fmla="*/ 56 w 112"/>
                  <a:gd name="T7" fmla="*/ 0 h 68"/>
                  <a:gd name="T8" fmla="*/ 112 w 112"/>
                  <a:gd name="T9" fmla="*/ 3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68">
                    <a:moveTo>
                      <a:pt x="112" y="32"/>
                    </a:moveTo>
                    <a:lnTo>
                      <a:pt x="56" y="68"/>
                    </a:lnTo>
                    <a:lnTo>
                      <a:pt x="0" y="32"/>
                    </a:lnTo>
                    <a:lnTo>
                      <a:pt x="56" y="0"/>
                    </a:lnTo>
                    <a:lnTo>
                      <a:pt x="112" y="32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6" name="Freeform 12">
                <a:extLst>
                  <a:ext uri="{FF2B5EF4-FFF2-40B4-BE49-F238E27FC236}">
                    <a16:creationId xmlns:a16="http://schemas.microsoft.com/office/drawing/2014/main" id="{F82C30E4-5A29-46C1-B3F0-A9AE5E514F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184"/>
                <a:ext cx="654" cy="443"/>
              </a:xfrm>
              <a:custGeom>
                <a:avLst/>
                <a:gdLst>
                  <a:gd name="T0" fmla="*/ 0 w 654"/>
                  <a:gd name="T1" fmla="*/ 379 h 443"/>
                  <a:gd name="T2" fmla="*/ 654 w 654"/>
                  <a:gd name="T3" fmla="*/ 0 h 443"/>
                  <a:gd name="T4" fmla="*/ 654 w 654"/>
                  <a:gd name="T5" fmla="*/ 64 h 443"/>
                  <a:gd name="T6" fmla="*/ 0 w 654"/>
                  <a:gd name="T7" fmla="*/ 443 h 443"/>
                  <a:gd name="T8" fmla="*/ 0 w 654"/>
                  <a:gd name="T9" fmla="*/ 379 h 4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4" h="443">
                    <a:moveTo>
                      <a:pt x="0" y="379"/>
                    </a:moveTo>
                    <a:lnTo>
                      <a:pt x="654" y="0"/>
                    </a:lnTo>
                    <a:lnTo>
                      <a:pt x="654" y="64"/>
                    </a:lnTo>
                    <a:lnTo>
                      <a:pt x="0" y="443"/>
                    </a:lnTo>
                    <a:lnTo>
                      <a:pt x="0" y="379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7" name="Freeform 13">
                <a:extLst>
                  <a:ext uri="{FF2B5EF4-FFF2-40B4-BE49-F238E27FC236}">
                    <a16:creationId xmlns:a16="http://schemas.microsoft.com/office/drawing/2014/main" id="{9D09C451-DEA3-416F-AA7A-1442D562E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153"/>
                <a:ext cx="709" cy="410"/>
              </a:xfrm>
              <a:custGeom>
                <a:avLst/>
                <a:gdLst>
                  <a:gd name="T0" fmla="*/ 0 w 709"/>
                  <a:gd name="T1" fmla="*/ 378 h 410"/>
                  <a:gd name="T2" fmla="*/ 653 w 709"/>
                  <a:gd name="T3" fmla="*/ 0 h 410"/>
                  <a:gd name="T4" fmla="*/ 709 w 709"/>
                  <a:gd name="T5" fmla="*/ 31 h 410"/>
                  <a:gd name="T6" fmla="*/ 55 w 709"/>
                  <a:gd name="T7" fmla="*/ 410 h 410"/>
                  <a:gd name="T8" fmla="*/ 0 w 709"/>
                  <a:gd name="T9" fmla="*/ 378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9" h="410">
                    <a:moveTo>
                      <a:pt x="0" y="378"/>
                    </a:moveTo>
                    <a:lnTo>
                      <a:pt x="653" y="0"/>
                    </a:lnTo>
                    <a:lnTo>
                      <a:pt x="709" y="31"/>
                    </a:lnTo>
                    <a:lnTo>
                      <a:pt x="55" y="410"/>
                    </a:lnTo>
                    <a:lnTo>
                      <a:pt x="0" y="378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8" name="Freeform 14">
                <a:extLst>
                  <a:ext uri="{FF2B5EF4-FFF2-40B4-BE49-F238E27FC236}">
                    <a16:creationId xmlns:a16="http://schemas.microsoft.com/office/drawing/2014/main" id="{C90ADB9C-BAC7-499D-93A5-4C4C29786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531"/>
                <a:ext cx="55" cy="96"/>
              </a:xfrm>
              <a:custGeom>
                <a:avLst/>
                <a:gdLst>
                  <a:gd name="T0" fmla="*/ 55 w 55"/>
                  <a:gd name="T1" fmla="*/ 32 h 96"/>
                  <a:gd name="T2" fmla="*/ 55 w 55"/>
                  <a:gd name="T3" fmla="*/ 96 h 96"/>
                  <a:gd name="T4" fmla="*/ 0 w 55"/>
                  <a:gd name="T5" fmla="*/ 64 h 96"/>
                  <a:gd name="T6" fmla="*/ 0 w 55"/>
                  <a:gd name="T7" fmla="*/ 0 h 96"/>
                  <a:gd name="T8" fmla="*/ 55 w 55"/>
                  <a:gd name="T9" fmla="*/ 3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96">
                    <a:moveTo>
                      <a:pt x="55" y="32"/>
                    </a:moveTo>
                    <a:lnTo>
                      <a:pt x="55" y="96"/>
                    </a:lnTo>
                    <a:lnTo>
                      <a:pt x="0" y="64"/>
                    </a:lnTo>
                    <a:lnTo>
                      <a:pt x="0" y="0"/>
                    </a:lnTo>
                    <a:lnTo>
                      <a:pt x="55" y="32"/>
                    </a:lnTo>
                    <a:close/>
                  </a:path>
                </a:pathLst>
              </a:custGeom>
              <a:solidFill>
                <a:srgbClr val="6F6D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9" name="Freeform 15">
                <a:extLst>
                  <a:ext uri="{FF2B5EF4-FFF2-40B4-BE49-F238E27FC236}">
                    <a16:creationId xmlns:a16="http://schemas.microsoft.com/office/drawing/2014/main" id="{80AE7501-B43D-40C2-B667-487EF7CCE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7" y="3897"/>
                <a:ext cx="112" cy="108"/>
              </a:xfrm>
              <a:custGeom>
                <a:avLst/>
                <a:gdLst>
                  <a:gd name="T0" fmla="*/ 112 w 112"/>
                  <a:gd name="T1" fmla="*/ 0 h 108"/>
                  <a:gd name="T2" fmla="*/ 112 w 112"/>
                  <a:gd name="T3" fmla="*/ 44 h 108"/>
                  <a:gd name="T4" fmla="*/ 0 w 112"/>
                  <a:gd name="T5" fmla="*/ 108 h 108"/>
                  <a:gd name="T6" fmla="*/ 0 w 112"/>
                  <a:gd name="T7" fmla="*/ 64 h 108"/>
                  <a:gd name="T8" fmla="*/ 112 w 112"/>
                  <a:gd name="T9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108">
                    <a:moveTo>
                      <a:pt x="112" y="0"/>
                    </a:moveTo>
                    <a:lnTo>
                      <a:pt x="112" y="44"/>
                    </a:lnTo>
                    <a:lnTo>
                      <a:pt x="0" y="108"/>
                    </a:lnTo>
                    <a:lnTo>
                      <a:pt x="0" y="6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0" name="Freeform 16">
                <a:extLst>
                  <a:ext uri="{FF2B5EF4-FFF2-40B4-BE49-F238E27FC236}">
                    <a16:creationId xmlns:a16="http://schemas.microsoft.com/office/drawing/2014/main" id="{BA550B5A-7E85-4F32-8EB0-A1AF26A31C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3897"/>
                <a:ext cx="115" cy="108"/>
              </a:xfrm>
              <a:custGeom>
                <a:avLst/>
                <a:gdLst>
                  <a:gd name="T0" fmla="*/ 115 w 115"/>
                  <a:gd name="T1" fmla="*/ 64 h 108"/>
                  <a:gd name="T2" fmla="*/ 115 w 115"/>
                  <a:gd name="T3" fmla="*/ 108 h 108"/>
                  <a:gd name="T4" fmla="*/ 0 w 115"/>
                  <a:gd name="T5" fmla="*/ 44 h 108"/>
                  <a:gd name="T6" fmla="*/ 0 w 115"/>
                  <a:gd name="T7" fmla="*/ 0 h 108"/>
                  <a:gd name="T8" fmla="*/ 115 w 115"/>
                  <a:gd name="T9" fmla="*/ 64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" h="108">
                    <a:moveTo>
                      <a:pt x="115" y="64"/>
                    </a:moveTo>
                    <a:lnTo>
                      <a:pt x="115" y="108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115" y="64"/>
                    </a:lnTo>
                    <a:close/>
                  </a:path>
                </a:pathLst>
              </a:custGeom>
              <a:solidFill>
                <a:srgbClr val="E63B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1" name="Freeform 17">
                <a:extLst>
                  <a:ext uri="{FF2B5EF4-FFF2-40B4-BE49-F238E27FC236}">
                    <a16:creationId xmlns:a16="http://schemas.microsoft.com/office/drawing/2014/main" id="{3A360C6D-B311-4610-A5C6-3AC831A23E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3834"/>
                <a:ext cx="227" cy="127"/>
              </a:xfrm>
              <a:custGeom>
                <a:avLst/>
                <a:gdLst>
                  <a:gd name="T0" fmla="*/ 227 w 227"/>
                  <a:gd name="T1" fmla="*/ 63 h 127"/>
                  <a:gd name="T2" fmla="*/ 115 w 227"/>
                  <a:gd name="T3" fmla="*/ 127 h 127"/>
                  <a:gd name="T4" fmla="*/ 0 w 227"/>
                  <a:gd name="T5" fmla="*/ 63 h 127"/>
                  <a:gd name="T6" fmla="*/ 111 w 227"/>
                  <a:gd name="T7" fmla="*/ 0 h 127"/>
                  <a:gd name="T8" fmla="*/ 227 w 227"/>
                  <a:gd name="T9" fmla="*/ 6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" h="127">
                    <a:moveTo>
                      <a:pt x="227" y="63"/>
                    </a:moveTo>
                    <a:lnTo>
                      <a:pt x="115" y="127"/>
                    </a:lnTo>
                    <a:lnTo>
                      <a:pt x="0" y="63"/>
                    </a:lnTo>
                    <a:lnTo>
                      <a:pt x="111" y="0"/>
                    </a:lnTo>
                    <a:lnTo>
                      <a:pt x="227" y="63"/>
                    </a:lnTo>
                    <a:close/>
                  </a:path>
                </a:pathLst>
              </a:custGeom>
              <a:solidFill>
                <a:srgbClr val="FF86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2" name="Freeform 18">
                <a:extLst>
                  <a:ext uri="{FF2B5EF4-FFF2-40B4-BE49-F238E27FC236}">
                    <a16:creationId xmlns:a16="http://schemas.microsoft.com/office/drawing/2014/main" id="{4F253283-7CA4-4FA4-BB84-2A4BCDF96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3145"/>
                <a:ext cx="60" cy="788"/>
              </a:xfrm>
              <a:custGeom>
                <a:avLst/>
                <a:gdLst>
                  <a:gd name="T0" fmla="*/ 60 w 60"/>
                  <a:gd name="T1" fmla="*/ 0 h 788"/>
                  <a:gd name="T2" fmla="*/ 56 w 60"/>
                  <a:gd name="T3" fmla="*/ 756 h 788"/>
                  <a:gd name="T4" fmla="*/ 0 w 60"/>
                  <a:gd name="T5" fmla="*/ 788 h 788"/>
                  <a:gd name="T6" fmla="*/ 4 w 60"/>
                  <a:gd name="T7" fmla="*/ 31 h 788"/>
                  <a:gd name="T8" fmla="*/ 60 w 60"/>
                  <a:gd name="T9" fmla="*/ 0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8">
                    <a:moveTo>
                      <a:pt x="60" y="0"/>
                    </a:moveTo>
                    <a:lnTo>
                      <a:pt x="56" y="756"/>
                    </a:lnTo>
                    <a:lnTo>
                      <a:pt x="0" y="788"/>
                    </a:lnTo>
                    <a:lnTo>
                      <a:pt x="4" y="31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3" name="Freeform 19">
                <a:extLst>
                  <a:ext uri="{FF2B5EF4-FFF2-40B4-BE49-F238E27FC236}">
                    <a16:creationId xmlns:a16="http://schemas.microsoft.com/office/drawing/2014/main" id="{89EE6B0D-EA39-495C-A76C-6A5D6698A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8" y="3145"/>
                <a:ext cx="59" cy="788"/>
              </a:xfrm>
              <a:custGeom>
                <a:avLst/>
                <a:gdLst>
                  <a:gd name="T0" fmla="*/ 59 w 59"/>
                  <a:gd name="T1" fmla="*/ 31 h 788"/>
                  <a:gd name="T2" fmla="*/ 55 w 59"/>
                  <a:gd name="T3" fmla="*/ 788 h 788"/>
                  <a:gd name="T4" fmla="*/ 0 w 59"/>
                  <a:gd name="T5" fmla="*/ 756 h 788"/>
                  <a:gd name="T6" fmla="*/ 4 w 59"/>
                  <a:gd name="T7" fmla="*/ 0 h 788"/>
                  <a:gd name="T8" fmla="*/ 59 w 59"/>
                  <a:gd name="T9" fmla="*/ 31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788">
                    <a:moveTo>
                      <a:pt x="59" y="31"/>
                    </a:moveTo>
                    <a:lnTo>
                      <a:pt x="55" y="788"/>
                    </a:lnTo>
                    <a:lnTo>
                      <a:pt x="0" y="756"/>
                    </a:lnTo>
                    <a:lnTo>
                      <a:pt x="4" y="0"/>
                    </a:lnTo>
                    <a:lnTo>
                      <a:pt x="59" y="31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4" name="Freeform 20">
                <a:extLst>
                  <a:ext uri="{FF2B5EF4-FFF2-40B4-BE49-F238E27FC236}">
                    <a16:creationId xmlns:a16="http://schemas.microsoft.com/office/drawing/2014/main" id="{982C2661-0854-47D2-85B3-9E274AE1E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" y="3113"/>
                <a:ext cx="111" cy="63"/>
              </a:xfrm>
              <a:custGeom>
                <a:avLst/>
                <a:gdLst>
                  <a:gd name="T0" fmla="*/ 111 w 111"/>
                  <a:gd name="T1" fmla="*/ 32 h 63"/>
                  <a:gd name="T2" fmla="*/ 55 w 111"/>
                  <a:gd name="T3" fmla="*/ 63 h 63"/>
                  <a:gd name="T4" fmla="*/ 0 w 111"/>
                  <a:gd name="T5" fmla="*/ 32 h 63"/>
                  <a:gd name="T6" fmla="*/ 55 w 111"/>
                  <a:gd name="T7" fmla="*/ 0 h 63"/>
                  <a:gd name="T8" fmla="*/ 111 w 111"/>
                  <a:gd name="T9" fmla="*/ 3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63">
                    <a:moveTo>
                      <a:pt x="111" y="32"/>
                    </a:moveTo>
                    <a:lnTo>
                      <a:pt x="55" y="63"/>
                    </a:lnTo>
                    <a:lnTo>
                      <a:pt x="0" y="32"/>
                    </a:lnTo>
                    <a:lnTo>
                      <a:pt x="55" y="0"/>
                    </a:lnTo>
                    <a:lnTo>
                      <a:pt x="111" y="32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5" name="Freeform 21">
                <a:extLst>
                  <a:ext uri="{FF2B5EF4-FFF2-40B4-BE49-F238E27FC236}">
                    <a16:creationId xmlns:a16="http://schemas.microsoft.com/office/drawing/2014/main" id="{DFC60100-41BF-440E-8E0A-D2BC54B3C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" y="3001"/>
                <a:ext cx="112" cy="108"/>
              </a:xfrm>
              <a:custGeom>
                <a:avLst/>
                <a:gdLst>
                  <a:gd name="T0" fmla="*/ 112 w 112"/>
                  <a:gd name="T1" fmla="*/ 0 h 108"/>
                  <a:gd name="T2" fmla="*/ 112 w 112"/>
                  <a:gd name="T3" fmla="*/ 44 h 108"/>
                  <a:gd name="T4" fmla="*/ 0 w 112"/>
                  <a:gd name="T5" fmla="*/ 108 h 108"/>
                  <a:gd name="T6" fmla="*/ 0 w 112"/>
                  <a:gd name="T7" fmla="*/ 64 h 108"/>
                  <a:gd name="T8" fmla="*/ 112 w 112"/>
                  <a:gd name="T9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108">
                    <a:moveTo>
                      <a:pt x="112" y="0"/>
                    </a:moveTo>
                    <a:lnTo>
                      <a:pt x="112" y="44"/>
                    </a:lnTo>
                    <a:lnTo>
                      <a:pt x="0" y="108"/>
                    </a:lnTo>
                    <a:lnTo>
                      <a:pt x="0" y="6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6" name="Freeform 22">
                <a:extLst>
                  <a:ext uri="{FF2B5EF4-FFF2-40B4-BE49-F238E27FC236}">
                    <a16:creationId xmlns:a16="http://schemas.microsoft.com/office/drawing/2014/main" id="{9F847DAC-7EBD-42A9-991D-8941E3520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3001"/>
                <a:ext cx="111" cy="108"/>
              </a:xfrm>
              <a:custGeom>
                <a:avLst/>
                <a:gdLst>
                  <a:gd name="T0" fmla="*/ 111 w 111"/>
                  <a:gd name="T1" fmla="*/ 64 h 108"/>
                  <a:gd name="T2" fmla="*/ 111 w 111"/>
                  <a:gd name="T3" fmla="*/ 108 h 108"/>
                  <a:gd name="T4" fmla="*/ 0 w 111"/>
                  <a:gd name="T5" fmla="*/ 44 h 108"/>
                  <a:gd name="T6" fmla="*/ 0 w 111"/>
                  <a:gd name="T7" fmla="*/ 0 h 108"/>
                  <a:gd name="T8" fmla="*/ 111 w 111"/>
                  <a:gd name="T9" fmla="*/ 64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08">
                    <a:moveTo>
                      <a:pt x="111" y="64"/>
                    </a:moveTo>
                    <a:lnTo>
                      <a:pt x="111" y="108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111" y="64"/>
                    </a:lnTo>
                    <a:close/>
                  </a:path>
                </a:pathLst>
              </a:custGeom>
              <a:solidFill>
                <a:srgbClr val="E63B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7" name="Freeform 23">
                <a:extLst>
                  <a:ext uri="{FF2B5EF4-FFF2-40B4-BE49-F238E27FC236}">
                    <a16:creationId xmlns:a16="http://schemas.microsoft.com/office/drawing/2014/main" id="{3FC9EE7A-29A6-40A1-9142-7CB7E2D7F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2937"/>
                <a:ext cx="223" cy="128"/>
              </a:xfrm>
              <a:custGeom>
                <a:avLst/>
                <a:gdLst>
                  <a:gd name="T0" fmla="*/ 223 w 223"/>
                  <a:gd name="T1" fmla="*/ 64 h 128"/>
                  <a:gd name="T2" fmla="*/ 111 w 223"/>
                  <a:gd name="T3" fmla="*/ 128 h 128"/>
                  <a:gd name="T4" fmla="*/ 0 w 223"/>
                  <a:gd name="T5" fmla="*/ 64 h 128"/>
                  <a:gd name="T6" fmla="*/ 111 w 223"/>
                  <a:gd name="T7" fmla="*/ 0 h 128"/>
                  <a:gd name="T8" fmla="*/ 223 w 223"/>
                  <a:gd name="T9" fmla="*/ 64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128">
                    <a:moveTo>
                      <a:pt x="223" y="64"/>
                    </a:moveTo>
                    <a:lnTo>
                      <a:pt x="111" y="128"/>
                    </a:lnTo>
                    <a:lnTo>
                      <a:pt x="0" y="64"/>
                    </a:lnTo>
                    <a:lnTo>
                      <a:pt x="111" y="0"/>
                    </a:lnTo>
                    <a:lnTo>
                      <a:pt x="223" y="64"/>
                    </a:lnTo>
                    <a:close/>
                  </a:path>
                </a:pathLst>
              </a:custGeom>
              <a:solidFill>
                <a:srgbClr val="FF86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8" name="Freeform 24">
                <a:extLst>
                  <a:ext uri="{FF2B5EF4-FFF2-40B4-BE49-F238E27FC236}">
                    <a16:creationId xmlns:a16="http://schemas.microsoft.com/office/drawing/2014/main" id="{B846A44C-E803-4E46-A009-9466B99ED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6" y="2248"/>
                <a:ext cx="60" cy="789"/>
              </a:xfrm>
              <a:custGeom>
                <a:avLst/>
                <a:gdLst>
                  <a:gd name="T0" fmla="*/ 60 w 60"/>
                  <a:gd name="T1" fmla="*/ 0 h 789"/>
                  <a:gd name="T2" fmla="*/ 60 w 60"/>
                  <a:gd name="T3" fmla="*/ 753 h 789"/>
                  <a:gd name="T4" fmla="*/ 0 w 60"/>
                  <a:gd name="T5" fmla="*/ 789 h 789"/>
                  <a:gd name="T6" fmla="*/ 4 w 60"/>
                  <a:gd name="T7" fmla="*/ 32 h 789"/>
                  <a:gd name="T8" fmla="*/ 60 w 60"/>
                  <a:gd name="T9" fmla="*/ 0 h 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9">
                    <a:moveTo>
                      <a:pt x="60" y="0"/>
                    </a:moveTo>
                    <a:lnTo>
                      <a:pt x="60" y="753"/>
                    </a:lnTo>
                    <a:lnTo>
                      <a:pt x="0" y="789"/>
                    </a:lnTo>
                    <a:lnTo>
                      <a:pt x="4" y="3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9" name="Freeform 25">
                <a:extLst>
                  <a:ext uri="{FF2B5EF4-FFF2-40B4-BE49-F238E27FC236}">
                    <a16:creationId xmlns:a16="http://schemas.microsoft.com/office/drawing/2014/main" id="{70222495-CF58-4ABA-875D-F3A14C40B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1" y="2248"/>
                <a:ext cx="59" cy="789"/>
              </a:xfrm>
              <a:custGeom>
                <a:avLst/>
                <a:gdLst>
                  <a:gd name="T0" fmla="*/ 59 w 59"/>
                  <a:gd name="T1" fmla="*/ 32 h 789"/>
                  <a:gd name="T2" fmla="*/ 55 w 59"/>
                  <a:gd name="T3" fmla="*/ 789 h 789"/>
                  <a:gd name="T4" fmla="*/ 0 w 59"/>
                  <a:gd name="T5" fmla="*/ 753 h 789"/>
                  <a:gd name="T6" fmla="*/ 3 w 59"/>
                  <a:gd name="T7" fmla="*/ 0 h 789"/>
                  <a:gd name="T8" fmla="*/ 59 w 59"/>
                  <a:gd name="T9" fmla="*/ 32 h 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789">
                    <a:moveTo>
                      <a:pt x="59" y="32"/>
                    </a:moveTo>
                    <a:lnTo>
                      <a:pt x="55" y="789"/>
                    </a:lnTo>
                    <a:lnTo>
                      <a:pt x="0" y="753"/>
                    </a:lnTo>
                    <a:lnTo>
                      <a:pt x="3" y="0"/>
                    </a:lnTo>
                    <a:lnTo>
                      <a:pt x="59" y="32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0" name="Freeform 26">
                <a:extLst>
                  <a:ext uri="{FF2B5EF4-FFF2-40B4-BE49-F238E27FC236}">
                    <a16:creationId xmlns:a16="http://schemas.microsoft.com/office/drawing/2014/main" id="{30A1CD80-4D54-41F2-9722-AC12BF4483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4" y="2216"/>
                <a:ext cx="112" cy="64"/>
              </a:xfrm>
              <a:custGeom>
                <a:avLst/>
                <a:gdLst>
                  <a:gd name="T0" fmla="*/ 112 w 112"/>
                  <a:gd name="T1" fmla="*/ 32 h 64"/>
                  <a:gd name="T2" fmla="*/ 56 w 112"/>
                  <a:gd name="T3" fmla="*/ 64 h 64"/>
                  <a:gd name="T4" fmla="*/ 0 w 112"/>
                  <a:gd name="T5" fmla="*/ 32 h 64"/>
                  <a:gd name="T6" fmla="*/ 56 w 112"/>
                  <a:gd name="T7" fmla="*/ 0 h 64"/>
                  <a:gd name="T8" fmla="*/ 112 w 112"/>
                  <a:gd name="T9" fmla="*/ 3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64">
                    <a:moveTo>
                      <a:pt x="112" y="32"/>
                    </a:moveTo>
                    <a:lnTo>
                      <a:pt x="56" y="64"/>
                    </a:lnTo>
                    <a:lnTo>
                      <a:pt x="0" y="32"/>
                    </a:lnTo>
                    <a:lnTo>
                      <a:pt x="56" y="0"/>
                    </a:lnTo>
                    <a:lnTo>
                      <a:pt x="112" y="32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1" name="Freeform 27">
                <a:extLst>
                  <a:ext uri="{FF2B5EF4-FFF2-40B4-BE49-F238E27FC236}">
                    <a16:creationId xmlns:a16="http://schemas.microsoft.com/office/drawing/2014/main" id="{CC227AD9-9DF6-4575-8BDE-C10E2F80E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667"/>
                <a:ext cx="653" cy="446"/>
              </a:xfrm>
              <a:custGeom>
                <a:avLst/>
                <a:gdLst>
                  <a:gd name="T0" fmla="*/ 0 w 653"/>
                  <a:gd name="T1" fmla="*/ 378 h 446"/>
                  <a:gd name="T2" fmla="*/ 653 w 653"/>
                  <a:gd name="T3" fmla="*/ 0 h 446"/>
                  <a:gd name="T4" fmla="*/ 653 w 653"/>
                  <a:gd name="T5" fmla="*/ 67 h 446"/>
                  <a:gd name="T6" fmla="*/ 0 w 653"/>
                  <a:gd name="T7" fmla="*/ 446 h 446"/>
                  <a:gd name="T8" fmla="*/ 0 w 653"/>
                  <a:gd name="T9" fmla="*/ 378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3" h="446">
                    <a:moveTo>
                      <a:pt x="0" y="378"/>
                    </a:moveTo>
                    <a:lnTo>
                      <a:pt x="653" y="0"/>
                    </a:lnTo>
                    <a:lnTo>
                      <a:pt x="653" y="67"/>
                    </a:lnTo>
                    <a:lnTo>
                      <a:pt x="0" y="446"/>
                    </a:lnTo>
                    <a:lnTo>
                      <a:pt x="0" y="378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2" name="Freeform 28">
                <a:extLst>
                  <a:ext uri="{FF2B5EF4-FFF2-40B4-BE49-F238E27FC236}">
                    <a16:creationId xmlns:a16="http://schemas.microsoft.com/office/drawing/2014/main" id="{80103AD0-F40C-4C90-B720-4890074C1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5" y="2635"/>
                <a:ext cx="709" cy="410"/>
              </a:xfrm>
              <a:custGeom>
                <a:avLst/>
                <a:gdLst>
                  <a:gd name="T0" fmla="*/ 0 w 709"/>
                  <a:gd name="T1" fmla="*/ 378 h 410"/>
                  <a:gd name="T2" fmla="*/ 653 w 709"/>
                  <a:gd name="T3" fmla="*/ 0 h 410"/>
                  <a:gd name="T4" fmla="*/ 709 w 709"/>
                  <a:gd name="T5" fmla="*/ 32 h 410"/>
                  <a:gd name="T6" fmla="*/ 56 w 709"/>
                  <a:gd name="T7" fmla="*/ 410 h 410"/>
                  <a:gd name="T8" fmla="*/ 0 w 709"/>
                  <a:gd name="T9" fmla="*/ 378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9" h="410">
                    <a:moveTo>
                      <a:pt x="0" y="378"/>
                    </a:moveTo>
                    <a:lnTo>
                      <a:pt x="653" y="0"/>
                    </a:lnTo>
                    <a:lnTo>
                      <a:pt x="709" y="32"/>
                    </a:lnTo>
                    <a:lnTo>
                      <a:pt x="56" y="410"/>
                    </a:lnTo>
                    <a:lnTo>
                      <a:pt x="0" y="378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3" name="Freeform 29">
                <a:extLst>
                  <a:ext uri="{FF2B5EF4-FFF2-40B4-BE49-F238E27FC236}">
                    <a16:creationId xmlns:a16="http://schemas.microsoft.com/office/drawing/2014/main" id="{ABB75A06-6C1A-4749-83E9-ABFF0EE59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5" y="3013"/>
                <a:ext cx="56" cy="100"/>
              </a:xfrm>
              <a:custGeom>
                <a:avLst/>
                <a:gdLst>
                  <a:gd name="T0" fmla="*/ 56 w 56"/>
                  <a:gd name="T1" fmla="*/ 32 h 100"/>
                  <a:gd name="T2" fmla="*/ 56 w 56"/>
                  <a:gd name="T3" fmla="*/ 100 h 100"/>
                  <a:gd name="T4" fmla="*/ 0 w 56"/>
                  <a:gd name="T5" fmla="*/ 68 h 100"/>
                  <a:gd name="T6" fmla="*/ 0 w 56"/>
                  <a:gd name="T7" fmla="*/ 0 h 100"/>
                  <a:gd name="T8" fmla="*/ 56 w 56"/>
                  <a:gd name="T9" fmla="*/ 3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100">
                    <a:moveTo>
                      <a:pt x="56" y="32"/>
                    </a:moveTo>
                    <a:lnTo>
                      <a:pt x="56" y="100"/>
                    </a:lnTo>
                    <a:lnTo>
                      <a:pt x="0" y="68"/>
                    </a:lnTo>
                    <a:lnTo>
                      <a:pt x="0" y="0"/>
                    </a:lnTo>
                    <a:lnTo>
                      <a:pt x="56" y="32"/>
                    </a:lnTo>
                    <a:close/>
                  </a:path>
                </a:pathLst>
              </a:custGeom>
              <a:solidFill>
                <a:srgbClr val="6F6D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4" name="Freeform 30">
                <a:extLst>
                  <a:ext uri="{FF2B5EF4-FFF2-40B4-BE49-F238E27FC236}">
                    <a16:creationId xmlns:a16="http://schemas.microsoft.com/office/drawing/2014/main" id="{ED6E9190-AF48-4C6F-AF41-905F5A7E2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3384"/>
                <a:ext cx="115" cy="107"/>
              </a:xfrm>
              <a:custGeom>
                <a:avLst/>
                <a:gdLst>
                  <a:gd name="T0" fmla="*/ 115 w 115"/>
                  <a:gd name="T1" fmla="*/ 0 h 107"/>
                  <a:gd name="T2" fmla="*/ 115 w 115"/>
                  <a:gd name="T3" fmla="*/ 43 h 107"/>
                  <a:gd name="T4" fmla="*/ 0 w 115"/>
                  <a:gd name="T5" fmla="*/ 107 h 107"/>
                  <a:gd name="T6" fmla="*/ 4 w 115"/>
                  <a:gd name="T7" fmla="*/ 63 h 107"/>
                  <a:gd name="T8" fmla="*/ 115 w 115"/>
                  <a:gd name="T9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" h="107">
                    <a:moveTo>
                      <a:pt x="115" y="0"/>
                    </a:moveTo>
                    <a:lnTo>
                      <a:pt x="115" y="43"/>
                    </a:lnTo>
                    <a:lnTo>
                      <a:pt x="0" y="107"/>
                    </a:lnTo>
                    <a:lnTo>
                      <a:pt x="4" y="63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5" name="Freeform 31">
                <a:extLst>
                  <a:ext uri="{FF2B5EF4-FFF2-40B4-BE49-F238E27FC236}">
                    <a16:creationId xmlns:a16="http://schemas.microsoft.com/office/drawing/2014/main" id="{33349DCD-7C76-4A8E-9863-E9F214E8EE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3384"/>
                <a:ext cx="116" cy="107"/>
              </a:xfrm>
              <a:custGeom>
                <a:avLst/>
                <a:gdLst>
                  <a:gd name="T0" fmla="*/ 116 w 116"/>
                  <a:gd name="T1" fmla="*/ 63 h 107"/>
                  <a:gd name="T2" fmla="*/ 112 w 116"/>
                  <a:gd name="T3" fmla="*/ 107 h 107"/>
                  <a:gd name="T4" fmla="*/ 0 w 116"/>
                  <a:gd name="T5" fmla="*/ 43 h 107"/>
                  <a:gd name="T6" fmla="*/ 0 w 116"/>
                  <a:gd name="T7" fmla="*/ 0 h 107"/>
                  <a:gd name="T8" fmla="*/ 116 w 116"/>
                  <a:gd name="T9" fmla="*/ 63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107">
                    <a:moveTo>
                      <a:pt x="116" y="63"/>
                    </a:moveTo>
                    <a:lnTo>
                      <a:pt x="112" y="107"/>
                    </a:lnTo>
                    <a:lnTo>
                      <a:pt x="0" y="43"/>
                    </a:lnTo>
                    <a:lnTo>
                      <a:pt x="0" y="0"/>
                    </a:lnTo>
                    <a:lnTo>
                      <a:pt x="116" y="63"/>
                    </a:lnTo>
                    <a:close/>
                  </a:path>
                </a:pathLst>
              </a:custGeom>
              <a:solidFill>
                <a:srgbClr val="E63B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6" name="Freeform 32">
                <a:extLst>
                  <a:ext uri="{FF2B5EF4-FFF2-40B4-BE49-F238E27FC236}">
                    <a16:creationId xmlns:a16="http://schemas.microsoft.com/office/drawing/2014/main" id="{BF2ED4A0-DBAE-48CD-B7DE-5F15474B3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3320"/>
                <a:ext cx="227" cy="127"/>
              </a:xfrm>
              <a:custGeom>
                <a:avLst/>
                <a:gdLst>
                  <a:gd name="T0" fmla="*/ 227 w 227"/>
                  <a:gd name="T1" fmla="*/ 64 h 127"/>
                  <a:gd name="T2" fmla="*/ 116 w 227"/>
                  <a:gd name="T3" fmla="*/ 127 h 127"/>
                  <a:gd name="T4" fmla="*/ 0 w 227"/>
                  <a:gd name="T5" fmla="*/ 64 h 127"/>
                  <a:gd name="T6" fmla="*/ 112 w 227"/>
                  <a:gd name="T7" fmla="*/ 0 h 127"/>
                  <a:gd name="T8" fmla="*/ 227 w 227"/>
                  <a:gd name="T9" fmla="*/ 64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" h="127">
                    <a:moveTo>
                      <a:pt x="227" y="64"/>
                    </a:moveTo>
                    <a:lnTo>
                      <a:pt x="116" y="127"/>
                    </a:lnTo>
                    <a:lnTo>
                      <a:pt x="0" y="64"/>
                    </a:lnTo>
                    <a:lnTo>
                      <a:pt x="112" y="0"/>
                    </a:lnTo>
                    <a:lnTo>
                      <a:pt x="227" y="64"/>
                    </a:lnTo>
                    <a:close/>
                  </a:path>
                </a:pathLst>
              </a:custGeom>
              <a:solidFill>
                <a:srgbClr val="FF86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7" name="Freeform 33">
                <a:extLst>
                  <a:ext uri="{FF2B5EF4-FFF2-40B4-BE49-F238E27FC236}">
                    <a16:creationId xmlns:a16="http://schemas.microsoft.com/office/drawing/2014/main" id="{FFDD9827-231F-4240-8483-DAE0985CB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631"/>
                <a:ext cx="60" cy="788"/>
              </a:xfrm>
              <a:custGeom>
                <a:avLst/>
                <a:gdLst>
                  <a:gd name="T0" fmla="*/ 60 w 60"/>
                  <a:gd name="T1" fmla="*/ 0 h 788"/>
                  <a:gd name="T2" fmla="*/ 56 w 60"/>
                  <a:gd name="T3" fmla="*/ 753 h 788"/>
                  <a:gd name="T4" fmla="*/ 0 w 60"/>
                  <a:gd name="T5" fmla="*/ 788 h 788"/>
                  <a:gd name="T6" fmla="*/ 4 w 60"/>
                  <a:gd name="T7" fmla="*/ 32 h 788"/>
                  <a:gd name="T8" fmla="*/ 60 w 60"/>
                  <a:gd name="T9" fmla="*/ 0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8">
                    <a:moveTo>
                      <a:pt x="60" y="0"/>
                    </a:moveTo>
                    <a:lnTo>
                      <a:pt x="56" y="753"/>
                    </a:lnTo>
                    <a:lnTo>
                      <a:pt x="0" y="788"/>
                    </a:lnTo>
                    <a:lnTo>
                      <a:pt x="4" y="3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8" name="Freeform 34">
                <a:extLst>
                  <a:ext uri="{FF2B5EF4-FFF2-40B4-BE49-F238E27FC236}">
                    <a16:creationId xmlns:a16="http://schemas.microsoft.com/office/drawing/2014/main" id="{553FB605-CA36-4201-AF26-53268F4F3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5" y="2631"/>
                <a:ext cx="60" cy="788"/>
              </a:xfrm>
              <a:custGeom>
                <a:avLst/>
                <a:gdLst>
                  <a:gd name="T0" fmla="*/ 60 w 60"/>
                  <a:gd name="T1" fmla="*/ 32 h 788"/>
                  <a:gd name="T2" fmla="*/ 56 w 60"/>
                  <a:gd name="T3" fmla="*/ 788 h 788"/>
                  <a:gd name="T4" fmla="*/ 0 w 60"/>
                  <a:gd name="T5" fmla="*/ 753 h 788"/>
                  <a:gd name="T6" fmla="*/ 4 w 60"/>
                  <a:gd name="T7" fmla="*/ 0 h 788"/>
                  <a:gd name="T8" fmla="*/ 60 w 60"/>
                  <a:gd name="T9" fmla="*/ 32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8">
                    <a:moveTo>
                      <a:pt x="60" y="32"/>
                    </a:moveTo>
                    <a:lnTo>
                      <a:pt x="56" y="788"/>
                    </a:lnTo>
                    <a:lnTo>
                      <a:pt x="0" y="753"/>
                    </a:lnTo>
                    <a:lnTo>
                      <a:pt x="4" y="0"/>
                    </a:lnTo>
                    <a:lnTo>
                      <a:pt x="60" y="32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9" name="Freeform 35">
                <a:extLst>
                  <a:ext uri="{FF2B5EF4-FFF2-40B4-BE49-F238E27FC236}">
                    <a16:creationId xmlns:a16="http://schemas.microsoft.com/office/drawing/2014/main" id="{46A9B16D-1D6B-4EAC-B511-0C3214CE0F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9" y="2599"/>
                <a:ext cx="112" cy="64"/>
              </a:xfrm>
              <a:custGeom>
                <a:avLst/>
                <a:gdLst>
                  <a:gd name="T0" fmla="*/ 112 w 112"/>
                  <a:gd name="T1" fmla="*/ 32 h 64"/>
                  <a:gd name="T2" fmla="*/ 56 w 112"/>
                  <a:gd name="T3" fmla="*/ 64 h 64"/>
                  <a:gd name="T4" fmla="*/ 0 w 112"/>
                  <a:gd name="T5" fmla="*/ 32 h 64"/>
                  <a:gd name="T6" fmla="*/ 56 w 112"/>
                  <a:gd name="T7" fmla="*/ 0 h 64"/>
                  <a:gd name="T8" fmla="*/ 112 w 112"/>
                  <a:gd name="T9" fmla="*/ 3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64">
                    <a:moveTo>
                      <a:pt x="112" y="32"/>
                    </a:moveTo>
                    <a:lnTo>
                      <a:pt x="56" y="64"/>
                    </a:lnTo>
                    <a:lnTo>
                      <a:pt x="0" y="32"/>
                    </a:lnTo>
                    <a:lnTo>
                      <a:pt x="56" y="0"/>
                    </a:lnTo>
                    <a:lnTo>
                      <a:pt x="112" y="32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0" name="Freeform 36">
                <a:extLst>
                  <a:ext uri="{FF2B5EF4-FFF2-40B4-BE49-F238E27FC236}">
                    <a16:creationId xmlns:a16="http://schemas.microsoft.com/office/drawing/2014/main" id="{E2E1B61C-4AE8-4EF3-AD0B-4A9089BB1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8" y="2487"/>
                <a:ext cx="111" cy="108"/>
              </a:xfrm>
              <a:custGeom>
                <a:avLst/>
                <a:gdLst>
                  <a:gd name="T0" fmla="*/ 111 w 111"/>
                  <a:gd name="T1" fmla="*/ 0 h 108"/>
                  <a:gd name="T2" fmla="*/ 111 w 111"/>
                  <a:gd name="T3" fmla="*/ 40 h 108"/>
                  <a:gd name="T4" fmla="*/ 0 w 111"/>
                  <a:gd name="T5" fmla="*/ 108 h 108"/>
                  <a:gd name="T6" fmla="*/ 0 w 111"/>
                  <a:gd name="T7" fmla="*/ 64 h 108"/>
                  <a:gd name="T8" fmla="*/ 111 w 111"/>
                  <a:gd name="T9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08">
                    <a:moveTo>
                      <a:pt x="111" y="0"/>
                    </a:moveTo>
                    <a:lnTo>
                      <a:pt x="111" y="40"/>
                    </a:lnTo>
                    <a:lnTo>
                      <a:pt x="0" y="108"/>
                    </a:lnTo>
                    <a:lnTo>
                      <a:pt x="0" y="64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1" name="Freeform 37">
                <a:extLst>
                  <a:ext uri="{FF2B5EF4-FFF2-40B4-BE49-F238E27FC236}">
                    <a16:creationId xmlns:a16="http://schemas.microsoft.com/office/drawing/2014/main" id="{1B8997BF-AA63-4814-A077-B829C7488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2" y="2487"/>
                <a:ext cx="116" cy="108"/>
              </a:xfrm>
              <a:custGeom>
                <a:avLst/>
                <a:gdLst>
                  <a:gd name="T0" fmla="*/ 116 w 116"/>
                  <a:gd name="T1" fmla="*/ 64 h 108"/>
                  <a:gd name="T2" fmla="*/ 116 w 116"/>
                  <a:gd name="T3" fmla="*/ 108 h 108"/>
                  <a:gd name="T4" fmla="*/ 0 w 116"/>
                  <a:gd name="T5" fmla="*/ 40 h 108"/>
                  <a:gd name="T6" fmla="*/ 0 w 116"/>
                  <a:gd name="T7" fmla="*/ 0 h 108"/>
                  <a:gd name="T8" fmla="*/ 116 w 116"/>
                  <a:gd name="T9" fmla="*/ 64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108">
                    <a:moveTo>
                      <a:pt x="116" y="64"/>
                    </a:moveTo>
                    <a:lnTo>
                      <a:pt x="116" y="108"/>
                    </a:lnTo>
                    <a:lnTo>
                      <a:pt x="0" y="40"/>
                    </a:lnTo>
                    <a:lnTo>
                      <a:pt x="0" y="0"/>
                    </a:lnTo>
                    <a:lnTo>
                      <a:pt x="116" y="64"/>
                    </a:lnTo>
                    <a:close/>
                  </a:path>
                </a:pathLst>
              </a:custGeom>
              <a:solidFill>
                <a:srgbClr val="E63B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2" name="Freeform 38">
                <a:extLst>
                  <a:ext uri="{FF2B5EF4-FFF2-40B4-BE49-F238E27FC236}">
                    <a16:creationId xmlns:a16="http://schemas.microsoft.com/office/drawing/2014/main" id="{9893BAF8-075A-4709-845C-A9DF9B37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2" y="2420"/>
                <a:ext cx="227" cy="131"/>
              </a:xfrm>
              <a:custGeom>
                <a:avLst/>
                <a:gdLst>
                  <a:gd name="T0" fmla="*/ 227 w 227"/>
                  <a:gd name="T1" fmla="*/ 67 h 131"/>
                  <a:gd name="T2" fmla="*/ 116 w 227"/>
                  <a:gd name="T3" fmla="*/ 131 h 131"/>
                  <a:gd name="T4" fmla="*/ 0 w 227"/>
                  <a:gd name="T5" fmla="*/ 67 h 131"/>
                  <a:gd name="T6" fmla="*/ 116 w 227"/>
                  <a:gd name="T7" fmla="*/ 0 h 131"/>
                  <a:gd name="T8" fmla="*/ 227 w 227"/>
                  <a:gd name="T9" fmla="*/ 67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" h="131">
                    <a:moveTo>
                      <a:pt x="227" y="67"/>
                    </a:moveTo>
                    <a:lnTo>
                      <a:pt x="116" y="131"/>
                    </a:lnTo>
                    <a:lnTo>
                      <a:pt x="0" y="67"/>
                    </a:lnTo>
                    <a:lnTo>
                      <a:pt x="116" y="0"/>
                    </a:lnTo>
                    <a:lnTo>
                      <a:pt x="227" y="67"/>
                    </a:lnTo>
                    <a:close/>
                  </a:path>
                </a:pathLst>
              </a:custGeom>
              <a:solidFill>
                <a:srgbClr val="FF86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3" name="Freeform 39">
                <a:extLst>
                  <a:ext uri="{FF2B5EF4-FFF2-40B4-BE49-F238E27FC236}">
                    <a16:creationId xmlns:a16="http://schemas.microsoft.com/office/drawing/2014/main" id="{3FB26D3E-3DD1-4333-8594-91D106D91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4" y="1734"/>
                <a:ext cx="60" cy="785"/>
              </a:xfrm>
              <a:custGeom>
                <a:avLst/>
                <a:gdLst>
                  <a:gd name="T0" fmla="*/ 60 w 60"/>
                  <a:gd name="T1" fmla="*/ 0 h 785"/>
                  <a:gd name="T2" fmla="*/ 56 w 60"/>
                  <a:gd name="T3" fmla="*/ 753 h 785"/>
                  <a:gd name="T4" fmla="*/ 0 w 60"/>
                  <a:gd name="T5" fmla="*/ 785 h 785"/>
                  <a:gd name="T6" fmla="*/ 4 w 60"/>
                  <a:gd name="T7" fmla="*/ 32 h 785"/>
                  <a:gd name="T8" fmla="*/ 60 w 60"/>
                  <a:gd name="T9" fmla="*/ 0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5">
                    <a:moveTo>
                      <a:pt x="60" y="0"/>
                    </a:moveTo>
                    <a:lnTo>
                      <a:pt x="56" y="753"/>
                    </a:lnTo>
                    <a:lnTo>
                      <a:pt x="0" y="785"/>
                    </a:lnTo>
                    <a:lnTo>
                      <a:pt x="4" y="3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4" name="Freeform 40">
                <a:extLst>
                  <a:ext uri="{FF2B5EF4-FFF2-40B4-BE49-F238E27FC236}">
                    <a16:creationId xmlns:a16="http://schemas.microsoft.com/office/drawing/2014/main" id="{A3EF3206-A8AE-47AE-B693-40CA89C71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4" y="1734"/>
                <a:ext cx="60" cy="785"/>
              </a:xfrm>
              <a:custGeom>
                <a:avLst/>
                <a:gdLst>
                  <a:gd name="T0" fmla="*/ 60 w 60"/>
                  <a:gd name="T1" fmla="*/ 0 h 785"/>
                  <a:gd name="T2" fmla="*/ 56 w 60"/>
                  <a:gd name="T3" fmla="*/ 753 h 785"/>
                  <a:gd name="T4" fmla="*/ 0 w 60"/>
                  <a:gd name="T5" fmla="*/ 785 h 785"/>
                  <a:gd name="T6" fmla="*/ 4 w 60"/>
                  <a:gd name="T7" fmla="*/ 32 h 785"/>
                  <a:gd name="T8" fmla="*/ 60 w 60"/>
                  <a:gd name="T9" fmla="*/ 0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5">
                    <a:moveTo>
                      <a:pt x="60" y="0"/>
                    </a:moveTo>
                    <a:lnTo>
                      <a:pt x="56" y="753"/>
                    </a:lnTo>
                    <a:lnTo>
                      <a:pt x="0" y="785"/>
                    </a:lnTo>
                    <a:lnTo>
                      <a:pt x="4" y="32"/>
                    </a:lnTo>
                    <a:lnTo>
                      <a:pt x="6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5" name="Freeform 41">
                <a:extLst>
                  <a:ext uri="{FF2B5EF4-FFF2-40B4-BE49-F238E27FC236}">
                    <a16:creationId xmlns:a16="http://schemas.microsoft.com/office/drawing/2014/main" id="{A8AA4F5D-867E-4102-A338-FF698E9621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1734"/>
                <a:ext cx="60" cy="785"/>
              </a:xfrm>
              <a:custGeom>
                <a:avLst/>
                <a:gdLst>
                  <a:gd name="T0" fmla="*/ 60 w 60"/>
                  <a:gd name="T1" fmla="*/ 32 h 785"/>
                  <a:gd name="T2" fmla="*/ 56 w 60"/>
                  <a:gd name="T3" fmla="*/ 785 h 785"/>
                  <a:gd name="T4" fmla="*/ 0 w 60"/>
                  <a:gd name="T5" fmla="*/ 753 h 785"/>
                  <a:gd name="T6" fmla="*/ 4 w 60"/>
                  <a:gd name="T7" fmla="*/ 0 h 785"/>
                  <a:gd name="T8" fmla="*/ 60 w 60"/>
                  <a:gd name="T9" fmla="*/ 32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5">
                    <a:moveTo>
                      <a:pt x="60" y="32"/>
                    </a:moveTo>
                    <a:lnTo>
                      <a:pt x="56" y="785"/>
                    </a:lnTo>
                    <a:lnTo>
                      <a:pt x="0" y="753"/>
                    </a:lnTo>
                    <a:lnTo>
                      <a:pt x="4" y="0"/>
                    </a:lnTo>
                    <a:lnTo>
                      <a:pt x="60" y="32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6" name="Freeform 42">
                <a:extLst>
                  <a:ext uri="{FF2B5EF4-FFF2-40B4-BE49-F238E27FC236}">
                    <a16:creationId xmlns:a16="http://schemas.microsoft.com/office/drawing/2014/main" id="{F58A91FF-1FB8-4C3D-86F0-7D2E6862E4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1734"/>
                <a:ext cx="60" cy="785"/>
              </a:xfrm>
              <a:custGeom>
                <a:avLst/>
                <a:gdLst>
                  <a:gd name="T0" fmla="*/ 60 w 60"/>
                  <a:gd name="T1" fmla="*/ 32 h 785"/>
                  <a:gd name="T2" fmla="*/ 56 w 60"/>
                  <a:gd name="T3" fmla="*/ 785 h 785"/>
                  <a:gd name="T4" fmla="*/ 0 w 60"/>
                  <a:gd name="T5" fmla="*/ 753 h 785"/>
                  <a:gd name="T6" fmla="*/ 4 w 60"/>
                  <a:gd name="T7" fmla="*/ 0 h 785"/>
                  <a:gd name="T8" fmla="*/ 60 w 60"/>
                  <a:gd name="T9" fmla="*/ 32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5">
                    <a:moveTo>
                      <a:pt x="60" y="32"/>
                    </a:moveTo>
                    <a:lnTo>
                      <a:pt x="56" y="785"/>
                    </a:lnTo>
                    <a:lnTo>
                      <a:pt x="0" y="753"/>
                    </a:lnTo>
                    <a:lnTo>
                      <a:pt x="4" y="0"/>
                    </a:lnTo>
                    <a:lnTo>
                      <a:pt x="60" y="3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7" name="Freeform 43">
                <a:extLst>
                  <a:ext uri="{FF2B5EF4-FFF2-40B4-BE49-F238E27FC236}">
                    <a16:creationId xmlns:a16="http://schemas.microsoft.com/office/drawing/2014/main" id="{3D4019D6-E587-4266-8C96-4BD174F9D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703"/>
                <a:ext cx="112" cy="63"/>
              </a:xfrm>
              <a:custGeom>
                <a:avLst/>
                <a:gdLst>
                  <a:gd name="T0" fmla="*/ 112 w 112"/>
                  <a:gd name="T1" fmla="*/ 31 h 63"/>
                  <a:gd name="T2" fmla="*/ 56 w 112"/>
                  <a:gd name="T3" fmla="*/ 63 h 63"/>
                  <a:gd name="T4" fmla="*/ 0 w 112"/>
                  <a:gd name="T5" fmla="*/ 31 h 63"/>
                  <a:gd name="T6" fmla="*/ 56 w 112"/>
                  <a:gd name="T7" fmla="*/ 0 h 63"/>
                  <a:gd name="T8" fmla="*/ 112 w 112"/>
                  <a:gd name="T9" fmla="*/ 3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63">
                    <a:moveTo>
                      <a:pt x="112" y="31"/>
                    </a:moveTo>
                    <a:lnTo>
                      <a:pt x="56" y="63"/>
                    </a:lnTo>
                    <a:lnTo>
                      <a:pt x="0" y="31"/>
                    </a:lnTo>
                    <a:lnTo>
                      <a:pt x="56" y="0"/>
                    </a:lnTo>
                    <a:lnTo>
                      <a:pt x="112" y="31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8" name="Freeform 44">
                <a:extLst>
                  <a:ext uri="{FF2B5EF4-FFF2-40B4-BE49-F238E27FC236}">
                    <a16:creationId xmlns:a16="http://schemas.microsoft.com/office/drawing/2014/main" id="{48E8F966-5E80-495B-ABCB-46AAB25675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" y="2153"/>
                <a:ext cx="654" cy="442"/>
              </a:xfrm>
              <a:custGeom>
                <a:avLst/>
                <a:gdLst>
                  <a:gd name="T0" fmla="*/ 0 w 654"/>
                  <a:gd name="T1" fmla="*/ 378 h 442"/>
                  <a:gd name="T2" fmla="*/ 654 w 654"/>
                  <a:gd name="T3" fmla="*/ 0 h 442"/>
                  <a:gd name="T4" fmla="*/ 654 w 654"/>
                  <a:gd name="T5" fmla="*/ 63 h 442"/>
                  <a:gd name="T6" fmla="*/ 0 w 654"/>
                  <a:gd name="T7" fmla="*/ 442 h 442"/>
                  <a:gd name="T8" fmla="*/ 0 w 654"/>
                  <a:gd name="T9" fmla="*/ 378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4" h="442">
                    <a:moveTo>
                      <a:pt x="0" y="378"/>
                    </a:moveTo>
                    <a:lnTo>
                      <a:pt x="654" y="0"/>
                    </a:lnTo>
                    <a:lnTo>
                      <a:pt x="654" y="63"/>
                    </a:lnTo>
                    <a:lnTo>
                      <a:pt x="0" y="442"/>
                    </a:lnTo>
                    <a:lnTo>
                      <a:pt x="0" y="378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9" name="Freeform 45">
                <a:extLst>
                  <a:ext uri="{FF2B5EF4-FFF2-40B4-BE49-F238E27FC236}">
                    <a16:creationId xmlns:a16="http://schemas.microsoft.com/office/drawing/2014/main" id="{0DBF1CA2-4228-48F3-92F9-7D2AE8007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" y="2153"/>
                <a:ext cx="654" cy="442"/>
              </a:xfrm>
              <a:custGeom>
                <a:avLst/>
                <a:gdLst>
                  <a:gd name="T0" fmla="*/ 0 w 654"/>
                  <a:gd name="T1" fmla="*/ 378 h 442"/>
                  <a:gd name="T2" fmla="*/ 654 w 654"/>
                  <a:gd name="T3" fmla="*/ 0 h 442"/>
                  <a:gd name="T4" fmla="*/ 654 w 654"/>
                  <a:gd name="T5" fmla="*/ 63 h 442"/>
                  <a:gd name="T6" fmla="*/ 0 w 654"/>
                  <a:gd name="T7" fmla="*/ 442 h 442"/>
                  <a:gd name="T8" fmla="*/ 0 w 654"/>
                  <a:gd name="T9" fmla="*/ 378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4" h="442">
                    <a:moveTo>
                      <a:pt x="0" y="378"/>
                    </a:moveTo>
                    <a:lnTo>
                      <a:pt x="654" y="0"/>
                    </a:lnTo>
                    <a:lnTo>
                      <a:pt x="654" y="63"/>
                    </a:lnTo>
                    <a:lnTo>
                      <a:pt x="0" y="442"/>
                    </a:lnTo>
                    <a:lnTo>
                      <a:pt x="0" y="37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0" name="Freeform 46">
                <a:extLst>
                  <a:ext uri="{FF2B5EF4-FFF2-40B4-BE49-F238E27FC236}">
                    <a16:creationId xmlns:a16="http://schemas.microsoft.com/office/drawing/2014/main" id="{6E86FBCE-02B8-4203-BF24-A56CA27A9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2121"/>
                <a:ext cx="710" cy="410"/>
              </a:xfrm>
              <a:custGeom>
                <a:avLst/>
                <a:gdLst>
                  <a:gd name="T0" fmla="*/ 0 w 710"/>
                  <a:gd name="T1" fmla="*/ 378 h 410"/>
                  <a:gd name="T2" fmla="*/ 654 w 710"/>
                  <a:gd name="T3" fmla="*/ 0 h 410"/>
                  <a:gd name="T4" fmla="*/ 710 w 710"/>
                  <a:gd name="T5" fmla="*/ 32 h 410"/>
                  <a:gd name="T6" fmla="*/ 56 w 710"/>
                  <a:gd name="T7" fmla="*/ 410 h 410"/>
                  <a:gd name="T8" fmla="*/ 0 w 710"/>
                  <a:gd name="T9" fmla="*/ 378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0" h="410">
                    <a:moveTo>
                      <a:pt x="0" y="378"/>
                    </a:moveTo>
                    <a:lnTo>
                      <a:pt x="654" y="0"/>
                    </a:lnTo>
                    <a:lnTo>
                      <a:pt x="710" y="32"/>
                    </a:lnTo>
                    <a:lnTo>
                      <a:pt x="56" y="410"/>
                    </a:lnTo>
                    <a:lnTo>
                      <a:pt x="0" y="378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1" name="Freeform 47">
                <a:extLst>
                  <a:ext uri="{FF2B5EF4-FFF2-40B4-BE49-F238E27FC236}">
                    <a16:creationId xmlns:a16="http://schemas.microsoft.com/office/drawing/2014/main" id="{5EB9DD46-34E1-48A6-B65F-51EA1F801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2121"/>
                <a:ext cx="710" cy="410"/>
              </a:xfrm>
              <a:custGeom>
                <a:avLst/>
                <a:gdLst>
                  <a:gd name="T0" fmla="*/ 0 w 710"/>
                  <a:gd name="T1" fmla="*/ 378 h 410"/>
                  <a:gd name="T2" fmla="*/ 654 w 710"/>
                  <a:gd name="T3" fmla="*/ 0 h 410"/>
                  <a:gd name="T4" fmla="*/ 710 w 710"/>
                  <a:gd name="T5" fmla="*/ 32 h 410"/>
                  <a:gd name="T6" fmla="*/ 56 w 710"/>
                  <a:gd name="T7" fmla="*/ 410 h 410"/>
                  <a:gd name="T8" fmla="*/ 0 w 710"/>
                  <a:gd name="T9" fmla="*/ 378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0" h="410">
                    <a:moveTo>
                      <a:pt x="0" y="378"/>
                    </a:moveTo>
                    <a:lnTo>
                      <a:pt x="654" y="0"/>
                    </a:lnTo>
                    <a:lnTo>
                      <a:pt x="710" y="32"/>
                    </a:lnTo>
                    <a:lnTo>
                      <a:pt x="56" y="410"/>
                    </a:lnTo>
                    <a:lnTo>
                      <a:pt x="0" y="37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2" name="Freeform 48">
                <a:extLst>
                  <a:ext uri="{FF2B5EF4-FFF2-40B4-BE49-F238E27FC236}">
                    <a16:creationId xmlns:a16="http://schemas.microsoft.com/office/drawing/2014/main" id="{8E67EC82-84E8-49C4-B4BB-DA6F8AE5A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2499"/>
                <a:ext cx="56" cy="96"/>
              </a:xfrm>
              <a:custGeom>
                <a:avLst/>
                <a:gdLst>
                  <a:gd name="T0" fmla="*/ 56 w 56"/>
                  <a:gd name="T1" fmla="*/ 32 h 96"/>
                  <a:gd name="T2" fmla="*/ 56 w 56"/>
                  <a:gd name="T3" fmla="*/ 96 h 96"/>
                  <a:gd name="T4" fmla="*/ 0 w 56"/>
                  <a:gd name="T5" fmla="*/ 64 h 96"/>
                  <a:gd name="T6" fmla="*/ 0 w 56"/>
                  <a:gd name="T7" fmla="*/ 0 h 96"/>
                  <a:gd name="T8" fmla="*/ 56 w 56"/>
                  <a:gd name="T9" fmla="*/ 3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96">
                    <a:moveTo>
                      <a:pt x="56" y="32"/>
                    </a:moveTo>
                    <a:lnTo>
                      <a:pt x="56" y="96"/>
                    </a:lnTo>
                    <a:lnTo>
                      <a:pt x="0" y="64"/>
                    </a:lnTo>
                    <a:lnTo>
                      <a:pt x="0" y="0"/>
                    </a:lnTo>
                    <a:lnTo>
                      <a:pt x="56" y="32"/>
                    </a:lnTo>
                    <a:close/>
                  </a:path>
                </a:pathLst>
              </a:custGeom>
              <a:solidFill>
                <a:srgbClr val="6F6D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3" name="Freeform 49">
                <a:extLst>
                  <a:ext uri="{FF2B5EF4-FFF2-40B4-BE49-F238E27FC236}">
                    <a16:creationId xmlns:a16="http://schemas.microsoft.com/office/drawing/2014/main" id="{882E6192-9E16-4196-A73D-9B3683FF7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2866"/>
                <a:ext cx="112" cy="111"/>
              </a:xfrm>
              <a:custGeom>
                <a:avLst/>
                <a:gdLst>
                  <a:gd name="T0" fmla="*/ 112 w 112"/>
                  <a:gd name="T1" fmla="*/ 0 h 111"/>
                  <a:gd name="T2" fmla="*/ 112 w 112"/>
                  <a:gd name="T3" fmla="*/ 44 h 111"/>
                  <a:gd name="T4" fmla="*/ 0 w 112"/>
                  <a:gd name="T5" fmla="*/ 111 h 111"/>
                  <a:gd name="T6" fmla="*/ 0 w 112"/>
                  <a:gd name="T7" fmla="*/ 67 h 111"/>
                  <a:gd name="T8" fmla="*/ 112 w 112"/>
                  <a:gd name="T9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111">
                    <a:moveTo>
                      <a:pt x="112" y="0"/>
                    </a:moveTo>
                    <a:lnTo>
                      <a:pt x="112" y="44"/>
                    </a:lnTo>
                    <a:lnTo>
                      <a:pt x="0" y="111"/>
                    </a:lnTo>
                    <a:lnTo>
                      <a:pt x="0" y="67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4" name="Freeform 50">
                <a:extLst>
                  <a:ext uri="{FF2B5EF4-FFF2-40B4-BE49-F238E27FC236}">
                    <a16:creationId xmlns:a16="http://schemas.microsoft.com/office/drawing/2014/main" id="{5F99CAC2-7F14-4ACF-B874-3E8D733E7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2866"/>
                <a:ext cx="112" cy="111"/>
              </a:xfrm>
              <a:custGeom>
                <a:avLst/>
                <a:gdLst>
                  <a:gd name="T0" fmla="*/ 112 w 112"/>
                  <a:gd name="T1" fmla="*/ 0 h 111"/>
                  <a:gd name="T2" fmla="*/ 112 w 112"/>
                  <a:gd name="T3" fmla="*/ 44 h 111"/>
                  <a:gd name="T4" fmla="*/ 0 w 112"/>
                  <a:gd name="T5" fmla="*/ 111 h 111"/>
                  <a:gd name="T6" fmla="*/ 0 w 112"/>
                  <a:gd name="T7" fmla="*/ 67 h 111"/>
                  <a:gd name="T8" fmla="*/ 112 w 112"/>
                  <a:gd name="T9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111">
                    <a:moveTo>
                      <a:pt x="112" y="0"/>
                    </a:moveTo>
                    <a:lnTo>
                      <a:pt x="112" y="44"/>
                    </a:lnTo>
                    <a:lnTo>
                      <a:pt x="0" y="111"/>
                    </a:lnTo>
                    <a:lnTo>
                      <a:pt x="0" y="67"/>
                    </a:lnTo>
                    <a:lnTo>
                      <a:pt x="1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5" name="Freeform 51">
                <a:extLst>
                  <a:ext uri="{FF2B5EF4-FFF2-40B4-BE49-F238E27FC236}">
                    <a16:creationId xmlns:a16="http://schemas.microsoft.com/office/drawing/2014/main" id="{9EF321CC-2815-45E8-9B70-0D4079869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7" y="2866"/>
                <a:ext cx="111" cy="111"/>
              </a:xfrm>
              <a:custGeom>
                <a:avLst/>
                <a:gdLst>
                  <a:gd name="T0" fmla="*/ 111 w 111"/>
                  <a:gd name="T1" fmla="*/ 67 h 111"/>
                  <a:gd name="T2" fmla="*/ 111 w 111"/>
                  <a:gd name="T3" fmla="*/ 111 h 111"/>
                  <a:gd name="T4" fmla="*/ 0 w 111"/>
                  <a:gd name="T5" fmla="*/ 44 h 111"/>
                  <a:gd name="T6" fmla="*/ 0 w 111"/>
                  <a:gd name="T7" fmla="*/ 0 h 111"/>
                  <a:gd name="T8" fmla="*/ 111 w 111"/>
                  <a:gd name="T9" fmla="*/ 67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11">
                    <a:moveTo>
                      <a:pt x="111" y="67"/>
                    </a:moveTo>
                    <a:lnTo>
                      <a:pt x="111" y="111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111" y="67"/>
                    </a:lnTo>
                    <a:close/>
                  </a:path>
                </a:pathLst>
              </a:custGeom>
              <a:solidFill>
                <a:srgbClr val="E63B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6" name="Freeform 52">
                <a:extLst>
                  <a:ext uri="{FF2B5EF4-FFF2-40B4-BE49-F238E27FC236}">
                    <a16:creationId xmlns:a16="http://schemas.microsoft.com/office/drawing/2014/main" id="{69D9DD42-D75E-4F71-B1E6-90F71CA82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7" y="2866"/>
                <a:ext cx="111" cy="111"/>
              </a:xfrm>
              <a:custGeom>
                <a:avLst/>
                <a:gdLst>
                  <a:gd name="T0" fmla="*/ 111 w 111"/>
                  <a:gd name="T1" fmla="*/ 67 h 111"/>
                  <a:gd name="T2" fmla="*/ 111 w 111"/>
                  <a:gd name="T3" fmla="*/ 111 h 111"/>
                  <a:gd name="T4" fmla="*/ 0 w 111"/>
                  <a:gd name="T5" fmla="*/ 44 h 111"/>
                  <a:gd name="T6" fmla="*/ 0 w 111"/>
                  <a:gd name="T7" fmla="*/ 0 h 111"/>
                  <a:gd name="T8" fmla="*/ 111 w 111"/>
                  <a:gd name="T9" fmla="*/ 67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11">
                    <a:moveTo>
                      <a:pt x="111" y="67"/>
                    </a:moveTo>
                    <a:lnTo>
                      <a:pt x="111" y="111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111" y="6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7" name="Freeform 53">
                <a:extLst>
                  <a:ext uri="{FF2B5EF4-FFF2-40B4-BE49-F238E27FC236}">
                    <a16:creationId xmlns:a16="http://schemas.microsoft.com/office/drawing/2014/main" id="{A1EEB08E-A53B-4449-AF4F-1DCDB9E7D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7" y="2802"/>
                <a:ext cx="223" cy="131"/>
              </a:xfrm>
              <a:custGeom>
                <a:avLst/>
                <a:gdLst>
                  <a:gd name="T0" fmla="*/ 223 w 223"/>
                  <a:gd name="T1" fmla="*/ 64 h 131"/>
                  <a:gd name="T2" fmla="*/ 111 w 223"/>
                  <a:gd name="T3" fmla="*/ 131 h 131"/>
                  <a:gd name="T4" fmla="*/ 0 w 223"/>
                  <a:gd name="T5" fmla="*/ 64 h 131"/>
                  <a:gd name="T6" fmla="*/ 111 w 223"/>
                  <a:gd name="T7" fmla="*/ 0 h 131"/>
                  <a:gd name="T8" fmla="*/ 223 w 223"/>
                  <a:gd name="T9" fmla="*/ 6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131">
                    <a:moveTo>
                      <a:pt x="223" y="64"/>
                    </a:moveTo>
                    <a:lnTo>
                      <a:pt x="111" y="131"/>
                    </a:lnTo>
                    <a:lnTo>
                      <a:pt x="0" y="64"/>
                    </a:lnTo>
                    <a:lnTo>
                      <a:pt x="111" y="0"/>
                    </a:lnTo>
                    <a:lnTo>
                      <a:pt x="223" y="64"/>
                    </a:lnTo>
                    <a:close/>
                  </a:path>
                </a:pathLst>
              </a:custGeom>
              <a:solidFill>
                <a:srgbClr val="FF86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8" name="Freeform 54">
                <a:extLst>
                  <a:ext uri="{FF2B5EF4-FFF2-40B4-BE49-F238E27FC236}">
                    <a16:creationId xmlns:a16="http://schemas.microsoft.com/office/drawing/2014/main" id="{6935263C-513C-48F3-BA87-814243C418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7" y="2802"/>
                <a:ext cx="223" cy="131"/>
              </a:xfrm>
              <a:custGeom>
                <a:avLst/>
                <a:gdLst>
                  <a:gd name="T0" fmla="*/ 223 w 223"/>
                  <a:gd name="T1" fmla="*/ 64 h 131"/>
                  <a:gd name="T2" fmla="*/ 111 w 223"/>
                  <a:gd name="T3" fmla="*/ 131 h 131"/>
                  <a:gd name="T4" fmla="*/ 0 w 223"/>
                  <a:gd name="T5" fmla="*/ 64 h 131"/>
                  <a:gd name="T6" fmla="*/ 111 w 223"/>
                  <a:gd name="T7" fmla="*/ 0 h 131"/>
                  <a:gd name="T8" fmla="*/ 223 w 223"/>
                  <a:gd name="T9" fmla="*/ 6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131">
                    <a:moveTo>
                      <a:pt x="223" y="64"/>
                    </a:moveTo>
                    <a:lnTo>
                      <a:pt x="111" y="131"/>
                    </a:lnTo>
                    <a:lnTo>
                      <a:pt x="0" y="64"/>
                    </a:lnTo>
                    <a:lnTo>
                      <a:pt x="111" y="0"/>
                    </a:lnTo>
                    <a:lnTo>
                      <a:pt x="223" y="6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9" name="Freeform 55">
                <a:extLst>
                  <a:ext uri="{FF2B5EF4-FFF2-40B4-BE49-F238E27FC236}">
                    <a16:creationId xmlns:a16="http://schemas.microsoft.com/office/drawing/2014/main" id="{DD0ADDF0-67D5-4EA2-B034-6E3D2E0B1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2117"/>
                <a:ext cx="60" cy="785"/>
              </a:xfrm>
              <a:custGeom>
                <a:avLst/>
                <a:gdLst>
                  <a:gd name="T0" fmla="*/ 60 w 60"/>
                  <a:gd name="T1" fmla="*/ 0 h 785"/>
                  <a:gd name="T2" fmla="*/ 56 w 60"/>
                  <a:gd name="T3" fmla="*/ 753 h 785"/>
                  <a:gd name="T4" fmla="*/ 0 w 60"/>
                  <a:gd name="T5" fmla="*/ 785 h 785"/>
                  <a:gd name="T6" fmla="*/ 4 w 60"/>
                  <a:gd name="T7" fmla="*/ 32 h 785"/>
                  <a:gd name="T8" fmla="*/ 60 w 60"/>
                  <a:gd name="T9" fmla="*/ 0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5">
                    <a:moveTo>
                      <a:pt x="60" y="0"/>
                    </a:moveTo>
                    <a:lnTo>
                      <a:pt x="56" y="753"/>
                    </a:lnTo>
                    <a:lnTo>
                      <a:pt x="0" y="785"/>
                    </a:lnTo>
                    <a:lnTo>
                      <a:pt x="4" y="3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0" name="Freeform 56">
                <a:extLst>
                  <a:ext uri="{FF2B5EF4-FFF2-40B4-BE49-F238E27FC236}">
                    <a16:creationId xmlns:a16="http://schemas.microsoft.com/office/drawing/2014/main" id="{1F5FA53F-5B9A-4C87-B322-D420D740D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2117"/>
                <a:ext cx="60" cy="785"/>
              </a:xfrm>
              <a:custGeom>
                <a:avLst/>
                <a:gdLst>
                  <a:gd name="T0" fmla="*/ 60 w 60"/>
                  <a:gd name="T1" fmla="*/ 0 h 785"/>
                  <a:gd name="T2" fmla="*/ 56 w 60"/>
                  <a:gd name="T3" fmla="*/ 753 h 785"/>
                  <a:gd name="T4" fmla="*/ 0 w 60"/>
                  <a:gd name="T5" fmla="*/ 785 h 785"/>
                  <a:gd name="T6" fmla="*/ 4 w 60"/>
                  <a:gd name="T7" fmla="*/ 32 h 785"/>
                  <a:gd name="T8" fmla="*/ 60 w 60"/>
                  <a:gd name="T9" fmla="*/ 0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785">
                    <a:moveTo>
                      <a:pt x="60" y="0"/>
                    </a:moveTo>
                    <a:lnTo>
                      <a:pt x="56" y="753"/>
                    </a:lnTo>
                    <a:lnTo>
                      <a:pt x="0" y="785"/>
                    </a:lnTo>
                    <a:lnTo>
                      <a:pt x="4" y="32"/>
                    </a:lnTo>
                    <a:lnTo>
                      <a:pt x="6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1" name="Freeform 57">
                <a:extLst>
                  <a:ext uri="{FF2B5EF4-FFF2-40B4-BE49-F238E27FC236}">
                    <a16:creationId xmlns:a16="http://schemas.microsoft.com/office/drawing/2014/main" id="{377FA076-5F5B-4F8B-BD44-2C863376A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" y="2117"/>
                <a:ext cx="59" cy="785"/>
              </a:xfrm>
              <a:custGeom>
                <a:avLst/>
                <a:gdLst>
                  <a:gd name="T0" fmla="*/ 59 w 59"/>
                  <a:gd name="T1" fmla="*/ 32 h 785"/>
                  <a:gd name="T2" fmla="*/ 55 w 59"/>
                  <a:gd name="T3" fmla="*/ 785 h 785"/>
                  <a:gd name="T4" fmla="*/ 0 w 59"/>
                  <a:gd name="T5" fmla="*/ 753 h 785"/>
                  <a:gd name="T6" fmla="*/ 4 w 59"/>
                  <a:gd name="T7" fmla="*/ 0 h 785"/>
                  <a:gd name="T8" fmla="*/ 59 w 59"/>
                  <a:gd name="T9" fmla="*/ 32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785">
                    <a:moveTo>
                      <a:pt x="59" y="32"/>
                    </a:moveTo>
                    <a:lnTo>
                      <a:pt x="55" y="785"/>
                    </a:lnTo>
                    <a:lnTo>
                      <a:pt x="0" y="753"/>
                    </a:lnTo>
                    <a:lnTo>
                      <a:pt x="4" y="0"/>
                    </a:lnTo>
                    <a:lnTo>
                      <a:pt x="59" y="32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2" name="Freeform 58">
                <a:extLst>
                  <a:ext uri="{FF2B5EF4-FFF2-40B4-BE49-F238E27FC236}">
                    <a16:creationId xmlns:a16="http://schemas.microsoft.com/office/drawing/2014/main" id="{80FCFCB5-BC6A-4171-B158-29BB71756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" y="2117"/>
                <a:ext cx="59" cy="785"/>
              </a:xfrm>
              <a:custGeom>
                <a:avLst/>
                <a:gdLst>
                  <a:gd name="T0" fmla="*/ 59 w 59"/>
                  <a:gd name="T1" fmla="*/ 32 h 785"/>
                  <a:gd name="T2" fmla="*/ 55 w 59"/>
                  <a:gd name="T3" fmla="*/ 785 h 785"/>
                  <a:gd name="T4" fmla="*/ 0 w 59"/>
                  <a:gd name="T5" fmla="*/ 753 h 785"/>
                  <a:gd name="T6" fmla="*/ 4 w 59"/>
                  <a:gd name="T7" fmla="*/ 0 h 785"/>
                  <a:gd name="T8" fmla="*/ 59 w 59"/>
                  <a:gd name="T9" fmla="*/ 32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785">
                    <a:moveTo>
                      <a:pt x="59" y="32"/>
                    </a:moveTo>
                    <a:lnTo>
                      <a:pt x="55" y="785"/>
                    </a:lnTo>
                    <a:lnTo>
                      <a:pt x="0" y="753"/>
                    </a:lnTo>
                    <a:lnTo>
                      <a:pt x="4" y="0"/>
                    </a:lnTo>
                    <a:lnTo>
                      <a:pt x="59" y="3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3" name="Freeform 59">
                <a:extLst>
                  <a:ext uri="{FF2B5EF4-FFF2-40B4-BE49-F238E27FC236}">
                    <a16:creationId xmlns:a16="http://schemas.microsoft.com/office/drawing/2014/main" id="{015C8EC6-6A5F-4D48-A22D-F9C86E634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" y="2081"/>
                <a:ext cx="111" cy="68"/>
              </a:xfrm>
              <a:custGeom>
                <a:avLst/>
                <a:gdLst>
                  <a:gd name="T0" fmla="*/ 111 w 111"/>
                  <a:gd name="T1" fmla="*/ 36 h 68"/>
                  <a:gd name="T2" fmla="*/ 55 w 111"/>
                  <a:gd name="T3" fmla="*/ 68 h 68"/>
                  <a:gd name="T4" fmla="*/ 0 w 111"/>
                  <a:gd name="T5" fmla="*/ 36 h 68"/>
                  <a:gd name="T6" fmla="*/ 55 w 111"/>
                  <a:gd name="T7" fmla="*/ 0 h 68"/>
                  <a:gd name="T8" fmla="*/ 111 w 111"/>
                  <a:gd name="T9" fmla="*/ 3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68">
                    <a:moveTo>
                      <a:pt x="111" y="36"/>
                    </a:moveTo>
                    <a:lnTo>
                      <a:pt x="55" y="68"/>
                    </a:lnTo>
                    <a:lnTo>
                      <a:pt x="0" y="36"/>
                    </a:lnTo>
                    <a:lnTo>
                      <a:pt x="55" y="0"/>
                    </a:lnTo>
                    <a:lnTo>
                      <a:pt x="111" y="36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4" name="Freeform 60">
                <a:extLst>
                  <a:ext uri="{FF2B5EF4-FFF2-40B4-BE49-F238E27FC236}">
                    <a16:creationId xmlns:a16="http://schemas.microsoft.com/office/drawing/2014/main" id="{DA8C1567-B17D-413E-8FE7-CB08C2AE0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" y="2081"/>
                <a:ext cx="111" cy="68"/>
              </a:xfrm>
              <a:custGeom>
                <a:avLst/>
                <a:gdLst>
                  <a:gd name="T0" fmla="*/ 111 w 111"/>
                  <a:gd name="T1" fmla="*/ 36 h 68"/>
                  <a:gd name="T2" fmla="*/ 55 w 111"/>
                  <a:gd name="T3" fmla="*/ 68 h 68"/>
                  <a:gd name="T4" fmla="*/ 0 w 111"/>
                  <a:gd name="T5" fmla="*/ 36 h 68"/>
                  <a:gd name="T6" fmla="*/ 55 w 111"/>
                  <a:gd name="T7" fmla="*/ 0 h 68"/>
                  <a:gd name="T8" fmla="*/ 111 w 111"/>
                  <a:gd name="T9" fmla="*/ 3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68">
                    <a:moveTo>
                      <a:pt x="111" y="36"/>
                    </a:moveTo>
                    <a:lnTo>
                      <a:pt x="55" y="68"/>
                    </a:lnTo>
                    <a:lnTo>
                      <a:pt x="0" y="36"/>
                    </a:lnTo>
                    <a:lnTo>
                      <a:pt x="55" y="0"/>
                    </a:lnTo>
                    <a:lnTo>
                      <a:pt x="111" y="3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5" name="Freeform 61">
                <a:extLst>
                  <a:ext uri="{FF2B5EF4-FFF2-40B4-BE49-F238E27FC236}">
                    <a16:creationId xmlns:a16="http://schemas.microsoft.com/office/drawing/2014/main" id="{95656C01-F8E9-4F8A-995A-82FBCA116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2766"/>
                <a:ext cx="43" cy="191"/>
              </a:xfrm>
              <a:custGeom>
                <a:avLst/>
                <a:gdLst>
                  <a:gd name="T0" fmla="*/ 0 w 43"/>
                  <a:gd name="T1" fmla="*/ 24 h 191"/>
                  <a:gd name="T2" fmla="*/ 43 w 43"/>
                  <a:gd name="T3" fmla="*/ 0 h 191"/>
                  <a:gd name="T4" fmla="*/ 43 w 43"/>
                  <a:gd name="T5" fmla="*/ 163 h 191"/>
                  <a:gd name="T6" fmla="*/ 0 w 43"/>
                  <a:gd name="T7" fmla="*/ 191 h 191"/>
                  <a:gd name="T8" fmla="*/ 0 w 43"/>
                  <a:gd name="T9" fmla="*/ 24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91">
                    <a:moveTo>
                      <a:pt x="0" y="24"/>
                    </a:moveTo>
                    <a:lnTo>
                      <a:pt x="43" y="0"/>
                    </a:lnTo>
                    <a:lnTo>
                      <a:pt x="43" y="163"/>
                    </a:lnTo>
                    <a:lnTo>
                      <a:pt x="0" y="191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6" name="Freeform 62">
                <a:extLst>
                  <a:ext uri="{FF2B5EF4-FFF2-40B4-BE49-F238E27FC236}">
                    <a16:creationId xmlns:a16="http://schemas.microsoft.com/office/drawing/2014/main" id="{2C883BAA-18E5-436F-86A0-A2124DB4E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" y="1575"/>
                <a:ext cx="2103" cy="1215"/>
              </a:xfrm>
              <a:custGeom>
                <a:avLst/>
                <a:gdLst>
                  <a:gd name="T0" fmla="*/ 0 w 2103"/>
                  <a:gd name="T1" fmla="*/ 28 h 1215"/>
                  <a:gd name="T2" fmla="*/ 43 w 2103"/>
                  <a:gd name="T3" fmla="*/ 0 h 1215"/>
                  <a:gd name="T4" fmla="*/ 2103 w 2103"/>
                  <a:gd name="T5" fmla="*/ 1191 h 1215"/>
                  <a:gd name="T6" fmla="*/ 2060 w 2103"/>
                  <a:gd name="T7" fmla="*/ 1215 h 1215"/>
                  <a:gd name="T8" fmla="*/ 0 w 2103"/>
                  <a:gd name="T9" fmla="*/ 28 h 1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3" h="1215">
                    <a:moveTo>
                      <a:pt x="0" y="28"/>
                    </a:moveTo>
                    <a:lnTo>
                      <a:pt x="43" y="0"/>
                    </a:lnTo>
                    <a:lnTo>
                      <a:pt x="2103" y="1191"/>
                    </a:lnTo>
                    <a:lnTo>
                      <a:pt x="2060" y="1215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7" name="Freeform 63">
                <a:extLst>
                  <a:ext uri="{FF2B5EF4-FFF2-40B4-BE49-F238E27FC236}">
                    <a16:creationId xmlns:a16="http://schemas.microsoft.com/office/drawing/2014/main" id="{CDFE2664-984B-4598-B875-6F6F932B8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" y="1575"/>
                <a:ext cx="2103" cy="1215"/>
              </a:xfrm>
              <a:custGeom>
                <a:avLst/>
                <a:gdLst>
                  <a:gd name="T0" fmla="*/ 0 w 2103"/>
                  <a:gd name="T1" fmla="*/ 28 h 1215"/>
                  <a:gd name="T2" fmla="*/ 43 w 2103"/>
                  <a:gd name="T3" fmla="*/ 0 h 1215"/>
                  <a:gd name="T4" fmla="*/ 2103 w 2103"/>
                  <a:gd name="T5" fmla="*/ 1191 h 1215"/>
                  <a:gd name="T6" fmla="*/ 2060 w 2103"/>
                  <a:gd name="T7" fmla="*/ 1215 h 1215"/>
                  <a:gd name="T8" fmla="*/ 0 w 2103"/>
                  <a:gd name="T9" fmla="*/ 28 h 1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3" h="1215">
                    <a:moveTo>
                      <a:pt x="0" y="28"/>
                    </a:moveTo>
                    <a:lnTo>
                      <a:pt x="43" y="0"/>
                    </a:lnTo>
                    <a:lnTo>
                      <a:pt x="2103" y="1191"/>
                    </a:lnTo>
                    <a:lnTo>
                      <a:pt x="2060" y="1215"/>
                    </a:lnTo>
                    <a:lnTo>
                      <a:pt x="0" y="2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8" name="Freeform 64">
                <a:extLst>
                  <a:ext uri="{FF2B5EF4-FFF2-40B4-BE49-F238E27FC236}">
                    <a16:creationId xmlns:a16="http://schemas.microsoft.com/office/drawing/2014/main" id="{41DE8591-80A0-4758-8596-4C5CB42E9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" y="1603"/>
                <a:ext cx="2060" cy="1354"/>
              </a:xfrm>
              <a:custGeom>
                <a:avLst/>
                <a:gdLst>
                  <a:gd name="T0" fmla="*/ 2060 w 2060"/>
                  <a:gd name="T1" fmla="*/ 1187 h 1354"/>
                  <a:gd name="T2" fmla="*/ 2060 w 2060"/>
                  <a:gd name="T3" fmla="*/ 1354 h 1354"/>
                  <a:gd name="T4" fmla="*/ 0 w 2060"/>
                  <a:gd name="T5" fmla="*/ 163 h 1354"/>
                  <a:gd name="T6" fmla="*/ 0 w 2060"/>
                  <a:gd name="T7" fmla="*/ 0 h 1354"/>
                  <a:gd name="T8" fmla="*/ 2060 w 2060"/>
                  <a:gd name="T9" fmla="*/ 1187 h 1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0" h="1354">
                    <a:moveTo>
                      <a:pt x="2060" y="1187"/>
                    </a:moveTo>
                    <a:lnTo>
                      <a:pt x="2060" y="1354"/>
                    </a:lnTo>
                    <a:lnTo>
                      <a:pt x="0" y="163"/>
                    </a:lnTo>
                    <a:lnTo>
                      <a:pt x="0" y="0"/>
                    </a:lnTo>
                    <a:lnTo>
                      <a:pt x="2060" y="1187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9" name="Freeform 65">
                <a:extLst>
                  <a:ext uri="{FF2B5EF4-FFF2-40B4-BE49-F238E27FC236}">
                    <a16:creationId xmlns:a16="http://schemas.microsoft.com/office/drawing/2014/main" id="{3E8F59F8-27FF-4E54-8686-72AAF7F85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" y="1603"/>
                <a:ext cx="2060" cy="1354"/>
              </a:xfrm>
              <a:custGeom>
                <a:avLst/>
                <a:gdLst>
                  <a:gd name="T0" fmla="*/ 2060 w 2060"/>
                  <a:gd name="T1" fmla="*/ 1187 h 1354"/>
                  <a:gd name="T2" fmla="*/ 2060 w 2060"/>
                  <a:gd name="T3" fmla="*/ 1354 h 1354"/>
                  <a:gd name="T4" fmla="*/ 0 w 2060"/>
                  <a:gd name="T5" fmla="*/ 163 h 1354"/>
                  <a:gd name="T6" fmla="*/ 0 w 2060"/>
                  <a:gd name="T7" fmla="*/ 0 h 1354"/>
                  <a:gd name="T8" fmla="*/ 2060 w 2060"/>
                  <a:gd name="T9" fmla="*/ 1187 h 1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0" h="1354">
                    <a:moveTo>
                      <a:pt x="2060" y="1187"/>
                    </a:moveTo>
                    <a:lnTo>
                      <a:pt x="2060" y="1354"/>
                    </a:lnTo>
                    <a:lnTo>
                      <a:pt x="0" y="163"/>
                    </a:lnTo>
                    <a:lnTo>
                      <a:pt x="0" y="0"/>
                    </a:lnTo>
                    <a:lnTo>
                      <a:pt x="2060" y="118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0" name="Freeform 66">
                <a:extLst>
                  <a:ext uri="{FF2B5EF4-FFF2-40B4-BE49-F238E27FC236}">
                    <a16:creationId xmlns:a16="http://schemas.microsoft.com/office/drawing/2014/main" id="{BB995836-1390-439E-B62C-6519DCFF4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1" y="1734"/>
                <a:ext cx="585" cy="431"/>
              </a:xfrm>
              <a:custGeom>
                <a:avLst/>
                <a:gdLst>
                  <a:gd name="T0" fmla="*/ 146 w 147"/>
                  <a:gd name="T1" fmla="*/ 28 h 108"/>
                  <a:gd name="T2" fmla="*/ 145 w 147"/>
                  <a:gd name="T3" fmla="*/ 27 h 108"/>
                  <a:gd name="T4" fmla="*/ 144 w 147"/>
                  <a:gd name="T5" fmla="*/ 26 h 108"/>
                  <a:gd name="T6" fmla="*/ 143 w 147"/>
                  <a:gd name="T7" fmla="*/ 24 h 108"/>
                  <a:gd name="T8" fmla="*/ 142 w 147"/>
                  <a:gd name="T9" fmla="*/ 22 h 108"/>
                  <a:gd name="T10" fmla="*/ 140 w 147"/>
                  <a:gd name="T11" fmla="*/ 20 h 108"/>
                  <a:gd name="T12" fmla="*/ 140 w 147"/>
                  <a:gd name="T13" fmla="*/ 19 h 108"/>
                  <a:gd name="T14" fmla="*/ 139 w 147"/>
                  <a:gd name="T15" fmla="*/ 17 h 108"/>
                  <a:gd name="T16" fmla="*/ 139 w 147"/>
                  <a:gd name="T17" fmla="*/ 16 h 108"/>
                  <a:gd name="T18" fmla="*/ 138 w 147"/>
                  <a:gd name="T19" fmla="*/ 15 h 108"/>
                  <a:gd name="T20" fmla="*/ 138 w 147"/>
                  <a:gd name="T21" fmla="*/ 14 h 108"/>
                  <a:gd name="T22" fmla="*/ 137 w 147"/>
                  <a:gd name="T23" fmla="*/ 13 h 108"/>
                  <a:gd name="T24" fmla="*/ 137 w 147"/>
                  <a:gd name="T25" fmla="*/ 12 h 108"/>
                  <a:gd name="T26" fmla="*/ 137 w 147"/>
                  <a:gd name="T27" fmla="*/ 11 h 108"/>
                  <a:gd name="T28" fmla="*/ 136 w 147"/>
                  <a:gd name="T29" fmla="*/ 10 h 108"/>
                  <a:gd name="T30" fmla="*/ 136 w 147"/>
                  <a:gd name="T31" fmla="*/ 9 h 108"/>
                  <a:gd name="T32" fmla="*/ 136 w 147"/>
                  <a:gd name="T33" fmla="*/ 7 h 108"/>
                  <a:gd name="T34" fmla="*/ 136 w 147"/>
                  <a:gd name="T35" fmla="*/ 6 h 108"/>
                  <a:gd name="T36" fmla="*/ 135 w 147"/>
                  <a:gd name="T37" fmla="*/ 5 h 108"/>
                  <a:gd name="T38" fmla="*/ 135 w 147"/>
                  <a:gd name="T39" fmla="*/ 4 h 108"/>
                  <a:gd name="T40" fmla="*/ 135 w 147"/>
                  <a:gd name="T41" fmla="*/ 3 h 108"/>
                  <a:gd name="T42" fmla="*/ 135 w 147"/>
                  <a:gd name="T43" fmla="*/ 2 h 108"/>
                  <a:gd name="T44" fmla="*/ 135 w 147"/>
                  <a:gd name="T45" fmla="*/ 1 h 108"/>
                  <a:gd name="T46" fmla="*/ 135 w 147"/>
                  <a:gd name="T47" fmla="*/ 0 h 108"/>
                  <a:gd name="T48" fmla="*/ 0 w 147"/>
                  <a:gd name="T49" fmla="*/ 78 h 108"/>
                  <a:gd name="T50" fmla="*/ 0 w 147"/>
                  <a:gd name="T51" fmla="*/ 79 h 108"/>
                  <a:gd name="T52" fmla="*/ 0 w 147"/>
                  <a:gd name="T53" fmla="*/ 80 h 108"/>
                  <a:gd name="T54" fmla="*/ 0 w 147"/>
                  <a:gd name="T55" fmla="*/ 81 h 108"/>
                  <a:gd name="T56" fmla="*/ 0 w 147"/>
                  <a:gd name="T57" fmla="*/ 82 h 108"/>
                  <a:gd name="T58" fmla="*/ 0 w 147"/>
                  <a:gd name="T59" fmla="*/ 84 h 108"/>
                  <a:gd name="T60" fmla="*/ 0 w 147"/>
                  <a:gd name="T61" fmla="*/ 85 h 108"/>
                  <a:gd name="T62" fmla="*/ 1 w 147"/>
                  <a:gd name="T63" fmla="*/ 86 h 108"/>
                  <a:gd name="T64" fmla="*/ 1 w 147"/>
                  <a:gd name="T65" fmla="*/ 87 h 108"/>
                  <a:gd name="T66" fmla="*/ 1 w 147"/>
                  <a:gd name="T67" fmla="*/ 88 h 108"/>
                  <a:gd name="T68" fmla="*/ 2 w 147"/>
                  <a:gd name="T69" fmla="*/ 89 h 108"/>
                  <a:gd name="T70" fmla="*/ 2 w 147"/>
                  <a:gd name="T71" fmla="*/ 91 h 108"/>
                  <a:gd name="T72" fmla="*/ 2 w 147"/>
                  <a:gd name="T73" fmla="*/ 92 h 108"/>
                  <a:gd name="T74" fmla="*/ 3 w 147"/>
                  <a:gd name="T75" fmla="*/ 93 h 108"/>
                  <a:gd name="T76" fmla="*/ 3 w 147"/>
                  <a:gd name="T77" fmla="*/ 94 h 108"/>
                  <a:gd name="T78" fmla="*/ 4 w 147"/>
                  <a:gd name="T79" fmla="*/ 95 h 108"/>
                  <a:gd name="T80" fmla="*/ 4 w 147"/>
                  <a:gd name="T81" fmla="*/ 96 h 108"/>
                  <a:gd name="T82" fmla="*/ 5 w 147"/>
                  <a:gd name="T83" fmla="*/ 97 h 108"/>
                  <a:gd name="T84" fmla="*/ 5 w 147"/>
                  <a:gd name="T85" fmla="*/ 98 h 108"/>
                  <a:gd name="T86" fmla="*/ 6 w 147"/>
                  <a:gd name="T87" fmla="*/ 100 h 108"/>
                  <a:gd name="T88" fmla="*/ 8 w 147"/>
                  <a:gd name="T89" fmla="*/ 103 h 108"/>
                  <a:gd name="T90" fmla="*/ 9 w 147"/>
                  <a:gd name="T91" fmla="*/ 105 h 108"/>
                  <a:gd name="T92" fmla="*/ 10 w 147"/>
                  <a:gd name="T93" fmla="*/ 106 h 108"/>
                  <a:gd name="T94" fmla="*/ 11 w 147"/>
                  <a:gd name="T95" fmla="*/ 107 h 108"/>
                  <a:gd name="T96" fmla="*/ 12 w 147"/>
                  <a:gd name="T97" fmla="*/ 108 h 108"/>
                  <a:gd name="T98" fmla="*/ 147 w 147"/>
                  <a:gd name="T99" fmla="*/ 29 h 108"/>
                  <a:gd name="T100" fmla="*/ 146 w 147"/>
                  <a:gd name="T101" fmla="*/ 2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47" h="108">
                    <a:moveTo>
                      <a:pt x="146" y="28"/>
                    </a:moveTo>
                    <a:cubicBezTo>
                      <a:pt x="145" y="27"/>
                      <a:pt x="145" y="27"/>
                      <a:pt x="145" y="27"/>
                    </a:cubicBezTo>
                    <a:cubicBezTo>
                      <a:pt x="145" y="27"/>
                      <a:pt x="145" y="27"/>
                      <a:pt x="144" y="26"/>
                    </a:cubicBezTo>
                    <a:cubicBezTo>
                      <a:pt x="144" y="26"/>
                      <a:pt x="144" y="25"/>
                      <a:pt x="143" y="24"/>
                    </a:cubicBezTo>
                    <a:cubicBezTo>
                      <a:pt x="143" y="23"/>
                      <a:pt x="142" y="23"/>
                      <a:pt x="142" y="22"/>
                    </a:cubicBezTo>
                    <a:cubicBezTo>
                      <a:pt x="141" y="21"/>
                      <a:pt x="141" y="21"/>
                      <a:pt x="140" y="20"/>
                    </a:cubicBezTo>
                    <a:cubicBezTo>
                      <a:pt x="140" y="19"/>
                      <a:pt x="140" y="19"/>
                      <a:pt x="140" y="19"/>
                    </a:cubicBezTo>
                    <a:cubicBezTo>
                      <a:pt x="140" y="18"/>
                      <a:pt x="139" y="18"/>
                      <a:pt x="139" y="17"/>
                    </a:cubicBezTo>
                    <a:cubicBezTo>
                      <a:pt x="139" y="16"/>
                      <a:pt x="139" y="16"/>
                      <a:pt x="139" y="16"/>
                    </a:cubicBezTo>
                    <a:cubicBezTo>
                      <a:pt x="138" y="15"/>
                      <a:pt x="138" y="15"/>
                      <a:pt x="138" y="15"/>
                    </a:cubicBezTo>
                    <a:cubicBezTo>
                      <a:pt x="138" y="14"/>
                      <a:pt x="138" y="14"/>
                      <a:pt x="138" y="14"/>
                    </a:cubicBezTo>
                    <a:cubicBezTo>
                      <a:pt x="138" y="14"/>
                      <a:pt x="138" y="14"/>
                      <a:pt x="137" y="13"/>
                    </a:cubicBezTo>
                    <a:cubicBezTo>
                      <a:pt x="137" y="13"/>
                      <a:pt x="137" y="12"/>
                      <a:pt x="137" y="12"/>
                    </a:cubicBezTo>
                    <a:cubicBezTo>
                      <a:pt x="137" y="12"/>
                      <a:pt x="137" y="11"/>
                      <a:pt x="137" y="11"/>
                    </a:cubicBezTo>
                    <a:cubicBezTo>
                      <a:pt x="137" y="11"/>
                      <a:pt x="136" y="10"/>
                      <a:pt x="136" y="10"/>
                    </a:cubicBezTo>
                    <a:cubicBezTo>
                      <a:pt x="136" y="9"/>
                      <a:pt x="136" y="9"/>
                      <a:pt x="136" y="9"/>
                    </a:cubicBezTo>
                    <a:cubicBezTo>
                      <a:pt x="136" y="8"/>
                      <a:pt x="136" y="8"/>
                      <a:pt x="136" y="7"/>
                    </a:cubicBezTo>
                    <a:cubicBezTo>
                      <a:pt x="136" y="7"/>
                      <a:pt x="136" y="7"/>
                      <a:pt x="136" y="6"/>
                    </a:cubicBezTo>
                    <a:cubicBezTo>
                      <a:pt x="135" y="6"/>
                      <a:pt x="135" y="5"/>
                      <a:pt x="135" y="5"/>
                    </a:cubicBezTo>
                    <a:cubicBezTo>
                      <a:pt x="135" y="5"/>
                      <a:pt x="135" y="4"/>
                      <a:pt x="135" y="4"/>
                    </a:cubicBezTo>
                    <a:cubicBezTo>
                      <a:pt x="135" y="4"/>
                      <a:pt x="135" y="3"/>
                      <a:pt x="135" y="3"/>
                    </a:cubicBezTo>
                    <a:cubicBezTo>
                      <a:pt x="135" y="2"/>
                      <a:pt x="135" y="2"/>
                      <a:pt x="135" y="2"/>
                    </a:cubicBezTo>
                    <a:cubicBezTo>
                      <a:pt x="135" y="1"/>
                      <a:pt x="135" y="1"/>
                      <a:pt x="135" y="1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0" y="83"/>
                      <a:pt x="0" y="84"/>
                    </a:cubicBezTo>
                    <a:cubicBezTo>
                      <a:pt x="0" y="84"/>
                      <a:pt x="0" y="84"/>
                      <a:pt x="0" y="85"/>
                    </a:cubicBezTo>
                    <a:cubicBezTo>
                      <a:pt x="0" y="85"/>
                      <a:pt x="1" y="86"/>
                      <a:pt x="1" y="86"/>
                    </a:cubicBezTo>
                    <a:cubicBezTo>
                      <a:pt x="1" y="86"/>
                      <a:pt x="1" y="87"/>
                      <a:pt x="1" y="87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9"/>
                      <a:pt x="1" y="89"/>
                      <a:pt x="2" y="89"/>
                    </a:cubicBezTo>
                    <a:cubicBezTo>
                      <a:pt x="2" y="90"/>
                      <a:pt x="2" y="90"/>
                      <a:pt x="2" y="91"/>
                    </a:cubicBezTo>
                    <a:cubicBezTo>
                      <a:pt x="2" y="91"/>
                      <a:pt x="2" y="91"/>
                      <a:pt x="2" y="92"/>
                    </a:cubicBezTo>
                    <a:cubicBezTo>
                      <a:pt x="2" y="92"/>
                      <a:pt x="3" y="92"/>
                      <a:pt x="3" y="93"/>
                    </a:cubicBezTo>
                    <a:cubicBezTo>
                      <a:pt x="3" y="94"/>
                      <a:pt x="3" y="94"/>
                      <a:pt x="3" y="94"/>
                    </a:cubicBezTo>
                    <a:cubicBezTo>
                      <a:pt x="4" y="95"/>
                      <a:pt x="4" y="95"/>
                      <a:pt x="4" y="95"/>
                    </a:cubicBezTo>
                    <a:cubicBezTo>
                      <a:pt x="4" y="96"/>
                      <a:pt x="4" y="96"/>
                      <a:pt x="4" y="96"/>
                    </a:cubicBezTo>
                    <a:cubicBezTo>
                      <a:pt x="4" y="96"/>
                      <a:pt x="4" y="97"/>
                      <a:pt x="5" y="97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6" y="99"/>
                      <a:pt x="6" y="100"/>
                      <a:pt x="6" y="100"/>
                    </a:cubicBezTo>
                    <a:cubicBezTo>
                      <a:pt x="7" y="101"/>
                      <a:pt x="7" y="102"/>
                      <a:pt x="8" y="103"/>
                    </a:cubicBezTo>
                    <a:cubicBezTo>
                      <a:pt x="8" y="103"/>
                      <a:pt x="9" y="104"/>
                      <a:pt x="9" y="105"/>
                    </a:cubicBezTo>
                    <a:cubicBezTo>
                      <a:pt x="10" y="105"/>
                      <a:pt x="10" y="106"/>
                      <a:pt x="10" y="106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2" y="108"/>
                      <a:pt x="12" y="108"/>
                      <a:pt x="12" y="108"/>
                    </a:cubicBezTo>
                    <a:cubicBezTo>
                      <a:pt x="147" y="29"/>
                      <a:pt x="147" y="29"/>
                      <a:pt x="147" y="29"/>
                    </a:cubicBezTo>
                    <a:cubicBezTo>
                      <a:pt x="146" y="28"/>
                      <a:pt x="146" y="28"/>
                      <a:pt x="146" y="28"/>
                    </a:cubicBezTo>
                  </a:path>
                </a:pathLst>
              </a:custGeom>
              <a:solidFill>
                <a:srgbClr val="4943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1" name="Freeform 67">
                <a:extLst>
                  <a:ext uri="{FF2B5EF4-FFF2-40B4-BE49-F238E27FC236}">
                    <a16:creationId xmlns:a16="http://schemas.microsoft.com/office/drawing/2014/main" id="{78B05BFE-5DF5-4459-B41B-27FFF4F006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1850"/>
                <a:ext cx="574" cy="347"/>
              </a:xfrm>
              <a:custGeom>
                <a:avLst/>
                <a:gdLst>
                  <a:gd name="T0" fmla="*/ 574 w 574"/>
                  <a:gd name="T1" fmla="*/ 32 h 347"/>
                  <a:gd name="T2" fmla="*/ 570 w 574"/>
                  <a:gd name="T3" fmla="*/ 32 h 347"/>
                  <a:gd name="T4" fmla="*/ 566 w 574"/>
                  <a:gd name="T5" fmla="*/ 28 h 347"/>
                  <a:gd name="T6" fmla="*/ 562 w 574"/>
                  <a:gd name="T7" fmla="*/ 24 h 347"/>
                  <a:gd name="T8" fmla="*/ 558 w 574"/>
                  <a:gd name="T9" fmla="*/ 24 h 347"/>
                  <a:gd name="T10" fmla="*/ 558 w 574"/>
                  <a:gd name="T11" fmla="*/ 20 h 347"/>
                  <a:gd name="T12" fmla="*/ 554 w 574"/>
                  <a:gd name="T13" fmla="*/ 16 h 347"/>
                  <a:gd name="T14" fmla="*/ 550 w 574"/>
                  <a:gd name="T15" fmla="*/ 12 h 347"/>
                  <a:gd name="T16" fmla="*/ 546 w 574"/>
                  <a:gd name="T17" fmla="*/ 8 h 347"/>
                  <a:gd name="T18" fmla="*/ 542 w 574"/>
                  <a:gd name="T19" fmla="*/ 4 h 347"/>
                  <a:gd name="T20" fmla="*/ 538 w 574"/>
                  <a:gd name="T21" fmla="*/ 0 h 347"/>
                  <a:gd name="T22" fmla="*/ 0 w 574"/>
                  <a:gd name="T23" fmla="*/ 315 h 347"/>
                  <a:gd name="T24" fmla="*/ 4 w 574"/>
                  <a:gd name="T25" fmla="*/ 319 h 347"/>
                  <a:gd name="T26" fmla="*/ 8 w 574"/>
                  <a:gd name="T27" fmla="*/ 323 h 347"/>
                  <a:gd name="T28" fmla="*/ 8 w 574"/>
                  <a:gd name="T29" fmla="*/ 327 h 347"/>
                  <a:gd name="T30" fmla="*/ 12 w 574"/>
                  <a:gd name="T31" fmla="*/ 331 h 347"/>
                  <a:gd name="T32" fmla="*/ 16 w 574"/>
                  <a:gd name="T33" fmla="*/ 331 h 347"/>
                  <a:gd name="T34" fmla="*/ 20 w 574"/>
                  <a:gd name="T35" fmla="*/ 335 h 347"/>
                  <a:gd name="T36" fmla="*/ 24 w 574"/>
                  <a:gd name="T37" fmla="*/ 339 h 347"/>
                  <a:gd name="T38" fmla="*/ 28 w 574"/>
                  <a:gd name="T39" fmla="*/ 343 h 347"/>
                  <a:gd name="T40" fmla="*/ 32 w 574"/>
                  <a:gd name="T41" fmla="*/ 343 h 347"/>
                  <a:gd name="T42" fmla="*/ 36 w 574"/>
                  <a:gd name="T43" fmla="*/ 347 h 347"/>
                  <a:gd name="T44" fmla="*/ 574 w 574"/>
                  <a:gd name="T45" fmla="*/ 32 h 347"/>
                  <a:gd name="T46" fmla="*/ 574 w 574"/>
                  <a:gd name="T47" fmla="*/ 32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74" h="347">
                    <a:moveTo>
                      <a:pt x="574" y="32"/>
                    </a:moveTo>
                    <a:lnTo>
                      <a:pt x="570" y="32"/>
                    </a:lnTo>
                    <a:lnTo>
                      <a:pt x="566" y="28"/>
                    </a:lnTo>
                    <a:lnTo>
                      <a:pt x="562" y="24"/>
                    </a:lnTo>
                    <a:lnTo>
                      <a:pt x="558" y="24"/>
                    </a:lnTo>
                    <a:lnTo>
                      <a:pt x="558" y="20"/>
                    </a:lnTo>
                    <a:lnTo>
                      <a:pt x="554" y="16"/>
                    </a:lnTo>
                    <a:lnTo>
                      <a:pt x="550" y="12"/>
                    </a:lnTo>
                    <a:lnTo>
                      <a:pt x="546" y="8"/>
                    </a:lnTo>
                    <a:lnTo>
                      <a:pt x="542" y="4"/>
                    </a:lnTo>
                    <a:lnTo>
                      <a:pt x="538" y="0"/>
                    </a:lnTo>
                    <a:lnTo>
                      <a:pt x="0" y="315"/>
                    </a:lnTo>
                    <a:lnTo>
                      <a:pt x="4" y="319"/>
                    </a:lnTo>
                    <a:lnTo>
                      <a:pt x="8" y="323"/>
                    </a:lnTo>
                    <a:lnTo>
                      <a:pt x="8" y="327"/>
                    </a:lnTo>
                    <a:lnTo>
                      <a:pt x="12" y="331"/>
                    </a:lnTo>
                    <a:lnTo>
                      <a:pt x="16" y="331"/>
                    </a:lnTo>
                    <a:lnTo>
                      <a:pt x="20" y="335"/>
                    </a:lnTo>
                    <a:lnTo>
                      <a:pt x="24" y="339"/>
                    </a:lnTo>
                    <a:lnTo>
                      <a:pt x="28" y="343"/>
                    </a:lnTo>
                    <a:lnTo>
                      <a:pt x="32" y="343"/>
                    </a:lnTo>
                    <a:lnTo>
                      <a:pt x="36" y="347"/>
                    </a:lnTo>
                    <a:lnTo>
                      <a:pt x="574" y="32"/>
                    </a:lnTo>
                    <a:lnTo>
                      <a:pt x="574" y="32"/>
                    </a:lnTo>
                    <a:close/>
                  </a:path>
                </a:pathLst>
              </a:custGeom>
              <a:solidFill>
                <a:srgbClr val="47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2" name="Freeform 68">
                <a:extLst>
                  <a:ext uri="{FF2B5EF4-FFF2-40B4-BE49-F238E27FC236}">
                    <a16:creationId xmlns:a16="http://schemas.microsoft.com/office/drawing/2014/main" id="{D734150A-F0E9-4E54-A03E-466462AB4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1850"/>
                <a:ext cx="574" cy="347"/>
              </a:xfrm>
              <a:custGeom>
                <a:avLst/>
                <a:gdLst>
                  <a:gd name="T0" fmla="*/ 574 w 574"/>
                  <a:gd name="T1" fmla="*/ 32 h 347"/>
                  <a:gd name="T2" fmla="*/ 570 w 574"/>
                  <a:gd name="T3" fmla="*/ 32 h 347"/>
                  <a:gd name="T4" fmla="*/ 566 w 574"/>
                  <a:gd name="T5" fmla="*/ 28 h 347"/>
                  <a:gd name="T6" fmla="*/ 562 w 574"/>
                  <a:gd name="T7" fmla="*/ 24 h 347"/>
                  <a:gd name="T8" fmla="*/ 558 w 574"/>
                  <a:gd name="T9" fmla="*/ 24 h 347"/>
                  <a:gd name="T10" fmla="*/ 558 w 574"/>
                  <a:gd name="T11" fmla="*/ 20 h 347"/>
                  <a:gd name="T12" fmla="*/ 554 w 574"/>
                  <a:gd name="T13" fmla="*/ 16 h 347"/>
                  <a:gd name="T14" fmla="*/ 550 w 574"/>
                  <a:gd name="T15" fmla="*/ 12 h 347"/>
                  <a:gd name="T16" fmla="*/ 546 w 574"/>
                  <a:gd name="T17" fmla="*/ 8 h 347"/>
                  <a:gd name="T18" fmla="*/ 542 w 574"/>
                  <a:gd name="T19" fmla="*/ 4 h 347"/>
                  <a:gd name="T20" fmla="*/ 538 w 574"/>
                  <a:gd name="T21" fmla="*/ 0 h 347"/>
                  <a:gd name="T22" fmla="*/ 0 w 574"/>
                  <a:gd name="T23" fmla="*/ 315 h 347"/>
                  <a:gd name="T24" fmla="*/ 4 w 574"/>
                  <a:gd name="T25" fmla="*/ 319 h 347"/>
                  <a:gd name="T26" fmla="*/ 8 w 574"/>
                  <a:gd name="T27" fmla="*/ 323 h 347"/>
                  <a:gd name="T28" fmla="*/ 8 w 574"/>
                  <a:gd name="T29" fmla="*/ 327 h 347"/>
                  <a:gd name="T30" fmla="*/ 12 w 574"/>
                  <a:gd name="T31" fmla="*/ 331 h 347"/>
                  <a:gd name="T32" fmla="*/ 16 w 574"/>
                  <a:gd name="T33" fmla="*/ 331 h 347"/>
                  <a:gd name="T34" fmla="*/ 20 w 574"/>
                  <a:gd name="T35" fmla="*/ 335 h 347"/>
                  <a:gd name="T36" fmla="*/ 24 w 574"/>
                  <a:gd name="T37" fmla="*/ 339 h 347"/>
                  <a:gd name="T38" fmla="*/ 28 w 574"/>
                  <a:gd name="T39" fmla="*/ 343 h 347"/>
                  <a:gd name="T40" fmla="*/ 32 w 574"/>
                  <a:gd name="T41" fmla="*/ 343 h 347"/>
                  <a:gd name="T42" fmla="*/ 36 w 574"/>
                  <a:gd name="T43" fmla="*/ 347 h 347"/>
                  <a:gd name="T44" fmla="*/ 574 w 574"/>
                  <a:gd name="T45" fmla="*/ 32 h 347"/>
                  <a:gd name="T46" fmla="*/ 574 w 574"/>
                  <a:gd name="T47" fmla="*/ 32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74" h="347">
                    <a:moveTo>
                      <a:pt x="574" y="32"/>
                    </a:moveTo>
                    <a:lnTo>
                      <a:pt x="570" y="32"/>
                    </a:lnTo>
                    <a:lnTo>
                      <a:pt x="566" y="28"/>
                    </a:lnTo>
                    <a:lnTo>
                      <a:pt x="562" y="24"/>
                    </a:lnTo>
                    <a:lnTo>
                      <a:pt x="558" y="24"/>
                    </a:lnTo>
                    <a:lnTo>
                      <a:pt x="558" y="20"/>
                    </a:lnTo>
                    <a:lnTo>
                      <a:pt x="554" y="16"/>
                    </a:lnTo>
                    <a:lnTo>
                      <a:pt x="550" y="12"/>
                    </a:lnTo>
                    <a:lnTo>
                      <a:pt x="546" y="8"/>
                    </a:lnTo>
                    <a:lnTo>
                      <a:pt x="542" y="4"/>
                    </a:lnTo>
                    <a:lnTo>
                      <a:pt x="538" y="0"/>
                    </a:lnTo>
                    <a:lnTo>
                      <a:pt x="0" y="315"/>
                    </a:lnTo>
                    <a:lnTo>
                      <a:pt x="4" y="319"/>
                    </a:lnTo>
                    <a:lnTo>
                      <a:pt x="8" y="323"/>
                    </a:lnTo>
                    <a:lnTo>
                      <a:pt x="8" y="327"/>
                    </a:lnTo>
                    <a:lnTo>
                      <a:pt x="12" y="331"/>
                    </a:lnTo>
                    <a:lnTo>
                      <a:pt x="16" y="331"/>
                    </a:lnTo>
                    <a:lnTo>
                      <a:pt x="20" y="335"/>
                    </a:lnTo>
                    <a:lnTo>
                      <a:pt x="24" y="339"/>
                    </a:lnTo>
                    <a:lnTo>
                      <a:pt x="28" y="343"/>
                    </a:lnTo>
                    <a:lnTo>
                      <a:pt x="32" y="343"/>
                    </a:lnTo>
                    <a:lnTo>
                      <a:pt x="36" y="347"/>
                    </a:lnTo>
                    <a:lnTo>
                      <a:pt x="574" y="32"/>
                    </a:lnTo>
                    <a:lnTo>
                      <a:pt x="574" y="3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3" name="Freeform 69">
                <a:extLst>
                  <a:ext uri="{FF2B5EF4-FFF2-40B4-BE49-F238E27FC236}">
                    <a16:creationId xmlns:a16="http://schemas.microsoft.com/office/drawing/2014/main" id="{96E99D43-DD26-4756-93F1-761696BAE1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1" y="1679"/>
                <a:ext cx="561" cy="366"/>
              </a:xfrm>
              <a:custGeom>
                <a:avLst/>
                <a:gdLst>
                  <a:gd name="T0" fmla="*/ 135 w 141"/>
                  <a:gd name="T1" fmla="*/ 11 h 92"/>
                  <a:gd name="T2" fmla="*/ 135 w 141"/>
                  <a:gd name="T3" fmla="*/ 9 h 92"/>
                  <a:gd name="T4" fmla="*/ 136 w 141"/>
                  <a:gd name="T5" fmla="*/ 7 h 92"/>
                  <a:gd name="T6" fmla="*/ 137 w 141"/>
                  <a:gd name="T7" fmla="*/ 5 h 92"/>
                  <a:gd name="T8" fmla="*/ 137 w 141"/>
                  <a:gd name="T9" fmla="*/ 3 h 92"/>
                  <a:gd name="T10" fmla="*/ 139 w 141"/>
                  <a:gd name="T11" fmla="*/ 2 h 92"/>
                  <a:gd name="T12" fmla="*/ 139 w 141"/>
                  <a:gd name="T13" fmla="*/ 1 h 92"/>
                  <a:gd name="T14" fmla="*/ 141 w 141"/>
                  <a:gd name="T15" fmla="*/ 0 h 92"/>
                  <a:gd name="T16" fmla="*/ 6 w 141"/>
                  <a:gd name="T17" fmla="*/ 78 h 92"/>
                  <a:gd name="T18" fmla="*/ 4 w 141"/>
                  <a:gd name="T19" fmla="*/ 80 h 92"/>
                  <a:gd name="T20" fmla="*/ 4 w 141"/>
                  <a:gd name="T21" fmla="*/ 80 h 92"/>
                  <a:gd name="T22" fmla="*/ 2 w 141"/>
                  <a:gd name="T23" fmla="*/ 82 h 92"/>
                  <a:gd name="T24" fmla="*/ 1 w 141"/>
                  <a:gd name="T25" fmla="*/ 83 h 92"/>
                  <a:gd name="T26" fmla="*/ 1 w 141"/>
                  <a:gd name="T27" fmla="*/ 85 h 92"/>
                  <a:gd name="T28" fmla="*/ 1 w 141"/>
                  <a:gd name="T29" fmla="*/ 85 h 92"/>
                  <a:gd name="T30" fmla="*/ 0 w 141"/>
                  <a:gd name="T31" fmla="*/ 87 h 92"/>
                  <a:gd name="T32" fmla="*/ 0 w 141"/>
                  <a:gd name="T33" fmla="*/ 89 h 92"/>
                  <a:gd name="T34" fmla="*/ 0 w 141"/>
                  <a:gd name="T35" fmla="*/ 90 h 92"/>
                  <a:gd name="T36" fmla="*/ 0 w 141"/>
                  <a:gd name="T37" fmla="*/ 91 h 92"/>
                  <a:gd name="T38" fmla="*/ 0 w 141"/>
                  <a:gd name="T39" fmla="*/ 92 h 92"/>
                  <a:gd name="T40" fmla="*/ 135 w 141"/>
                  <a:gd name="T41" fmla="*/ 14 h 92"/>
                  <a:gd name="T42" fmla="*/ 135 w 141"/>
                  <a:gd name="T43" fmla="*/ 11 h 92"/>
                  <a:gd name="T44" fmla="*/ 135 w 141"/>
                  <a:gd name="T45" fmla="*/ 11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41" h="92">
                    <a:moveTo>
                      <a:pt x="135" y="11"/>
                    </a:moveTo>
                    <a:cubicBezTo>
                      <a:pt x="135" y="10"/>
                      <a:pt x="135" y="10"/>
                      <a:pt x="135" y="9"/>
                    </a:cubicBezTo>
                    <a:cubicBezTo>
                      <a:pt x="136" y="8"/>
                      <a:pt x="136" y="8"/>
                      <a:pt x="136" y="7"/>
                    </a:cubicBezTo>
                    <a:cubicBezTo>
                      <a:pt x="136" y="6"/>
                      <a:pt x="136" y="6"/>
                      <a:pt x="137" y="5"/>
                    </a:cubicBezTo>
                    <a:cubicBezTo>
                      <a:pt x="137" y="4"/>
                      <a:pt x="137" y="4"/>
                      <a:pt x="137" y="3"/>
                    </a:cubicBezTo>
                    <a:cubicBezTo>
                      <a:pt x="138" y="3"/>
                      <a:pt x="138" y="2"/>
                      <a:pt x="139" y="2"/>
                    </a:cubicBezTo>
                    <a:cubicBezTo>
                      <a:pt x="139" y="1"/>
                      <a:pt x="139" y="1"/>
                      <a:pt x="139" y="1"/>
                    </a:cubicBezTo>
                    <a:cubicBezTo>
                      <a:pt x="140" y="1"/>
                      <a:pt x="141" y="0"/>
                      <a:pt x="141" y="0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5" y="79"/>
                      <a:pt x="5" y="79"/>
                      <a:pt x="4" y="80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3" y="81"/>
                      <a:pt x="3" y="81"/>
                      <a:pt x="2" y="82"/>
                    </a:cubicBezTo>
                    <a:cubicBezTo>
                      <a:pt x="2" y="82"/>
                      <a:pt x="2" y="83"/>
                      <a:pt x="1" y="83"/>
                    </a:cubicBezTo>
                    <a:cubicBezTo>
                      <a:pt x="1" y="84"/>
                      <a:pt x="1" y="84"/>
                      <a:pt x="1" y="85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0" y="86"/>
                      <a:pt x="0" y="86"/>
                      <a:pt x="0" y="87"/>
                    </a:cubicBezTo>
                    <a:cubicBezTo>
                      <a:pt x="0" y="88"/>
                      <a:pt x="0" y="89"/>
                      <a:pt x="0" y="8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1"/>
                      <a:pt x="0" y="91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135" y="14"/>
                      <a:pt x="135" y="14"/>
                      <a:pt x="135" y="14"/>
                    </a:cubicBezTo>
                    <a:cubicBezTo>
                      <a:pt x="135" y="13"/>
                      <a:pt x="135" y="12"/>
                      <a:pt x="135" y="11"/>
                    </a:cubicBezTo>
                    <a:cubicBezTo>
                      <a:pt x="135" y="11"/>
                      <a:pt x="135" y="11"/>
                      <a:pt x="135" y="11"/>
                    </a:cubicBezTo>
                  </a:path>
                </a:pathLst>
              </a:custGeom>
              <a:solidFill>
                <a:srgbClr val="4943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4" name="Freeform 70">
                <a:extLst>
                  <a:ext uri="{FF2B5EF4-FFF2-40B4-BE49-F238E27FC236}">
                    <a16:creationId xmlns:a16="http://schemas.microsoft.com/office/drawing/2014/main" id="{689BD34E-EC43-49C7-A82F-B12BBBC6A4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8" y="1643"/>
                <a:ext cx="618" cy="330"/>
              </a:xfrm>
              <a:custGeom>
                <a:avLst/>
                <a:gdLst>
                  <a:gd name="T0" fmla="*/ 4 w 155"/>
                  <a:gd name="T1" fmla="*/ 79 h 83"/>
                  <a:gd name="T2" fmla="*/ 6 w 155"/>
                  <a:gd name="T3" fmla="*/ 79 h 83"/>
                  <a:gd name="T4" fmla="*/ 9 w 155"/>
                  <a:gd name="T5" fmla="*/ 79 h 83"/>
                  <a:gd name="T6" fmla="*/ 11 w 155"/>
                  <a:gd name="T7" fmla="*/ 79 h 83"/>
                  <a:gd name="T8" fmla="*/ 14 w 155"/>
                  <a:gd name="T9" fmla="*/ 80 h 83"/>
                  <a:gd name="T10" fmla="*/ 17 w 155"/>
                  <a:gd name="T11" fmla="*/ 81 h 83"/>
                  <a:gd name="T12" fmla="*/ 19 w 155"/>
                  <a:gd name="T13" fmla="*/ 83 h 83"/>
                  <a:gd name="T14" fmla="*/ 155 w 155"/>
                  <a:gd name="T15" fmla="*/ 4 h 83"/>
                  <a:gd name="T16" fmla="*/ 154 w 155"/>
                  <a:gd name="T17" fmla="*/ 4 h 83"/>
                  <a:gd name="T18" fmla="*/ 153 w 155"/>
                  <a:gd name="T19" fmla="*/ 3 h 83"/>
                  <a:gd name="T20" fmla="*/ 152 w 155"/>
                  <a:gd name="T21" fmla="*/ 3 h 83"/>
                  <a:gd name="T22" fmla="*/ 150 w 155"/>
                  <a:gd name="T23" fmla="*/ 2 h 83"/>
                  <a:gd name="T24" fmla="*/ 149 w 155"/>
                  <a:gd name="T25" fmla="*/ 2 h 83"/>
                  <a:gd name="T26" fmla="*/ 148 w 155"/>
                  <a:gd name="T27" fmla="*/ 1 h 83"/>
                  <a:gd name="T28" fmla="*/ 147 w 155"/>
                  <a:gd name="T29" fmla="*/ 1 h 83"/>
                  <a:gd name="T30" fmla="*/ 145 w 155"/>
                  <a:gd name="T31" fmla="*/ 0 h 83"/>
                  <a:gd name="T32" fmla="*/ 144 w 155"/>
                  <a:gd name="T33" fmla="*/ 0 h 83"/>
                  <a:gd name="T34" fmla="*/ 142 w 155"/>
                  <a:gd name="T35" fmla="*/ 0 h 83"/>
                  <a:gd name="T36" fmla="*/ 142 w 155"/>
                  <a:gd name="T37" fmla="*/ 0 h 83"/>
                  <a:gd name="T38" fmla="*/ 140 w 155"/>
                  <a:gd name="T39" fmla="*/ 1 h 83"/>
                  <a:gd name="T40" fmla="*/ 138 w 155"/>
                  <a:gd name="T41" fmla="*/ 1 h 83"/>
                  <a:gd name="T42" fmla="*/ 135 w 155"/>
                  <a:gd name="T43" fmla="*/ 2 h 83"/>
                  <a:gd name="T44" fmla="*/ 0 w 155"/>
                  <a:gd name="T45" fmla="*/ 81 h 83"/>
                  <a:gd name="T46" fmla="*/ 2 w 155"/>
                  <a:gd name="T47" fmla="*/ 80 h 83"/>
                  <a:gd name="T48" fmla="*/ 4 w 155"/>
                  <a:gd name="T49" fmla="*/ 79 h 83"/>
                  <a:gd name="T50" fmla="*/ 4 w 155"/>
                  <a:gd name="T51" fmla="*/ 7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5" h="83">
                    <a:moveTo>
                      <a:pt x="4" y="79"/>
                    </a:moveTo>
                    <a:cubicBezTo>
                      <a:pt x="5" y="79"/>
                      <a:pt x="6" y="79"/>
                      <a:pt x="6" y="79"/>
                    </a:cubicBezTo>
                    <a:cubicBezTo>
                      <a:pt x="7" y="79"/>
                      <a:pt x="8" y="79"/>
                      <a:pt x="9" y="79"/>
                    </a:cubicBezTo>
                    <a:cubicBezTo>
                      <a:pt x="10" y="79"/>
                      <a:pt x="10" y="79"/>
                      <a:pt x="11" y="79"/>
                    </a:cubicBezTo>
                    <a:cubicBezTo>
                      <a:pt x="12" y="80"/>
                      <a:pt x="13" y="80"/>
                      <a:pt x="14" y="80"/>
                    </a:cubicBezTo>
                    <a:cubicBezTo>
                      <a:pt x="15" y="80"/>
                      <a:pt x="16" y="81"/>
                      <a:pt x="17" y="81"/>
                    </a:cubicBezTo>
                    <a:cubicBezTo>
                      <a:pt x="18" y="82"/>
                      <a:pt x="18" y="82"/>
                      <a:pt x="19" y="83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4" y="4"/>
                      <a:pt x="154" y="4"/>
                      <a:pt x="154" y="4"/>
                    </a:cubicBezTo>
                    <a:cubicBezTo>
                      <a:pt x="153" y="3"/>
                      <a:pt x="153" y="3"/>
                      <a:pt x="153" y="3"/>
                    </a:cubicBezTo>
                    <a:cubicBezTo>
                      <a:pt x="152" y="3"/>
                      <a:pt x="152" y="3"/>
                      <a:pt x="152" y="3"/>
                    </a:cubicBezTo>
                    <a:cubicBezTo>
                      <a:pt x="151" y="2"/>
                      <a:pt x="151" y="2"/>
                      <a:pt x="150" y="2"/>
                    </a:cubicBezTo>
                    <a:cubicBezTo>
                      <a:pt x="150" y="2"/>
                      <a:pt x="150" y="2"/>
                      <a:pt x="149" y="2"/>
                    </a:cubicBezTo>
                    <a:cubicBezTo>
                      <a:pt x="149" y="1"/>
                      <a:pt x="149" y="1"/>
                      <a:pt x="148" y="1"/>
                    </a:cubicBezTo>
                    <a:cubicBezTo>
                      <a:pt x="148" y="1"/>
                      <a:pt x="148" y="1"/>
                      <a:pt x="147" y="1"/>
                    </a:cubicBezTo>
                    <a:cubicBezTo>
                      <a:pt x="146" y="1"/>
                      <a:pt x="145" y="1"/>
                      <a:pt x="145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43" y="0"/>
                      <a:pt x="143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1" y="0"/>
                      <a:pt x="140" y="0"/>
                      <a:pt x="140" y="1"/>
                    </a:cubicBezTo>
                    <a:cubicBezTo>
                      <a:pt x="139" y="1"/>
                      <a:pt x="138" y="1"/>
                      <a:pt x="138" y="1"/>
                    </a:cubicBezTo>
                    <a:cubicBezTo>
                      <a:pt x="137" y="1"/>
                      <a:pt x="136" y="2"/>
                      <a:pt x="135" y="2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" y="80"/>
                      <a:pt x="2" y="80"/>
                      <a:pt x="2" y="80"/>
                    </a:cubicBezTo>
                    <a:cubicBezTo>
                      <a:pt x="3" y="80"/>
                      <a:pt x="3" y="79"/>
                      <a:pt x="4" y="79"/>
                    </a:cubicBezTo>
                    <a:cubicBezTo>
                      <a:pt x="4" y="79"/>
                      <a:pt x="4" y="79"/>
                      <a:pt x="4" y="79"/>
                    </a:cubicBezTo>
                  </a:path>
                </a:pathLst>
              </a:custGeom>
              <a:solidFill>
                <a:srgbClr val="767B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5" name="Freeform 71">
                <a:extLst>
                  <a:ext uri="{FF2B5EF4-FFF2-40B4-BE49-F238E27FC236}">
                    <a16:creationId xmlns:a16="http://schemas.microsoft.com/office/drawing/2014/main" id="{74A11F28-1E69-487D-B59E-B9369C4FC3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" y="1882"/>
                <a:ext cx="2514" cy="1454"/>
              </a:xfrm>
              <a:custGeom>
                <a:avLst/>
                <a:gdLst>
                  <a:gd name="T0" fmla="*/ 0 w 2514"/>
                  <a:gd name="T1" fmla="*/ 315 h 1454"/>
                  <a:gd name="T2" fmla="*/ 538 w 2514"/>
                  <a:gd name="T3" fmla="*/ 0 h 1454"/>
                  <a:gd name="T4" fmla="*/ 2514 w 2514"/>
                  <a:gd name="T5" fmla="*/ 1143 h 1454"/>
                  <a:gd name="T6" fmla="*/ 1977 w 2514"/>
                  <a:gd name="T7" fmla="*/ 1454 h 1454"/>
                  <a:gd name="T8" fmla="*/ 0 w 2514"/>
                  <a:gd name="T9" fmla="*/ 315 h 1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14" h="1454">
                    <a:moveTo>
                      <a:pt x="0" y="315"/>
                    </a:moveTo>
                    <a:lnTo>
                      <a:pt x="538" y="0"/>
                    </a:lnTo>
                    <a:lnTo>
                      <a:pt x="2514" y="1143"/>
                    </a:lnTo>
                    <a:lnTo>
                      <a:pt x="1977" y="1454"/>
                    </a:lnTo>
                    <a:lnTo>
                      <a:pt x="0" y="315"/>
                    </a:lnTo>
                    <a:close/>
                  </a:path>
                </a:pathLst>
              </a:custGeom>
              <a:solidFill>
                <a:srgbClr val="47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6" name="Freeform 72">
                <a:extLst>
                  <a:ext uri="{FF2B5EF4-FFF2-40B4-BE49-F238E27FC236}">
                    <a16:creationId xmlns:a16="http://schemas.microsoft.com/office/drawing/2014/main" id="{FAA29B6E-E595-4223-BD63-D73D2C61F1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" y="1882"/>
                <a:ext cx="2514" cy="1454"/>
              </a:xfrm>
              <a:custGeom>
                <a:avLst/>
                <a:gdLst>
                  <a:gd name="T0" fmla="*/ 0 w 2514"/>
                  <a:gd name="T1" fmla="*/ 315 h 1454"/>
                  <a:gd name="T2" fmla="*/ 538 w 2514"/>
                  <a:gd name="T3" fmla="*/ 0 h 1454"/>
                  <a:gd name="T4" fmla="*/ 2514 w 2514"/>
                  <a:gd name="T5" fmla="*/ 1143 h 1454"/>
                  <a:gd name="T6" fmla="*/ 1977 w 2514"/>
                  <a:gd name="T7" fmla="*/ 1454 h 1454"/>
                  <a:gd name="T8" fmla="*/ 0 w 2514"/>
                  <a:gd name="T9" fmla="*/ 315 h 1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14" h="1454">
                    <a:moveTo>
                      <a:pt x="0" y="315"/>
                    </a:moveTo>
                    <a:lnTo>
                      <a:pt x="538" y="0"/>
                    </a:lnTo>
                    <a:lnTo>
                      <a:pt x="2514" y="1143"/>
                    </a:lnTo>
                    <a:lnTo>
                      <a:pt x="1977" y="1454"/>
                    </a:lnTo>
                    <a:lnTo>
                      <a:pt x="0" y="31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7" name="Freeform 73">
                <a:extLst>
                  <a:ext uri="{FF2B5EF4-FFF2-40B4-BE49-F238E27FC236}">
                    <a16:creationId xmlns:a16="http://schemas.microsoft.com/office/drawing/2014/main" id="{0354C067-FD0A-43D5-B1D8-F3E9F0026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025"/>
                <a:ext cx="601" cy="323"/>
              </a:xfrm>
              <a:custGeom>
                <a:avLst/>
                <a:gdLst>
                  <a:gd name="T0" fmla="*/ 151 w 151"/>
                  <a:gd name="T1" fmla="*/ 1 h 81"/>
                  <a:gd name="T2" fmla="*/ 149 w 151"/>
                  <a:gd name="T3" fmla="*/ 2 h 81"/>
                  <a:gd name="T4" fmla="*/ 148 w 151"/>
                  <a:gd name="T5" fmla="*/ 2 h 81"/>
                  <a:gd name="T6" fmla="*/ 146 w 151"/>
                  <a:gd name="T7" fmla="*/ 2 h 81"/>
                  <a:gd name="T8" fmla="*/ 144 w 151"/>
                  <a:gd name="T9" fmla="*/ 2 h 81"/>
                  <a:gd name="T10" fmla="*/ 142 w 151"/>
                  <a:gd name="T11" fmla="*/ 2 h 81"/>
                  <a:gd name="T12" fmla="*/ 140 w 151"/>
                  <a:gd name="T13" fmla="*/ 2 h 81"/>
                  <a:gd name="T14" fmla="*/ 138 w 151"/>
                  <a:gd name="T15" fmla="*/ 1 h 81"/>
                  <a:gd name="T16" fmla="*/ 135 w 151"/>
                  <a:gd name="T17" fmla="*/ 0 h 81"/>
                  <a:gd name="T18" fmla="*/ 0 w 151"/>
                  <a:gd name="T19" fmla="*/ 78 h 81"/>
                  <a:gd name="T20" fmla="*/ 1 w 151"/>
                  <a:gd name="T21" fmla="*/ 79 h 81"/>
                  <a:gd name="T22" fmla="*/ 2 w 151"/>
                  <a:gd name="T23" fmla="*/ 79 h 81"/>
                  <a:gd name="T24" fmla="*/ 2 w 151"/>
                  <a:gd name="T25" fmla="*/ 79 h 81"/>
                  <a:gd name="T26" fmla="*/ 3 w 151"/>
                  <a:gd name="T27" fmla="*/ 80 h 81"/>
                  <a:gd name="T28" fmla="*/ 4 w 151"/>
                  <a:gd name="T29" fmla="*/ 80 h 81"/>
                  <a:gd name="T30" fmla="*/ 5 w 151"/>
                  <a:gd name="T31" fmla="*/ 80 h 81"/>
                  <a:gd name="T32" fmla="*/ 6 w 151"/>
                  <a:gd name="T33" fmla="*/ 81 h 81"/>
                  <a:gd name="T34" fmla="*/ 8 w 151"/>
                  <a:gd name="T35" fmla="*/ 81 h 81"/>
                  <a:gd name="T36" fmla="*/ 8 w 151"/>
                  <a:gd name="T37" fmla="*/ 81 h 81"/>
                  <a:gd name="T38" fmla="*/ 10 w 151"/>
                  <a:gd name="T39" fmla="*/ 81 h 81"/>
                  <a:gd name="T40" fmla="*/ 12 w 151"/>
                  <a:gd name="T41" fmla="*/ 81 h 81"/>
                  <a:gd name="T42" fmla="*/ 14 w 151"/>
                  <a:gd name="T43" fmla="*/ 80 h 81"/>
                  <a:gd name="T44" fmla="*/ 15 w 151"/>
                  <a:gd name="T45" fmla="*/ 80 h 81"/>
                  <a:gd name="T46" fmla="*/ 151 w 151"/>
                  <a:gd name="T47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1" h="81">
                    <a:moveTo>
                      <a:pt x="151" y="1"/>
                    </a:moveTo>
                    <a:cubicBezTo>
                      <a:pt x="150" y="1"/>
                      <a:pt x="149" y="2"/>
                      <a:pt x="149" y="2"/>
                    </a:cubicBezTo>
                    <a:cubicBezTo>
                      <a:pt x="148" y="2"/>
                      <a:pt x="148" y="2"/>
                      <a:pt x="148" y="2"/>
                    </a:cubicBezTo>
                    <a:cubicBezTo>
                      <a:pt x="147" y="2"/>
                      <a:pt x="146" y="2"/>
                      <a:pt x="146" y="2"/>
                    </a:cubicBezTo>
                    <a:cubicBezTo>
                      <a:pt x="145" y="3"/>
                      <a:pt x="144" y="3"/>
                      <a:pt x="144" y="2"/>
                    </a:cubicBezTo>
                    <a:cubicBezTo>
                      <a:pt x="143" y="2"/>
                      <a:pt x="142" y="2"/>
                      <a:pt x="142" y="2"/>
                    </a:cubicBezTo>
                    <a:cubicBezTo>
                      <a:pt x="141" y="2"/>
                      <a:pt x="140" y="2"/>
                      <a:pt x="140" y="2"/>
                    </a:cubicBezTo>
                    <a:cubicBezTo>
                      <a:pt x="139" y="1"/>
                      <a:pt x="138" y="1"/>
                      <a:pt x="138" y="1"/>
                    </a:cubicBezTo>
                    <a:cubicBezTo>
                      <a:pt x="137" y="0"/>
                      <a:pt x="136" y="0"/>
                      <a:pt x="135" y="0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1" y="79"/>
                      <a:pt x="1" y="79"/>
                      <a:pt x="1" y="79"/>
                    </a:cubicBezTo>
                    <a:cubicBezTo>
                      <a:pt x="2" y="79"/>
                      <a:pt x="2" y="79"/>
                      <a:pt x="2" y="79"/>
                    </a:cubicBezTo>
                    <a:cubicBezTo>
                      <a:pt x="2" y="79"/>
                      <a:pt x="2" y="79"/>
                      <a:pt x="2" y="79"/>
                    </a:cubicBezTo>
                    <a:cubicBezTo>
                      <a:pt x="3" y="80"/>
                      <a:pt x="3" y="80"/>
                      <a:pt x="3" y="80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5" y="80"/>
                      <a:pt x="5" y="80"/>
                      <a:pt x="5" y="80"/>
                    </a:cubicBezTo>
                    <a:cubicBezTo>
                      <a:pt x="6" y="81"/>
                      <a:pt x="6" y="81"/>
                      <a:pt x="6" y="81"/>
                    </a:cubicBezTo>
                    <a:cubicBezTo>
                      <a:pt x="7" y="81"/>
                      <a:pt x="7" y="81"/>
                      <a:pt x="8" y="81"/>
                    </a:cubicBezTo>
                    <a:cubicBezTo>
                      <a:pt x="8" y="81"/>
                      <a:pt x="8" y="81"/>
                      <a:pt x="8" y="81"/>
                    </a:cubicBezTo>
                    <a:cubicBezTo>
                      <a:pt x="9" y="81"/>
                      <a:pt x="9" y="81"/>
                      <a:pt x="10" y="81"/>
                    </a:cubicBezTo>
                    <a:cubicBezTo>
                      <a:pt x="11" y="81"/>
                      <a:pt x="12" y="81"/>
                      <a:pt x="12" y="81"/>
                    </a:cubicBezTo>
                    <a:cubicBezTo>
                      <a:pt x="13" y="81"/>
                      <a:pt x="13" y="81"/>
                      <a:pt x="14" y="80"/>
                    </a:cubicBezTo>
                    <a:cubicBezTo>
                      <a:pt x="14" y="80"/>
                      <a:pt x="15" y="80"/>
                      <a:pt x="15" y="80"/>
                    </a:cubicBez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47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8" name="Freeform 74">
                <a:extLst>
                  <a:ext uri="{FF2B5EF4-FFF2-40B4-BE49-F238E27FC236}">
                    <a16:creationId xmlns:a16="http://schemas.microsoft.com/office/drawing/2014/main" id="{7AE66901-5A69-4EE4-947F-7DD95F930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3029"/>
                <a:ext cx="239" cy="116"/>
              </a:xfrm>
              <a:custGeom>
                <a:avLst/>
                <a:gdLst>
                  <a:gd name="T0" fmla="*/ 3 w 60"/>
                  <a:gd name="T1" fmla="*/ 27 h 29"/>
                  <a:gd name="T2" fmla="*/ 5 w 60"/>
                  <a:gd name="T3" fmla="*/ 26 h 29"/>
                  <a:gd name="T4" fmla="*/ 7 w 60"/>
                  <a:gd name="T5" fmla="*/ 26 h 29"/>
                  <a:gd name="T6" fmla="*/ 9 w 60"/>
                  <a:gd name="T7" fmla="*/ 27 h 29"/>
                  <a:gd name="T8" fmla="*/ 11 w 60"/>
                  <a:gd name="T9" fmla="*/ 27 h 29"/>
                  <a:gd name="T10" fmla="*/ 13 w 60"/>
                  <a:gd name="T11" fmla="*/ 28 h 29"/>
                  <a:gd name="T12" fmla="*/ 15 w 60"/>
                  <a:gd name="T13" fmla="*/ 29 h 29"/>
                  <a:gd name="T14" fmla="*/ 60 w 60"/>
                  <a:gd name="T15" fmla="*/ 3 h 29"/>
                  <a:gd name="T16" fmla="*/ 59 w 60"/>
                  <a:gd name="T17" fmla="*/ 2 h 29"/>
                  <a:gd name="T18" fmla="*/ 59 w 60"/>
                  <a:gd name="T19" fmla="*/ 2 h 29"/>
                  <a:gd name="T20" fmla="*/ 58 w 60"/>
                  <a:gd name="T21" fmla="*/ 2 h 29"/>
                  <a:gd name="T22" fmla="*/ 57 w 60"/>
                  <a:gd name="T23" fmla="*/ 1 h 29"/>
                  <a:gd name="T24" fmla="*/ 56 w 60"/>
                  <a:gd name="T25" fmla="*/ 1 h 29"/>
                  <a:gd name="T26" fmla="*/ 55 w 60"/>
                  <a:gd name="T27" fmla="*/ 1 h 29"/>
                  <a:gd name="T28" fmla="*/ 55 w 60"/>
                  <a:gd name="T29" fmla="*/ 1 h 29"/>
                  <a:gd name="T30" fmla="*/ 53 w 60"/>
                  <a:gd name="T31" fmla="*/ 0 h 29"/>
                  <a:gd name="T32" fmla="*/ 52 w 60"/>
                  <a:gd name="T33" fmla="*/ 0 h 29"/>
                  <a:gd name="T34" fmla="*/ 51 w 60"/>
                  <a:gd name="T35" fmla="*/ 0 h 29"/>
                  <a:gd name="T36" fmla="*/ 49 w 60"/>
                  <a:gd name="T37" fmla="*/ 0 h 29"/>
                  <a:gd name="T38" fmla="*/ 47 w 60"/>
                  <a:gd name="T39" fmla="*/ 1 h 29"/>
                  <a:gd name="T40" fmla="*/ 46 w 60"/>
                  <a:gd name="T41" fmla="*/ 1 h 29"/>
                  <a:gd name="T42" fmla="*/ 0 w 60"/>
                  <a:gd name="T43" fmla="*/ 28 h 29"/>
                  <a:gd name="T44" fmla="*/ 2 w 60"/>
                  <a:gd name="T45" fmla="*/ 27 h 29"/>
                  <a:gd name="T46" fmla="*/ 3 w 60"/>
                  <a:gd name="T47" fmla="*/ 27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0" h="29">
                    <a:moveTo>
                      <a:pt x="3" y="27"/>
                    </a:moveTo>
                    <a:cubicBezTo>
                      <a:pt x="4" y="27"/>
                      <a:pt x="4" y="26"/>
                      <a:pt x="5" y="26"/>
                    </a:cubicBezTo>
                    <a:cubicBezTo>
                      <a:pt x="6" y="26"/>
                      <a:pt x="6" y="26"/>
                      <a:pt x="7" y="26"/>
                    </a:cubicBezTo>
                    <a:cubicBezTo>
                      <a:pt x="7" y="27"/>
                      <a:pt x="8" y="27"/>
                      <a:pt x="9" y="27"/>
                    </a:cubicBezTo>
                    <a:cubicBezTo>
                      <a:pt x="9" y="27"/>
                      <a:pt x="10" y="27"/>
                      <a:pt x="11" y="27"/>
                    </a:cubicBezTo>
                    <a:cubicBezTo>
                      <a:pt x="11" y="28"/>
                      <a:pt x="12" y="28"/>
                      <a:pt x="13" y="28"/>
                    </a:cubicBezTo>
                    <a:cubicBezTo>
                      <a:pt x="13" y="28"/>
                      <a:pt x="14" y="29"/>
                      <a:pt x="15" y="29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8" y="2"/>
                      <a:pt x="58" y="2"/>
                      <a:pt x="58" y="2"/>
                    </a:cubicBezTo>
                    <a:cubicBezTo>
                      <a:pt x="58" y="2"/>
                      <a:pt x="57" y="1"/>
                      <a:pt x="57" y="1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56" y="1"/>
                      <a:pt x="56" y="1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1" y="0"/>
                      <a:pt x="51" y="0"/>
                    </a:cubicBezTo>
                    <a:cubicBezTo>
                      <a:pt x="50" y="0"/>
                      <a:pt x="49" y="0"/>
                      <a:pt x="49" y="0"/>
                    </a:cubicBezTo>
                    <a:cubicBezTo>
                      <a:pt x="48" y="0"/>
                      <a:pt x="48" y="1"/>
                      <a:pt x="47" y="1"/>
                    </a:cubicBezTo>
                    <a:cubicBezTo>
                      <a:pt x="47" y="1"/>
                      <a:pt x="46" y="1"/>
                      <a:pt x="46" y="1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7"/>
                      <a:pt x="2" y="27"/>
                    </a:cubicBezTo>
                    <a:cubicBezTo>
                      <a:pt x="2" y="27"/>
                      <a:pt x="3" y="27"/>
                      <a:pt x="3" y="27"/>
                    </a:cubicBezTo>
                    <a:close/>
                  </a:path>
                </a:pathLst>
              </a:custGeom>
              <a:solidFill>
                <a:srgbClr val="FF8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9" name="Freeform 75">
                <a:extLst>
                  <a:ext uri="{FF2B5EF4-FFF2-40B4-BE49-F238E27FC236}">
                    <a16:creationId xmlns:a16="http://schemas.microsoft.com/office/drawing/2014/main" id="{BD0CEFE3-55AF-458C-B0EE-5F9432DD72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041"/>
                <a:ext cx="259" cy="295"/>
              </a:xfrm>
              <a:custGeom>
                <a:avLst/>
                <a:gdLst>
                  <a:gd name="T0" fmla="*/ 65 w 65"/>
                  <a:gd name="T1" fmla="*/ 34 h 74"/>
                  <a:gd name="T2" fmla="*/ 65 w 65"/>
                  <a:gd name="T3" fmla="*/ 33 h 74"/>
                  <a:gd name="T4" fmla="*/ 65 w 65"/>
                  <a:gd name="T5" fmla="*/ 32 h 74"/>
                  <a:gd name="T6" fmla="*/ 65 w 65"/>
                  <a:gd name="T7" fmla="*/ 31 h 74"/>
                  <a:gd name="T8" fmla="*/ 65 w 65"/>
                  <a:gd name="T9" fmla="*/ 30 h 74"/>
                  <a:gd name="T10" fmla="*/ 65 w 65"/>
                  <a:gd name="T11" fmla="*/ 29 h 74"/>
                  <a:gd name="T12" fmla="*/ 65 w 65"/>
                  <a:gd name="T13" fmla="*/ 28 h 74"/>
                  <a:gd name="T14" fmla="*/ 64 w 65"/>
                  <a:gd name="T15" fmla="*/ 27 h 74"/>
                  <a:gd name="T16" fmla="*/ 64 w 65"/>
                  <a:gd name="T17" fmla="*/ 26 h 74"/>
                  <a:gd name="T18" fmla="*/ 64 w 65"/>
                  <a:gd name="T19" fmla="*/ 25 h 74"/>
                  <a:gd name="T20" fmla="*/ 63 w 65"/>
                  <a:gd name="T21" fmla="*/ 24 h 74"/>
                  <a:gd name="T22" fmla="*/ 63 w 65"/>
                  <a:gd name="T23" fmla="*/ 23 h 74"/>
                  <a:gd name="T24" fmla="*/ 63 w 65"/>
                  <a:gd name="T25" fmla="*/ 22 h 74"/>
                  <a:gd name="T26" fmla="*/ 62 w 65"/>
                  <a:gd name="T27" fmla="*/ 21 h 74"/>
                  <a:gd name="T28" fmla="*/ 62 w 65"/>
                  <a:gd name="T29" fmla="*/ 20 h 74"/>
                  <a:gd name="T30" fmla="*/ 61 w 65"/>
                  <a:gd name="T31" fmla="*/ 19 h 74"/>
                  <a:gd name="T32" fmla="*/ 61 w 65"/>
                  <a:gd name="T33" fmla="*/ 18 h 74"/>
                  <a:gd name="T34" fmla="*/ 60 w 65"/>
                  <a:gd name="T35" fmla="*/ 16 h 74"/>
                  <a:gd name="T36" fmla="*/ 60 w 65"/>
                  <a:gd name="T37" fmla="*/ 15 h 74"/>
                  <a:gd name="T38" fmla="*/ 58 w 65"/>
                  <a:gd name="T39" fmla="*/ 12 h 74"/>
                  <a:gd name="T40" fmla="*/ 56 w 65"/>
                  <a:gd name="T41" fmla="*/ 10 h 74"/>
                  <a:gd name="T42" fmla="*/ 56 w 65"/>
                  <a:gd name="T43" fmla="*/ 9 h 74"/>
                  <a:gd name="T44" fmla="*/ 55 w 65"/>
                  <a:gd name="T45" fmla="*/ 8 h 74"/>
                  <a:gd name="T46" fmla="*/ 54 w 65"/>
                  <a:gd name="T47" fmla="*/ 7 h 74"/>
                  <a:gd name="T48" fmla="*/ 53 w 65"/>
                  <a:gd name="T49" fmla="*/ 6 h 74"/>
                  <a:gd name="T50" fmla="*/ 52 w 65"/>
                  <a:gd name="T51" fmla="*/ 6 h 74"/>
                  <a:gd name="T52" fmla="*/ 52 w 65"/>
                  <a:gd name="T53" fmla="*/ 5 h 74"/>
                  <a:gd name="T54" fmla="*/ 51 w 65"/>
                  <a:gd name="T55" fmla="*/ 4 h 74"/>
                  <a:gd name="T56" fmla="*/ 50 w 65"/>
                  <a:gd name="T57" fmla="*/ 3 h 74"/>
                  <a:gd name="T58" fmla="*/ 49 w 65"/>
                  <a:gd name="T59" fmla="*/ 3 h 74"/>
                  <a:gd name="T60" fmla="*/ 48 w 65"/>
                  <a:gd name="T61" fmla="*/ 2 h 74"/>
                  <a:gd name="T62" fmla="*/ 47 w 65"/>
                  <a:gd name="T63" fmla="*/ 1 h 74"/>
                  <a:gd name="T64" fmla="*/ 46 w 65"/>
                  <a:gd name="T65" fmla="*/ 0 h 74"/>
                  <a:gd name="T66" fmla="*/ 45 w 65"/>
                  <a:gd name="T67" fmla="*/ 0 h 74"/>
                  <a:gd name="T68" fmla="*/ 0 w 65"/>
                  <a:gd name="T69" fmla="*/ 26 h 74"/>
                  <a:gd name="T70" fmla="*/ 4 w 65"/>
                  <a:gd name="T71" fmla="*/ 29 h 74"/>
                  <a:gd name="T72" fmla="*/ 8 w 65"/>
                  <a:gd name="T73" fmla="*/ 33 h 74"/>
                  <a:gd name="T74" fmla="*/ 14 w 65"/>
                  <a:gd name="T75" fmla="*/ 41 h 74"/>
                  <a:gd name="T76" fmla="*/ 17 w 65"/>
                  <a:gd name="T77" fmla="*/ 46 h 74"/>
                  <a:gd name="T78" fmla="*/ 18 w 65"/>
                  <a:gd name="T79" fmla="*/ 51 h 74"/>
                  <a:gd name="T80" fmla="*/ 20 w 65"/>
                  <a:gd name="T81" fmla="*/ 56 h 74"/>
                  <a:gd name="T82" fmla="*/ 20 w 65"/>
                  <a:gd name="T83" fmla="*/ 61 h 74"/>
                  <a:gd name="T84" fmla="*/ 20 w 65"/>
                  <a:gd name="T85" fmla="*/ 63 h 74"/>
                  <a:gd name="T86" fmla="*/ 20 w 65"/>
                  <a:gd name="T87" fmla="*/ 66 h 74"/>
                  <a:gd name="T88" fmla="*/ 19 w 65"/>
                  <a:gd name="T89" fmla="*/ 67 h 74"/>
                  <a:gd name="T90" fmla="*/ 18 w 65"/>
                  <a:gd name="T91" fmla="*/ 69 h 74"/>
                  <a:gd name="T92" fmla="*/ 18 w 65"/>
                  <a:gd name="T93" fmla="*/ 71 h 74"/>
                  <a:gd name="T94" fmla="*/ 16 w 65"/>
                  <a:gd name="T95" fmla="*/ 73 h 74"/>
                  <a:gd name="T96" fmla="*/ 14 w 65"/>
                  <a:gd name="T97" fmla="*/ 74 h 74"/>
                  <a:gd name="T98" fmla="*/ 59 w 65"/>
                  <a:gd name="T99" fmla="*/ 48 h 74"/>
                  <a:gd name="T100" fmla="*/ 61 w 65"/>
                  <a:gd name="T101" fmla="*/ 47 h 74"/>
                  <a:gd name="T102" fmla="*/ 63 w 65"/>
                  <a:gd name="T103" fmla="*/ 44 h 74"/>
                  <a:gd name="T104" fmla="*/ 64 w 65"/>
                  <a:gd name="T105" fmla="*/ 43 h 74"/>
                  <a:gd name="T106" fmla="*/ 64 w 65"/>
                  <a:gd name="T107" fmla="*/ 42 h 74"/>
                  <a:gd name="T108" fmla="*/ 64 w 65"/>
                  <a:gd name="T109" fmla="*/ 41 h 74"/>
                  <a:gd name="T110" fmla="*/ 65 w 65"/>
                  <a:gd name="T111" fmla="*/ 40 h 74"/>
                  <a:gd name="T112" fmla="*/ 65 w 65"/>
                  <a:gd name="T113" fmla="*/ 38 h 74"/>
                  <a:gd name="T114" fmla="*/ 65 w 65"/>
                  <a:gd name="T115" fmla="*/ 37 h 74"/>
                  <a:gd name="T116" fmla="*/ 65 w 65"/>
                  <a:gd name="T117" fmla="*/ 36 h 74"/>
                  <a:gd name="T118" fmla="*/ 65 w 65"/>
                  <a:gd name="T119" fmla="*/ 35 h 74"/>
                  <a:gd name="T120" fmla="*/ 65 w 65"/>
                  <a:gd name="T121" fmla="*/ 3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5" h="74">
                    <a:moveTo>
                      <a:pt x="65" y="34"/>
                    </a:moveTo>
                    <a:cubicBezTo>
                      <a:pt x="65" y="33"/>
                      <a:pt x="65" y="33"/>
                      <a:pt x="65" y="33"/>
                    </a:cubicBezTo>
                    <a:cubicBezTo>
                      <a:pt x="65" y="32"/>
                      <a:pt x="65" y="32"/>
                      <a:pt x="65" y="32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4" y="25"/>
                      <a:pt x="64" y="25"/>
                      <a:pt x="64" y="25"/>
                    </a:cubicBezTo>
                    <a:cubicBezTo>
                      <a:pt x="64" y="24"/>
                      <a:pt x="64" y="24"/>
                      <a:pt x="63" y="24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2" y="19"/>
                      <a:pt x="62" y="19"/>
                      <a:pt x="61" y="19"/>
                    </a:cubicBezTo>
                    <a:cubicBezTo>
                      <a:pt x="61" y="18"/>
                      <a:pt x="61" y="18"/>
                      <a:pt x="61" y="18"/>
                    </a:cubicBezTo>
                    <a:cubicBezTo>
                      <a:pt x="61" y="17"/>
                      <a:pt x="60" y="17"/>
                      <a:pt x="60" y="16"/>
                    </a:cubicBezTo>
                    <a:cubicBezTo>
                      <a:pt x="60" y="16"/>
                      <a:pt x="60" y="16"/>
                      <a:pt x="60" y="15"/>
                    </a:cubicBezTo>
                    <a:cubicBezTo>
                      <a:pt x="59" y="14"/>
                      <a:pt x="58" y="13"/>
                      <a:pt x="58" y="12"/>
                    </a:cubicBezTo>
                    <a:cubicBezTo>
                      <a:pt x="57" y="12"/>
                      <a:pt x="57" y="11"/>
                      <a:pt x="56" y="10"/>
                    </a:cubicBezTo>
                    <a:cubicBezTo>
                      <a:pt x="56" y="10"/>
                      <a:pt x="56" y="10"/>
                      <a:pt x="56" y="9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4" y="7"/>
                      <a:pt x="54" y="7"/>
                      <a:pt x="54" y="7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2" y="6"/>
                    </a:cubicBezTo>
                    <a:cubicBezTo>
                      <a:pt x="52" y="5"/>
                      <a:pt x="52" y="5"/>
                      <a:pt x="52" y="5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50" y="3"/>
                      <a:pt x="50" y="3"/>
                      <a:pt x="50" y="3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49" y="2"/>
                      <a:pt x="48" y="2"/>
                      <a:pt x="48" y="2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8" y="33"/>
                    </a:cubicBezTo>
                    <a:cubicBezTo>
                      <a:pt x="10" y="35"/>
                      <a:pt x="12" y="38"/>
                      <a:pt x="14" y="41"/>
                    </a:cubicBezTo>
                    <a:cubicBezTo>
                      <a:pt x="15" y="43"/>
                      <a:pt x="16" y="45"/>
                      <a:pt x="17" y="46"/>
                    </a:cubicBezTo>
                    <a:cubicBezTo>
                      <a:pt x="17" y="48"/>
                      <a:pt x="18" y="50"/>
                      <a:pt x="18" y="51"/>
                    </a:cubicBezTo>
                    <a:cubicBezTo>
                      <a:pt x="19" y="53"/>
                      <a:pt x="19" y="55"/>
                      <a:pt x="20" y="56"/>
                    </a:cubicBezTo>
                    <a:cubicBezTo>
                      <a:pt x="20" y="58"/>
                      <a:pt x="20" y="60"/>
                      <a:pt x="20" y="61"/>
                    </a:cubicBezTo>
                    <a:cubicBezTo>
                      <a:pt x="20" y="62"/>
                      <a:pt x="20" y="63"/>
                      <a:pt x="20" y="63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9" y="66"/>
                      <a:pt x="19" y="67"/>
                      <a:pt x="19" y="67"/>
                    </a:cubicBezTo>
                    <a:cubicBezTo>
                      <a:pt x="19" y="68"/>
                      <a:pt x="19" y="69"/>
                      <a:pt x="18" y="69"/>
                    </a:cubicBezTo>
                    <a:cubicBezTo>
                      <a:pt x="18" y="70"/>
                      <a:pt x="18" y="70"/>
                      <a:pt x="18" y="71"/>
                    </a:cubicBezTo>
                    <a:cubicBezTo>
                      <a:pt x="17" y="71"/>
                      <a:pt x="17" y="72"/>
                      <a:pt x="16" y="73"/>
                    </a:cubicBezTo>
                    <a:cubicBezTo>
                      <a:pt x="15" y="73"/>
                      <a:pt x="15" y="74"/>
                      <a:pt x="14" y="74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60" y="48"/>
                      <a:pt x="61" y="47"/>
                      <a:pt x="61" y="47"/>
                    </a:cubicBezTo>
                    <a:cubicBezTo>
                      <a:pt x="62" y="46"/>
                      <a:pt x="63" y="45"/>
                      <a:pt x="63" y="44"/>
                    </a:cubicBezTo>
                    <a:cubicBezTo>
                      <a:pt x="63" y="44"/>
                      <a:pt x="63" y="44"/>
                      <a:pt x="64" y="43"/>
                    </a:cubicBezTo>
                    <a:cubicBezTo>
                      <a:pt x="64" y="43"/>
                      <a:pt x="64" y="42"/>
                      <a:pt x="64" y="42"/>
                    </a:cubicBezTo>
                    <a:cubicBezTo>
                      <a:pt x="64" y="41"/>
                      <a:pt x="64" y="41"/>
                      <a:pt x="64" y="41"/>
                    </a:cubicBezTo>
                    <a:cubicBezTo>
                      <a:pt x="65" y="40"/>
                      <a:pt x="65" y="40"/>
                      <a:pt x="65" y="40"/>
                    </a:cubicBezTo>
                    <a:cubicBezTo>
                      <a:pt x="65" y="38"/>
                      <a:pt x="65" y="38"/>
                      <a:pt x="65" y="38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5" y="37"/>
                      <a:pt x="65" y="36"/>
                      <a:pt x="65" y="36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65" y="35"/>
                      <a:pt x="65" y="34"/>
                      <a:pt x="65" y="34"/>
                    </a:cubicBezTo>
                    <a:close/>
                  </a:path>
                </a:pathLst>
              </a:custGeom>
              <a:solidFill>
                <a:srgbClr val="FF8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0" name="Freeform 76">
                <a:extLst>
                  <a:ext uri="{FF2B5EF4-FFF2-40B4-BE49-F238E27FC236}">
                    <a16:creationId xmlns:a16="http://schemas.microsoft.com/office/drawing/2014/main" id="{C28B96CC-800A-4F18-A449-B417E0F94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7" y="3121"/>
                <a:ext cx="163" cy="235"/>
              </a:xfrm>
              <a:custGeom>
                <a:avLst/>
                <a:gdLst>
                  <a:gd name="T0" fmla="*/ 21 w 41"/>
                  <a:gd name="T1" fmla="*/ 6 h 59"/>
                  <a:gd name="T2" fmla="*/ 41 w 41"/>
                  <a:gd name="T3" fmla="*/ 41 h 59"/>
                  <a:gd name="T4" fmla="*/ 21 w 41"/>
                  <a:gd name="T5" fmla="*/ 53 h 59"/>
                  <a:gd name="T6" fmla="*/ 0 w 41"/>
                  <a:gd name="T7" fmla="*/ 18 h 59"/>
                  <a:gd name="T8" fmla="*/ 21 w 41"/>
                  <a:gd name="T9" fmla="*/ 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59">
                    <a:moveTo>
                      <a:pt x="21" y="6"/>
                    </a:moveTo>
                    <a:cubicBezTo>
                      <a:pt x="32" y="13"/>
                      <a:pt x="41" y="28"/>
                      <a:pt x="41" y="41"/>
                    </a:cubicBezTo>
                    <a:cubicBezTo>
                      <a:pt x="41" y="54"/>
                      <a:pt x="32" y="59"/>
                      <a:pt x="21" y="53"/>
                    </a:cubicBezTo>
                    <a:cubicBezTo>
                      <a:pt x="9" y="46"/>
                      <a:pt x="0" y="31"/>
                      <a:pt x="0" y="18"/>
                    </a:cubicBezTo>
                    <a:cubicBezTo>
                      <a:pt x="0" y="5"/>
                      <a:pt x="10" y="0"/>
                      <a:pt x="21" y="6"/>
                    </a:cubicBezTo>
                    <a:close/>
                  </a:path>
                </a:pathLst>
              </a:custGeom>
              <a:solidFill>
                <a:srgbClr val="FFC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1" name="Freeform 77">
                <a:extLst>
                  <a:ext uri="{FF2B5EF4-FFF2-40B4-BE49-F238E27FC236}">
                    <a16:creationId xmlns:a16="http://schemas.microsoft.com/office/drawing/2014/main" id="{8D190E15-F2AD-461F-A350-7A30D3DB7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47" y="1938"/>
                <a:ext cx="2191" cy="1458"/>
              </a:xfrm>
              <a:custGeom>
                <a:avLst/>
                <a:gdLst>
                  <a:gd name="T0" fmla="*/ 523 w 550"/>
                  <a:gd name="T1" fmla="*/ 295 h 366"/>
                  <a:gd name="T2" fmla="*/ 550 w 550"/>
                  <a:gd name="T3" fmla="*/ 341 h 366"/>
                  <a:gd name="T4" fmla="*/ 523 w 550"/>
                  <a:gd name="T5" fmla="*/ 357 h 366"/>
                  <a:gd name="T6" fmla="*/ 27 w 550"/>
                  <a:gd name="T7" fmla="*/ 71 h 366"/>
                  <a:gd name="T8" fmla="*/ 0 w 550"/>
                  <a:gd name="T9" fmla="*/ 25 h 366"/>
                  <a:gd name="T10" fmla="*/ 27 w 550"/>
                  <a:gd name="T11" fmla="*/ 9 h 366"/>
                  <a:gd name="T12" fmla="*/ 523 w 550"/>
                  <a:gd name="T13" fmla="*/ 295 h 366"/>
                  <a:gd name="T14" fmla="*/ 545 w 550"/>
                  <a:gd name="T15" fmla="*/ 339 h 366"/>
                  <a:gd name="T16" fmla="*/ 523 w 550"/>
                  <a:gd name="T17" fmla="*/ 301 h 366"/>
                  <a:gd name="T18" fmla="*/ 27 w 550"/>
                  <a:gd name="T19" fmla="*/ 15 h 366"/>
                  <a:gd name="T20" fmla="*/ 6 w 550"/>
                  <a:gd name="T21" fmla="*/ 27 h 366"/>
                  <a:gd name="T22" fmla="*/ 27 w 550"/>
                  <a:gd name="T23" fmla="*/ 65 h 366"/>
                  <a:gd name="T24" fmla="*/ 523 w 550"/>
                  <a:gd name="T25" fmla="*/ 351 h 366"/>
                  <a:gd name="T26" fmla="*/ 545 w 550"/>
                  <a:gd name="T27" fmla="*/ 339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0" h="366">
                    <a:moveTo>
                      <a:pt x="523" y="295"/>
                    </a:moveTo>
                    <a:cubicBezTo>
                      <a:pt x="538" y="303"/>
                      <a:pt x="550" y="324"/>
                      <a:pt x="550" y="341"/>
                    </a:cubicBezTo>
                    <a:cubicBezTo>
                      <a:pt x="550" y="359"/>
                      <a:pt x="538" y="366"/>
                      <a:pt x="523" y="357"/>
                    </a:cubicBezTo>
                    <a:cubicBezTo>
                      <a:pt x="27" y="71"/>
                      <a:pt x="27" y="71"/>
                      <a:pt x="27" y="71"/>
                    </a:cubicBezTo>
                    <a:cubicBezTo>
                      <a:pt x="12" y="62"/>
                      <a:pt x="0" y="42"/>
                      <a:pt x="0" y="25"/>
                    </a:cubicBezTo>
                    <a:cubicBezTo>
                      <a:pt x="0" y="7"/>
                      <a:pt x="12" y="0"/>
                      <a:pt x="27" y="9"/>
                    </a:cubicBezTo>
                    <a:cubicBezTo>
                      <a:pt x="523" y="295"/>
                      <a:pt x="523" y="295"/>
                      <a:pt x="523" y="295"/>
                    </a:cubicBezTo>
                    <a:moveTo>
                      <a:pt x="545" y="339"/>
                    </a:moveTo>
                    <a:cubicBezTo>
                      <a:pt x="545" y="325"/>
                      <a:pt x="535" y="308"/>
                      <a:pt x="523" y="301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15" y="8"/>
                      <a:pt x="6" y="13"/>
                      <a:pt x="6" y="27"/>
                    </a:cubicBezTo>
                    <a:cubicBezTo>
                      <a:pt x="6" y="41"/>
                      <a:pt x="15" y="58"/>
                      <a:pt x="27" y="65"/>
                    </a:cubicBezTo>
                    <a:cubicBezTo>
                      <a:pt x="523" y="351"/>
                      <a:pt x="523" y="351"/>
                      <a:pt x="523" y="351"/>
                    </a:cubicBezTo>
                    <a:cubicBezTo>
                      <a:pt x="535" y="358"/>
                      <a:pt x="545" y="352"/>
                      <a:pt x="545" y="339"/>
                    </a:cubicBezTo>
                  </a:path>
                </a:pathLst>
              </a:custGeom>
              <a:solidFill>
                <a:srgbClr val="2F3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2" name="Freeform 78">
                <a:extLst>
                  <a:ext uri="{FF2B5EF4-FFF2-40B4-BE49-F238E27FC236}">
                    <a16:creationId xmlns:a16="http://schemas.microsoft.com/office/drawing/2014/main" id="{83CD0FEE-5242-4837-A204-B2AD5E8F4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2798"/>
                <a:ext cx="585" cy="355"/>
              </a:xfrm>
              <a:custGeom>
                <a:avLst/>
                <a:gdLst>
                  <a:gd name="T0" fmla="*/ 146 w 147"/>
                  <a:gd name="T1" fmla="*/ 9 h 89"/>
                  <a:gd name="T2" fmla="*/ 145 w 147"/>
                  <a:gd name="T3" fmla="*/ 8 h 89"/>
                  <a:gd name="T4" fmla="*/ 144 w 147"/>
                  <a:gd name="T5" fmla="*/ 7 h 89"/>
                  <a:gd name="T6" fmla="*/ 143 w 147"/>
                  <a:gd name="T7" fmla="*/ 6 h 89"/>
                  <a:gd name="T8" fmla="*/ 142 w 147"/>
                  <a:gd name="T9" fmla="*/ 5 h 89"/>
                  <a:gd name="T10" fmla="*/ 140 w 147"/>
                  <a:gd name="T11" fmla="*/ 4 h 89"/>
                  <a:gd name="T12" fmla="*/ 139 w 147"/>
                  <a:gd name="T13" fmla="*/ 3 h 89"/>
                  <a:gd name="T14" fmla="*/ 138 w 147"/>
                  <a:gd name="T15" fmla="*/ 2 h 89"/>
                  <a:gd name="T16" fmla="*/ 137 w 147"/>
                  <a:gd name="T17" fmla="*/ 1 h 89"/>
                  <a:gd name="T18" fmla="*/ 136 w 147"/>
                  <a:gd name="T19" fmla="*/ 0 h 89"/>
                  <a:gd name="T20" fmla="*/ 0 w 147"/>
                  <a:gd name="T21" fmla="*/ 79 h 89"/>
                  <a:gd name="T22" fmla="*/ 2 w 147"/>
                  <a:gd name="T23" fmla="*/ 80 h 89"/>
                  <a:gd name="T24" fmla="*/ 3 w 147"/>
                  <a:gd name="T25" fmla="*/ 80 h 89"/>
                  <a:gd name="T26" fmla="*/ 4 w 147"/>
                  <a:gd name="T27" fmla="*/ 81 h 89"/>
                  <a:gd name="T28" fmla="*/ 5 w 147"/>
                  <a:gd name="T29" fmla="*/ 82 h 89"/>
                  <a:gd name="T30" fmla="*/ 6 w 147"/>
                  <a:gd name="T31" fmla="*/ 83 h 89"/>
                  <a:gd name="T32" fmla="*/ 8 w 147"/>
                  <a:gd name="T33" fmla="*/ 84 h 89"/>
                  <a:gd name="T34" fmla="*/ 9 w 147"/>
                  <a:gd name="T35" fmla="*/ 85 h 89"/>
                  <a:gd name="T36" fmla="*/ 10 w 147"/>
                  <a:gd name="T37" fmla="*/ 86 h 89"/>
                  <a:gd name="T38" fmla="*/ 11 w 147"/>
                  <a:gd name="T39" fmla="*/ 88 h 89"/>
                  <a:gd name="T40" fmla="*/ 12 w 147"/>
                  <a:gd name="T41" fmla="*/ 89 h 89"/>
                  <a:gd name="T42" fmla="*/ 147 w 147"/>
                  <a:gd name="T43" fmla="*/ 10 h 89"/>
                  <a:gd name="T44" fmla="*/ 146 w 147"/>
                  <a:gd name="T45" fmla="*/ 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47" h="89">
                    <a:moveTo>
                      <a:pt x="146" y="9"/>
                    </a:moveTo>
                    <a:cubicBezTo>
                      <a:pt x="146" y="9"/>
                      <a:pt x="145" y="8"/>
                      <a:pt x="145" y="8"/>
                    </a:cubicBezTo>
                    <a:cubicBezTo>
                      <a:pt x="145" y="8"/>
                      <a:pt x="144" y="7"/>
                      <a:pt x="144" y="7"/>
                    </a:cubicBezTo>
                    <a:cubicBezTo>
                      <a:pt x="144" y="6"/>
                      <a:pt x="143" y="6"/>
                      <a:pt x="143" y="6"/>
                    </a:cubicBezTo>
                    <a:cubicBezTo>
                      <a:pt x="142" y="5"/>
                      <a:pt x="142" y="5"/>
                      <a:pt x="142" y="5"/>
                    </a:cubicBezTo>
                    <a:cubicBezTo>
                      <a:pt x="141" y="4"/>
                      <a:pt x="141" y="4"/>
                      <a:pt x="140" y="4"/>
                    </a:cubicBezTo>
                    <a:cubicBezTo>
                      <a:pt x="140" y="3"/>
                      <a:pt x="140" y="3"/>
                      <a:pt x="139" y="3"/>
                    </a:cubicBezTo>
                    <a:cubicBezTo>
                      <a:pt x="139" y="2"/>
                      <a:pt x="138" y="2"/>
                      <a:pt x="138" y="2"/>
                    </a:cubicBezTo>
                    <a:cubicBezTo>
                      <a:pt x="138" y="2"/>
                      <a:pt x="137" y="1"/>
                      <a:pt x="137" y="1"/>
                    </a:cubicBezTo>
                    <a:cubicBezTo>
                      <a:pt x="136" y="1"/>
                      <a:pt x="136" y="1"/>
                      <a:pt x="136" y="0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1" y="79"/>
                      <a:pt x="1" y="79"/>
                      <a:pt x="2" y="80"/>
                    </a:cubicBezTo>
                    <a:cubicBezTo>
                      <a:pt x="2" y="80"/>
                      <a:pt x="2" y="80"/>
                      <a:pt x="3" y="80"/>
                    </a:cubicBezTo>
                    <a:cubicBezTo>
                      <a:pt x="3" y="81"/>
                      <a:pt x="4" y="81"/>
                      <a:pt x="4" y="81"/>
                    </a:cubicBezTo>
                    <a:cubicBezTo>
                      <a:pt x="4" y="82"/>
                      <a:pt x="5" y="82"/>
                      <a:pt x="5" y="82"/>
                    </a:cubicBezTo>
                    <a:cubicBezTo>
                      <a:pt x="6" y="83"/>
                      <a:pt x="6" y="83"/>
                      <a:pt x="6" y="83"/>
                    </a:cubicBezTo>
                    <a:cubicBezTo>
                      <a:pt x="7" y="84"/>
                      <a:pt x="7" y="84"/>
                      <a:pt x="8" y="84"/>
                    </a:cubicBezTo>
                    <a:cubicBezTo>
                      <a:pt x="8" y="85"/>
                      <a:pt x="8" y="85"/>
                      <a:pt x="9" y="85"/>
                    </a:cubicBezTo>
                    <a:cubicBezTo>
                      <a:pt x="9" y="86"/>
                      <a:pt x="9" y="86"/>
                      <a:pt x="10" y="86"/>
                    </a:cubicBezTo>
                    <a:cubicBezTo>
                      <a:pt x="10" y="87"/>
                      <a:pt x="11" y="87"/>
                      <a:pt x="11" y="88"/>
                    </a:cubicBezTo>
                    <a:cubicBezTo>
                      <a:pt x="11" y="88"/>
                      <a:pt x="12" y="88"/>
                      <a:pt x="12" y="89"/>
                    </a:cubicBezTo>
                    <a:cubicBezTo>
                      <a:pt x="147" y="10"/>
                      <a:pt x="147" y="10"/>
                      <a:pt x="147" y="10"/>
                    </a:cubicBezTo>
                    <a:cubicBezTo>
                      <a:pt x="147" y="10"/>
                      <a:pt x="146" y="9"/>
                      <a:pt x="146" y="9"/>
                    </a:cubicBezTo>
                    <a:close/>
                  </a:path>
                </a:pathLst>
              </a:custGeom>
              <a:solidFill>
                <a:srgbClr val="5859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3" name="Freeform 79">
                <a:extLst>
                  <a:ext uri="{FF2B5EF4-FFF2-40B4-BE49-F238E27FC236}">
                    <a16:creationId xmlns:a16="http://schemas.microsoft.com/office/drawing/2014/main" id="{C35983BE-9651-4C08-8658-1B3ED07E6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2838"/>
                <a:ext cx="582" cy="378"/>
              </a:xfrm>
              <a:custGeom>
                <a:avLst/>
                <a:gdLst>
                  <a:gd name="T0" fmla="*/ 145 w 146"/>
                  <a:gd name="T1" fmla="*/ 15 h 95"/>
                  <a:gd name="T2" fmla="*/ 144 w 146"/>
                  <a:gd name="T3" fmla="*/ 14 h 95"/>
                  <a:gd name="T4" fmla="*/ 144 w 146"/>
                  <a:gd name="T5" fmla="*/ 12 h 95"/>
                  <a:gd name="T6" fmla="*/ 142 w 146"/>
                  <a:gd name="T7" fmla="*/ 10 h 95"/>
                  <a:gd name="T8" fmla="*/ 140 w 146"/>
                  <a:gd name="T9" fmla="*/ 7 h 95"/>
                  <a:gd name="T10" fmla="*/ 138 w 146"/>
                  <a:gd name="T11" fmla="*/ 4 h 95"/>
                  <a:gd name="T12" fmla="*/ 137 w 146"/>
                  <a:gd name="T13" fmla="*/ 3 h 95"/>
                  <a:gd name="T14" fmla="*/ 136 w 146"/>
                  <a:gd name="T15" fmla="*/ 1 h 95"/>
                  <a:gd name="T16" fmla="*/ 135 w 146"/>
                  <a:gd name="T17" fmla="*/ 0 h 95"/>
                  <a:gd name="T18" fmla="*/ 0 w 146"/>
                  <a:gd name="T19" fmla="*/ 79 h 95"/>
                  <a:gd name="T20" fmla="*/ 1 w 146"/>
                  <a:gd name="T21" fmla="*/ 80 h 95"/>
                  <a:gd name="T22" fmla="*/ 2 w 146"/>
                  <a:gd name="T23" fmla="*/ 81 h 95"/>
                  <a:gd name="T24" fmla="*/ 3 w 146"/>
                  <a:gd name="T25" fmla="*/ 83 h 95"/>
                  <a:gd name="T26" fmla="*/ 5 w 146"/>
                  <a:gd name="T27" fmla="*/ 85 h 95"/>
                  <a:gd name="T28" fmla="*/ 7 w 146"/>
                  <a:gd name="T29" fmla="*/ 88 h 95"/>
                  <a:gd name="T30" fmla="*/ 8 w 146"/>
                  <a:gd name="T31" fmla="*/ 91 h 95"/>
                  <a:gd name="T32" fmla="*/ 9 w 146"/>
                  <a:gd name="T33" fmla="*/ 92 h 95"/>
                  <a:gd name="T34" fmla="*/ 10 w 146"/>
                  <a:gd name="T35" fmla="*/ 94 h 95"/>
                  <a:gd name="T36" fmla="*/ 10 w 146"/>
                  <a:gd name="T37" fmla="*/ 95 h 95"/>
                  <a:gd name="T38" fmla="*/ 146 w 146"/>
                  <a:gd name="T39" fmla="*/ 17 h 95"/>
                  <a:gd name="T40" fmla="*/ 145 w 146"/>
                  <a:gd name="T41" fmla="*/ 1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46" h="95">
                    <a:moveTo>
                      <a:pt x="145" y="15"/>
                    </a:moveTo>
                    <a:cubicBezTo>
                      <a:pt x="145" y="15"/>
                      <a:pt x="145" y="14"/>
                      <a:pt x="144" y="14"/>
                    </a:cubicBezTo>
                    <a:cubicBezTo>
                      <a:pt x="144" y="13"/>
                      <a:pt x="144" y="13"/>
                      <a:pt x="144" y="12"/>
                    </a:cubicBezTo>
                    <a:cubicBezTo>
                      <a:pt x="143" y="11"/>
                      <a:pt x="143" y="11"/>
                      <a:pt x="142" y="10"/>
                    </a:cubicBezTo>
                    <a:cubicBezTo>
                      <a:pt x="142" y="9"/>
                      <a:pt x="141" y="8"/>
                      <a:pt x="140" y="7"/>
                    </a:cubicBezTo>
                    <a:cubicBezTo>
                      <a:pt x="140" y="6"/>
                      <a:pt x="139" y="5"/>
                      <a:pt x="138" y="4"/>
                    </a:cubicBezTo>
                    <a:cubicBezTo>
                      <a:pt x="138" y="4"/>
                      <a:pt x="138" y="3"/>
                      <a:pt x="137" y="3"/>
                    </a:cubicBezTo>
                    <a:cubicBezTo>
                      <a:pt x="137" y="2"/>
                      <a:pt x="137" y="2"/>
                      <a:pt x="136" y="1"/>
                    </a:cubicBezTo>
                    <a:cubicBezTo>
                      <a:pt x="136" y="1"/>
                      <a:pt x="136" y="1"/>
                      <a:pt x="135" y="0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79"/>
                      <a:pt x="1" y="80"/>
                      <a:pt x="1" y="80"/>
                    </a:cubicBezTo>
                    <a:cubicBezTo>
                      <a:pt x="1" y="80"/>
                      <a:pt x="2" y="81"/>
                      <a:pt x="2" y="81"/>
                    </a:cubicBezTo>
                    <a:cubicBezTo>
                      <a:pt x="3" y="82"/>
                      <a:pt x="3" y="82"/>
                      <a:pt x="3" y="83"/>
                    </a:cubicBezTo>
                    <a:cubicBezTo>
                      <a:pt x="4" y="84"/>
                      <a:pt x="4" y="84"/>
                      <a:pt x="5" y="85"/>
                    </a:cubicBezTo>
                    <a:cubicBezTo>
                      <a:pt x="6" y="86"/>
                      <a:pt x="6" y="87"/>
                      <a:pt x="7" y="88"/>
                    </a:cubicBezTo>
                    <a:cubicBezTo>
                      <a:pt x="7" y="89"/>
                      <a:pt x="8" y="90"/>
                      <a:pt x="8" y="91"/>
                    </a:cubicBezTo>
                    <a:cubicBezTo>
                      <a:pt x="9" y="91"/>
                      <a:pt x="9" y="92"/>
                      <a:pt x="9" y="92"/>
                    </a:cubicBezTo>
                    <a:cubicBezTo>
                      <a:pt x="9" y="93"/>
                      <a:pt x="10" y="93"/>
                      <a:pt x="10" y="94"/>
                    </a:cubicBezTo>
                    <a:cubicBezTo>
                      <a:pt x="10" y="94"/>
                      <a:pt x="10" y="95"/>
                      <a:pt x="10" y="95"/>
                    </a:cubicBezTo>
                    <a:cubicBezTo>
                      <a:pt x="146" y="17"/>
                      <a:pt x="146" y="17"/>
                      <a:pt x="146" y="17"/>
                    </a:cubicBezTo>
                    <a:cubicBezTo>
                      <a:pt x="145" y="16"/>
                      <a:pt x="145" y="16"/>
                      <a:pt x="145" y="15"/>
                    </a:cubicBezTo>
                    <a:close/>
                  </a:path>
                </a:pathLst>
              </a:custGeom>
              <a:solidFill>
                <a:srgbClr val="6C6D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4" name="Freeform 80">
                <a:extLst>
                  <a:ext uri="{FF2B5EF4-FFF2-40B4-BE49-F238E27FC236}">
                    <a16:creationId xmlns:a16="http://schemas.microsoft.com/office/drawing/2014/main" id="{A37F9AB4-64C8-4DAA-9C48-147655B87E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2906"/>
                <a:ext cx="558" cy="390"/>
              </a:xfrm>
              <a:custGeom>
                <a:avLst/>
                <a:gdLst>
                  <a:gd name="T0" fmla="*/ 140 w 140"/>
                  <a:gd name="T1" fmla="*/ 19 h 98"/>
                  <a:gd name="T2" fmla="*/ 140 w 140"/>
                  <a:gd name="T3" fmla="*/ 17 h 98"/>
                  <a:gd name="T4" fmla="*/ 140 w 140"/>
                  <a:gd name="T5" fmla="*/ 16 h 98"/>
                  <a:gd name="T6" fmla="*/ 140 w 140"/>
                  <a:gd name="T7" fmla="*/ 15 h 98"/>
                  <a:gd name="T8" fmla="*/ 140 w 140"/>
                  <a:gd name="T9" fmla="*/ 13 h 98"/>
                  <a:gd name="T10" fmla="*/ 140 w 140"/>
                  <a:gd name="T11" fmla="*/ 12 h 98"/>
                  <a:gd name="T12" fmla="*/ 139 w 140"/>
                  <a:gd name="T13" fmla="*/ 11 h 98"/>
                  <a:gd name="T14" fmla="*/ 139 w 140"/>
                  <a:gd name="T15" fmla="*/ 9 h 98"/>
                  <a:gd name="T16" fmla="*/ 139 w 140"/>
                  <a:gd name="T17" fmla="*/ 8 h 98"/>
                  <a:gd name="T18" fmla="*/ 138 w 140"/>
                  <a:gd name="T19" fmla="*/ 6 h 98"/>
                  <a:gd name="T20" fmla="*/ 138 w 140"/>
                  <a:gd name="T21" fmla="*/ 5 h 98"/>
                  <a:gd name="T22" fmla="*/ 137 w 140"/>
                  <a:gd name="T23" fmla="*/ 4 h 98"/>
                  <a:gd name="T24" fmla="*/ 137 w 140"/>
                  <a:gd name="T25" fmla="*/ 2 h 98"/>
                  <a:gd name="T26" fmla="*/ 136 w 140"/>
                  <a:gd name="T27" fmla="*/ 1 h 98"/>
                  <a:gd name="T28" fmla="*/ 136 w 140"/>
                  <a:gd name="T29" fmla="*/ 0 h 98"/>
                  <a:gd name="T30" fmla="*/ 0 w 140"/>
                  <a:gd name="T31" fmla="*/ 78 h 98"/>
                  <a:gd name="T32" fmla="*/ 1 w 140"/>
                  <a:gd name="T33" fmla="*/ 79 h 98"/>
                  <a:gd name="T34" fmla="*/ 2 w 140"/>
                  <a:gd name="T35" fmla="*/ 81 h 98"/>
                  <a:gd name="T36" fmla="*/ 2 w 140"/>
                  <a:gd name="T37" fmla="*/ 82 h 98"/>
                  <a:gd name="T38" fmla="*/ 3 w 140"/>
                  <a:gd name="T39" fmla="*/ 84 h 98"/>
                  <a:gd name="T40" fmla="*/ 3 w 140"/>
                  <a:gd name="T41" fmla="*/ 85 h 98"/>
                  <a:gd name="T42" fmla="*/ 3 w 140"/>
                  <a:gd name="T43" fmla="*/ 86 h 98"/>
                  <a:gd name="T44" fmla="*/ 4 w 140"/>
                  <a:gd name="T45" fmla="*/ 88 h 98"/>
                  <a:gd name="T46" fmla="*/ 4 w 140"/>
                  <a:gd name="T47" fmla="*/ 89 h 98"/>
                  <a:gd name="T48" fmla="*/ 4 w 140"/>
                  <a:gd name="T49" fmla="*/ 91 h 98"/>
                  <a:gd name="T50" fmla="*/ 5 w 140"/>
                  <a:gd name="T51" fmla="*/ 92 h 98"/>
                  <a:gd name="T52" fmla="*/ 5 w 140"/>
                  <a:gd name="T53" fmla="*/ 93 h 98"/>
                  <a:gd name="T54" fmla="*/ 5 w 140"/>
                  <a:gd name="T55" fmla="*/ 95 h 98"/>
                  <a:gd name="T56" fmla="*/ 5 w 140"/>
                  <a:gd name="T57" fmla="*/ 96 h 98"/>
                  <a:gd name="T58" fmla="*/ 5 w 140"/>
                  <a:gd name="T59" fmla="*/ 97 h 98"/>
                  <a:gd name="T60" fmla="*/ 5 w 140"/>
                  <a:gd name="T61" fmla="*/ 98 h 98"/>
                  <a:gd name="T62" fmla="*/ 140 w 140"/>
                  <a:gd name="T63" fmla="*/ 20 h 98"/>
                  <a:gd name="T64" fmla="*/ 140 w 140"/>
                  <a:gd name="T65" fmla="*/ 1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40" h="98">
                    <a:moveTo>
                      <a:pt x="140" y="19"/>
                    </a:moveTo>
                    <a:cubicBezTo>
                      <a:pt x="140" y="18"/>
                      <a:pt x="140" y="18"/>
                      <a:pt x="140" y="17"/>
                    </a:cubicBezTo>
                    <a:cubicBezTo>
                      <a:pt x="140" y="17"/>
                      <a:pt x="140" y="16"/>
                      <a:pt x="140" y="16"/>
                    </a:cubicBezTo>
                    <a:cubicBezTo>
                      <a:pt x="140" y="16"/>
                      <a:pt x="140" y="15"/>
                      <a:pt x="140" y="15"/>
                    </a:cubicBezTo>
                    <a:cubicBezTo>
                      <a:pt x="140" y="14"/>
                      <a:pt x="140" y="14"/>
                      <a:pt x="140" y="13"/>
                    </a:cubicBezTo>
                    <a:cubicBezTo>
                      <a:pt x="140" y="13"/>
                      <a:pt x="140" y="12"/>
                      <a:pt x="140" y="12"/>
                    </a:cubicBezTo>
                    <a:cubicBezTo>
                      <a:pt x="139" y="12"/>
                      <a:pt x="139" y="11"/>
                      <a:pt x="139" y="11"/>
                    </a:cubicBezTo>
                    <a:cubicBezTo>
                      <a:pt x="139" y="10"/>
                      <a:pt x="139" y="10"/>
                      <a:pt x="139" y="9"/>
                    </a:cubicBezTo>
                    <a:cubicBezTo>
                      <a:pt x="139" y="9"/>
                      <a:pt x="139" y="8"/>
                      <a:pt x="139" y="8"/>
                    </a:cubicBezTo>
                    <a:cubicBezTo>
                      <a:pt x="138" y="7"/>
                      <a:pt x="138" y="7"/>
                      <a:pt x="138" y="6"/>
                    </a:cubicBezTo>
                    <a:cubicBezTo>
                      <a:pt x="138" y="6"/>
                      <a:pt x="138" y="5"/>
                      <a:pt x="138" y="5"/>
                    </a:cubicBezTo>
                    <a:cubicBezTo>
                      <a:pt x="138" y="4"/>
                      <a:pt x="137" y="4"/>
                      <a:pt x="137" y="4"/>
                    </a:cubicBezTo>
                    <a:cubicBezTo>
                      <a:pt x="137" y="3"/>
                      <a:pt x="137" y="3"/>
                      <a:pt x="137" y="2"/>
                    </a:cubicBezTo>
                    <a:cubicBezTo>
                      <a:pt x="137" y="2"/>
                      <a:pt x="136" y="1"/>
                      <a:pt x="136" y="1"/>
                    </a:cubicBezTo>
                    <a:cubicBezTo>
                      <a:pt x="136" y="1"/>
                      <a:pt x="136" y="0"/>
                      <a:pt x="136" y="0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1" y="79"/>
                      <a:pt x="1" y="79"/>
                      <a:pt x="1" y="79"/>
                    </a:cubicBezTo>
                    <a:cubicBezTo>
                      <a:pt x="1" y="80"/>
                      <a:pt x="1" y="80"/>
                      <a:pt x="2" y="81"/>
                    </a:cubicBezTo>
                    <a:cubicBezTo>
                      <a:pt x="2" y="81"/>
                      <a:pt x="2" y="82"/>
                      <a:pt x="2" y="82"/>
                    </a:cubicBezTo>
                    <a:cubicBezTo>
                      <a:pt x="2" y="83"/>
                      <a:pt x="2" y="83"/>
                      <a:pt x="3" y="84"/>
                    </a:cubicBezTo>
                    <a:cubicBezTo>
                      <a:pt x="3" y="84"/>
                      <a:pt x="3" y="84"/>
                      <a:pt x="3" y="85"/>
                    </a:cubicBezTo>
                    <a:cubicBezTo>
                      <a:pt x="3" y="85"/>
                      <a:pt x="3" y="86"/>
                      <a:pt x="3" y="86"/>
                    </a:cubicBezTo>
                    <a:cubicBezTo>
                      <a:pt x="4" y="87"/>
                      <a:pt x="4" y="87"/>
                      <a:pt x="4" y="88"/>
                    </a:cubicBezTo>
                    <a:cubicBezTo>
                      <a:pt x="4" y="88"/>
                      <a:pt x="4" y="89"/>
                      <a:pt x="4" y="89"/>
                    </a:cubicBezTo>
                    <a:cubicBezTo>
                      <a:pt x="4" y="90"/>
                      <a:pt x="4" y="90"/>
                      <a:pt x="4" y="91"/>
                    </a:cubicBezTo>
                    <a:cubicBezTo>
                      <a:pt x="4" y="91"/>
                      <a:pt x="5" y="91"/>
                      <a:pt x="5" y="92"/>
                    </a:cubicBezTo>
                    <a:cubicBezTo>
                      <a:pt x="5" y="92"/>
                      <a:pt x="5" y="93"/>
                      <a:pt x="5" y="93"/>
                    </a:cubicBezTo>
                    <a:cubicBezTo>
                      <a:pt x="5" y="94"/>
                      <a:pt x="5" y="94"/>
                      <a:pt x="5" y="95"/>
                    </a:cubicBezTo>
                    <a:cubicBezTo>
                      <a:pt x="5" y="95"/>
                      <a:pt x="5" y="95"/>
                      <a:pt x="5" y="96"/>
                    </a:cubicBezTo>
                    <a:cubicBezTo>
                      <a:pt x="5" y="96"/>
                      <a:pt x="5" y="97"/>
                      <a:pt x="5" y="97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140" y="20"/>
                      <a:pt x="140" y="20"/>
                      <a:pt x="140" y="20"/>
                    </a:cubicBezTo>
                    <a:cubicBezTo>
                      <a:pt x="140" y="19"/>
                      <a:pt x="140" y="19"/>
                      <a:pt x="140" y="19"/>
                    </a:cubicBezTo>
                    <a:close/>
                  </a:path>
                </a:pathLst>
              </a:custGeom>
              <a:solidFill>
                <a:srgbClr val="505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5" name="Freeform 81">
                <a:extLst>
                  <a:ext uri="{FF2B5EF4-FFF2-40B4-BE49-F238E27FC236}">
                    <a16:creationId xmlns:a16="http://schemas.microsoft.com/office/drawing/2014/main" id="{42536283-ECD0-4500-9B6E-450D78ADD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" y="1659"/>
                <a:ext cx="2514" cy="1454"/>
              </a:xfrm>
              <a:custGeom>
                <a:avLst/>
                <a:gdLst>
                  <a:gd name="T0" fmla="*/ 542 w 2514"/>
                  <a:gd name="T1" fmla="*/ 0 h 1454"/>
                  <a:gd name="T2" fmla="*/ 0 w 2514"/>
                  <a:gd name="T3" fmla="*/ 314 h 1454"/>
                  <a:gd name="T4" fmla="*/ 1977 w 2514"/>
                  <a:gd name="T5" fmla="*/ 1454 h 1454"/>
                  <a:gd name="T6" fmla="*/ 2514 w 2514"/>
                  <a:gd name="T7" fmla="*/ 1139 h 1454"/>
                  <a:gd name="T8" fmla="*/ 542 w 2514"/>
                  <a:gd name="T9" fmla="*/ 0 h 1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14" h="1454">
                    <a:moveTo>
                      <a:pt x="542" y="0"/>
                    </a:moveTo>
                    <a:lnTo>
                      <a:pt x="0" y="314"/>
                    </a:lnTo>
                    <a:lnTo>
                      <a:pt x="1977" y="1454"/>
                    </a:lnTo>
                    <a:lnTo>
                      <a:pt x="2514" y="1139"/>
                    </a:lnTo>
                    <a:lnTo>
                      <a:pt x="542" y="0"/>
                    </a:lnTo>
                    <a:close/>
                  </a:path>
                </a:pathLst>
              </a:custGeom>
              <a:solidFill>
                <a:srgbClr val="5859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82">
                <a:extLst>
                  <a:ext uri="{FF2B5EF4-FFF2-40B4-BE49-F238E27FC236}">
                    <a16:creationId xmlns:a16="http://schemas.microsoft.com/office/drawing/2014/main" id="{B96C2568-B31E-4308-AD88-96BAF3159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" y="1659"/>
                <a:ext cx="2514" cy="1454"/>
              </a:xfrm>
              <a:custGeom>
                <a:avLst/>
                <a:gdLst>
                  <a:gd name="T0" fmla="*/ 542 w 2514"/>
                  <a:gd name="T1" fmla="*/ 0 h 1454"/>
                  <a:gd name="T2" fmla="*/ 0 w 2514"/>
                  <a:gd name="T3" fmla="*/ 314 h 1454"/>
                  <a:gd name="T4" fmla="*/ 1977 w 2514"/>
                  <a:gd name="T5" fmla="*/ 1454 h 1454"/>
                  <a:gd name="T6" fmla="*/ 2514 w 2514"/>
                  <a:gd name="T7" fmla="*/ 1139 h 1454"/>
                  <a:gd name="T8" fmla="*/ 542 w 2514"/>
                  <a:gd name="T9" fmla="*/ 0 h 1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14" h="1454">
                    <a:moveTo>
                      <a:pt x="542" y="0"/>
                    </a:moveTo>
                    <a:lnTo>
                      <a:pt x="0" y="314"/>
                    </a:lnTo>
                    <a:lnTo>
                      <a:pt x="1977" y="1454"/>
                    </a:lnTo>
                    <a:lnTo>
                      <a:pt x="2514" y="1139"/>
                    </a:lnTo>
                    <a:lnTo>
                      <a:pt x="54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7" name="Freeform 83">
                <a:extLst>
                  <a:ext uri="{FF2B5EF4-FFF2-40B4-BE49-F238E27FC236}">
                    <a16:creationId xmlns:a16="http://schemas.microsoft.com/office/drawing/2014/main" id="{36C99823-CBDD-4E44-AE24-7729363FE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6" y="2985"/>
                <a:ext cx="570" cy="383"/>
              </a:xfrm>
              <a:custGeom>
                <a:avLst/>
                <a:gdLst>
                  <a:gd name="T0" fmla="*/ 8 w 143"/>
                  <a:gd name="T1" fmla="*/ 78 h 96"/>
                  <a:gd name="T2" fmla="*/ 8 w 143"/>
                  <a:gd name="T3" fmla="*/ 81 h 96"/>
                  <a:gd name="T4" fmla="*/ 8 w 143"/>
                  <a:gd name="T5" fmla="*/ 84 h 96"/>
                  <a:gd name="T6" fmla="*/ 7 w 143"/>
                  <a:gd name="T7" fmla="*/ 87 h 96"/>
                  <a:gd name="T8" fmla="*/ 6 w 143"/>
                  <a:gd name="T9" fmla="*/ 89 h 96"/>
                  <a:gd name="T10" fmla="*/ 5 w 143"/>
                  <a:gd name="T11" fmla="*/ 92 h 96"/>
                  <a:gd name="T12" fmla="*/ 3 w 143"/>
                  <a:gd name="T13" fmla="*/ 94 h 96"/>
                  <a:gd name="T14" fmla="*/ 2 w 143"/>
                  <a:gd name="T15" fmla="*/ 95 h 96"/>
                  <a:gd name="T16" fmla="*/ 0 w 143"/>
                  <a:gd name="T17" fmla="*/ 96 h 96"/>
                  <a:gd name="T18" fmla="*/ 135 w 143"/>
                  <a:gd name="T19" fmla="*/ 18 h 96"/>
                  <a:gd name="T20" fmla="*/ 138 w 143"/>
                  <a:gd name="T21" fmla="*/ 16 h 96"/>
                  <a:gd name="T22" fmla="*/ 138 w 143"/>
                  <a:gd name="T23" fmla="*/ 15 h 96"/>
                  <a:gd name="T24" fmla="*/ 140 w 143"/>
                  <a:gd name="T25" fmla="*/ 13 h 96"/>
                  <a:gd name="T26" fmla="*/ 141 w 143"/>
                  <a:gd name="T27" fmla="*/ 11 h 96"/>
                  <a:gd name="T28" fmla="*/ 142 w 143"/>
                  <a:gd name="T29" fmla="*/ 10 h 96"/>
                  <a:gd name="T30" fmla="*/ 142 w 143"/>
                  <a:gd name="T31" fmla="*/ 9 h 96"/>
                  <a:gd name="T32" fmla="*/ 143 w 143"/>
                  <a:gd name="T33" fmla="*/ 7 h 96"/>
                  <a:gd name="T34" fmla="*/ 143 w 143"/>
                  <a:gd name="T35" fmla="*/ 6 h 96"/>
                  <a:gd name="T36" fmla="*/ 143 w 143"/>
                  <a:gd name="T37" fmla="*/ 4 h 96"/>
                  <a:gd name="T38" fmla="*/ 143 w 143"/>
                  <a:gd name="T39" fmla="*/ 3 h 96"/>
                  <a:gd name="T40" fmla="*/ 143 w 143"/>
                  <a:gd name="T41" fmla="*/ 1 h 96"/>
                  <a:gd name="T42" fmla="*/ 143 w 143"/>
                  <a:gd name="T43" fmla="*/ 0 h 96"/>
                  <a:gd name="T44" fmla="*/ 8 w 143"/>
                  <a:gd name="T45" fmla="*/ 7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43" h="96">
                    <a:moveTo>
                      <a:pt x="8" y="78"/>
                    </a:moveTo>
                    <a:cubicBezTo>
                      <a:pt x="8" y="79"/>
                      <a:pt x="8" y="80"/>
                      <a:pt x="8" y="81"/>
                    </a:cubicBezTo>
                    <a:cubicBezTo>
                      <a:pt x="8" y="83"/>
                      <a:pt x="8" y="84"/>
                      <a:pt x="8" y="84"/>
                    </a:cubicBezTo>
                    <a:cubicBezTo>
                      <a:pt x="7" y="86"/>
                      <a:pt x="7" y="86"/>
                      <a:pt x="7" y="87"/>
                    </a:cubicBezTo>
                    <a:cubicBezTo>
                      <a:pt x="7" y="88"/>
                      <a:pt x="6" y="89"/>
                      <a:pt x="6" y="89"/>
                    </a:cubicBezTo>
                    <a:cubicBezTo>
                      <a:pt x="6" y="90"/>
                      <a:pt x="5" y="91"/>
                      <a:pt x="5" y="92"/>
                    </a:cubicBezTo>
                    <a:cubicBezTo>
                      <a:pt x="4" y="93"/>
                      <a:pt x="4" y="93"/>
                      <a:pt x="3" y="94"/>
                    </a:cubicBezTo>
                    <a:cubicBezTo>
                      <a:pt x="2" y="95"/>
                      <a:pt x="2" y="95"/>
                      <a:pt x="2" y="95"/>
                    </a:cubicBezTo>
                    <a:cubicBezTo>
                      <a:pt x="2" y="95"/>
                      <a:pt x="1" y="96"/>
                      <a:pt x="0" y="96"/>
                    </a:cubicBezTo>
                    <a:cubicBezTo>
                      <a:pt x="135" y="18"/>
                      <a:pt x="135" y="18"/>
                      <a:pt x="135" y="18"/>
                    </a:cubicBezTo>
                    <a:cubicBezTo>
                      <a:pt x="136" y="17"/>
                      <a:pt x="137" y="17"/>
                      <a:pt x="138" y="16"/>
                    </a:cubicBezTo>
                    <a:cubicBezTo>
                      <a:pt x="138" y="15"/>
                      <a:pt x="138" y="15"/>
                      <a:pt x="138" y="15"/>
                    </a:cubicBezTo>
                    <a:cubicBezTo>
                      <a:pt x="139" y="15"/>
                      <a:pt x="139" y="14"/>
                      <a:pt x="140" y="13"/>
                    </a:cubicBezTo>
                    <a:cubicBezTo>
                      <a:pt x="140" y="13"/>
                      <a:pt x="141" y="12"/>
                      <a:pt x="141" y="11"/>
                    </a:cubicBezTo>
                    <a:cubicBezTo>
                      <a:pt x="141" y="10"/>
                      <a:pt x="142" y="10"/>
                      <a:pt x="142" y="10"/>
                    </a:cubicBezTo>
                    <a:cubicBezTo>
                      <a:pt x="142" y="9"/>
                      <a:pt x="142" y="9"/>
                      <a:pt x="142" y="9"/>
                    </a:cubicBezTo>
                    <a:cubicBezTo>
                      <a:pt x="142" y="8"/>
                      <a:pt x="142" y="7"/>
                      <a:pt x="143" y="7"/>
                    </a:cubicBezTo>
                    <a:cubicBezTo>
                      <a:pt x="143" y="6"/>
                      <a:pt x="143" y="6"/>
                      <a:pt x="143" y="6"/>
                    </a:cubicBezTo>
                    <a:cubicBezTo>
                      <a:pt x="143" y="5"/>
                      <a:pt x="143" y="4"/>
                      <a:pt x="143" y="4"/>
                    </a:cubicBezTo>
                    <a:cubicBezTo>
                      <a:pt x="143" y="3"/>
                      <a:pt x="143" y="3"/>
                      <a:pt x="143" y="3"/>
                    </a:cubicBezTo>
                    <a:cubicBezTo>
                      <a:pt x="143" y="2"/>
                      <a:pt x="143" y="2"/>
                      <a:pt x="143" y="1"/>
                    </a:cubicBezTo>
                    <a:cubicBezTo>
                      <a:pt x="143" y="1"/>
                      <a:pt x="143" y="0"/>
                      <a:pt x="143" y="0"/>
                    </a:cubicBezTo>
                    <a:lnTo>
                      <a:pt x="8" y="78"/>
                    </a:lnTo>
                    <a:close/>
                  </a:path>
                </a:pathLst>
              </a:custGeom>
              <a:solidFill>
                <a:srgbClr val="43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8" name="Freeform 84">
                <a:extLst>
                  <a:ext uri="{FF2B5EF4-FFF2-40B4-BE49-F238E27FC236}">
                    <a16:creationId xmlns:a16="http://schemas.microsoft.com/office/drawing/2014/main" id="{0A1CE1BE-63B3-4E3F-8962-C43E1D55B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7" y="3117"/>
                <a:ext cx="44" cy="191"/>
              </a:xfrm>
              <a:custGeom>
                <a:avLst/>
                <a:gdLst>
                  <a:gd name="T0" fmla="*/ 0 w 44"/>
                  <a:gd name="T1" fmla="*/ 24 h 191"/>
                  <a:gd name="T2" fmla="*/ 44 w 44"/>
                  <a:gd name="T3" fmla="*/ 0 h 191"/>
                  <a:gd name="T4" fmla="*/ 40 w 44"/>
                  <a:gd name="T5" fmla="*/ 167 h 191"/>
                  <a:gd name="T6" fmla="*/ 0 w 44"/>
                  <a:gd name="T7" fmla="*/ 191 h 191"/>
                  <a:gd name="T8" fmla="*/ 0 w 44"/>
                  <a:gd name="T9" fmla="*/ 24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191">
                    <a:moveTo>
                      <a:pt x="0" y="24"/>
                    </a:moveTo>
                    <a:lnTo>
                      <a:pt x="44" y="0"/>
                    </a:lnTo>
                    <a:lnTo>
                      <a:pt x="40" y="167"/>
                    </a:lnTo>
                    <a:lnTo>
                      <a:pt x="0" y="191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9" name="Freeform 85">
                <a:extLst>
                  <a:ext uri="{FF2B5EF4-FFF2-40B4-BE49-F238E27FC236}">
                    <a16:creationId xmlns:a16="http://schemas.microsoft.com/office/drawing/2014/main" id="{859CEF61-51BA-4886-BD7E-2930DF112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" y="1930"/>
                <a:ext cx="2104" cy="1211"/>
              </a:xfrm>
              <a:custGeom>
                <a:avLst/>
                <a:gdLst>
                  <a:gd name="T0" fmla="*/ 0 w 2104"/>
                  <a:gd name="T1" fmla="*/ 24 h 1211"/>
                  <a:gd name="T2" fmla="*/ 40 w 2104"/>
                  <a:gd name="T3" fmla="*/ 0 h 1211"/>
                  <a:gd name="T4" fmla="*/ 2104 w 2104"/>
                  <a:gd name="T5" fmla="*/ 1187 h 1211"/>
                  <a:gd name="T6" fmla="*/ 2060 w 2104"/>
                  <a:gd name="T7" fmla="*/ 1211 h 1211"/>
                  <a:gd name="T8" fmla="*/ 0 w 2104"/>
                  <a:gd name="T9" fmla="*/ 24 h 1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4" h="1211">
                    <a:moveTo>
                      <a:pt x="0" y="24"/>
                    </a:moveTo>
                    <a:lnTo>
                      <a:pt x="40" y="0"/>
                    </a:lnTo>
                    <a:lnTo>
                      <a:pt x="2104" y="1187"/>
                    </a:lnTo>
                    <a:lnTo>
                      <a:pt x="2060" y="1211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0" name="Freeform 86">
                <a:extLst>
                  <a:ext uri="{FF2B5EF4-FFF2-40B4-BE49-F238E27FC236}">
                    <a16:creationId xmlns:a16="http://schemas.microsoft.com/office/drawing/2014/main" id="{1C789F4C-496A-415B-80E6-4BC1EC956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" y="1930"/>
                <a:ext cx="2104" cy="1211"/>
              </a:xfrm>
              <a:custGeom>
                <a:avLst/>
                <a:gdLst>
                  <a:gd name="T0" fmla="*/ 0 w 2104"/>
                  <a:gd name="T1" fmla="*/ 24 h 1211"/>
                  <a:gd name="T2" fmla="*/ 40 w 2104"/>
                  <a:gd name="T3" fmla="*/ 0 h 1211"/>
                  <a:gd name="T4" fmla="*/ 2104 w 2104"/>
                  <a:gd name="T5" fmla="*/ 1187 h 1211"/>
                  <a:gd name="T6" fmla="*/ 2060 w 2104"/>
                  <a:gd name="T7" fmla="*/ 1211 h 1211"/>
                  <a:gd name="T8" fmla="*/ 0 w 2104"/>
                  <a:gd name="T9" fmla="*/ 24 h 1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4" h="1211">
                    <a:moveTo>
                      <a:pt x="0" y="24"/>
                    </a:moveTo>
                    <a:lnTo>
                      <a:pt x="40" y="0"/>
                    </a:lnTo>
                    <a:lnTo>
                      <a:pt x="2104" y="1187"/>
                    </a:lnTo>
                    <a:lnTo>
                      <a:pt x="2060" y="1211"/>
                    </a:lnTo>
                    <a:lnTo>
                      <a:pt x="0" y="2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1" name="Freeform 87">
                <a:extLst>
                  <a:ext uri="{FF2B5EF4-FFF2-40B4-BE49-F238E27FC236}">
                    <a16:creationId xmlns:a16="http://schemas.microsoft.com/office/drawing/2014/main" id="{3A5BDDEA-2041-4B30-A56A-08B0DD5E4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" y="1954"/>
                <a:ext cx="2060" cy="1354"/>
              </a:xfrm>
              <a:custGeom>
                <a:avLst/>
                <a:gdLst>
                  <a:gd name="T0" fmla="*/ 2060 w 2060"/>
                  <a:gd name="T1" fmla="*/ 1187 h 1354"/>
                  <a:gd name="T2" fmla="*/ 2060 w 2060"/>
                  <a:gd name="T3" fmla="*/ 1354 h 1354"/>
                  <a:gd name="T4" fmla="*/ 0 w 2060"/>
                  <a:gd name="T5" fmla="*/ 167 h 1354"/>
                  <a:gd name="T6" fmla="*/ 0 w 2060"/>
                  <a:gd name="T7" fmla="*/ 0 h 1354"/>
                  <a:gd name="T8" fmla="*/ 2060 w 2060"/>
                  <a:gd name="T9" fmla="*/ 1187 h 1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0" h="1354">
                    <a:moveTo>
                      <a:pt x="2060" y="1187"/>
                    </a:moveTo>
                    <a:lnTo>
                      <a:pt x="2060" y="1354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2060" y="1187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2" name="Freeform 88">
                <a:extLst>
                  <a:ext uri="{FF2B5EF4-FFF2-40B4-BE49-F238E27FC236}">
                    <a16:creationId xmlns:a16="http://schemas.microsoft.com/office/drawing/2014/main" id="{30CDA968-6888-42A9-A30D-7AFC30BA1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" y="1954"/>
                <a:ext cx="2060" cy="1354"/>
              </a:xfrm>
              <a:custGeom>
                <a:avLst/>
                <a:gdLst>
                  <a:gd name="T0" fmla="*/ 2060 w 2060"/>
                  <a:gd name="T1" fmla="*/ 1187 h 1354"/>
                  <a:gd name="T2" fmla="*/ 2060 w 2060"/>
                  <a:gd name="T3" fmla="*/ 1354 h 1354"/>
                  <a:gd name="T4" fmla="*/ 0 w 2060"/>
                  <a:gd name="T5" fmla="*/ 167 h 1354"/>
                  <a:gd name="T6" fmla="*/ 0 w 2060"/>
                  <a:gd name="T7" fmla="*/ 0 h 1354"/>
                  <a:gd name="T8" fmla="*/ 2060 w 2060"/>
                  <a:gd name="T9" fmla="*/ 1187 h 1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0" h="1354">
                    <a:moveTo>
                      <a:pt x="2060" y="1187"/>
                    </a:moveTo>
                    <a:lnTo>
                      <a:pt x="2060" y="1354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2060" y="118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3" name="Freeform 89">
                <a:extLst>
                  <a:ext uri="{FF2B5EF4-FFF2-40B4-BE49-F238E27FC236}">
                    <a16:creationId xmlns:a16="http://schemas.microsoft.com/office/drawing/2014/main" id="{6B3B7CC6-E16C-4CE8-ACF0-18D3488A94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511"/>
                <a:ext cx="299" cy="438"/>
              </a:xfrm>
              <a:custGeom>
                <a:avLst/>
                <a:gdLst>
                  <a:gd name="T0" fmla="*/ 0 w 299"/>
                  <a:gd name="T1" fmla="*/ 172 h 438"/>
                  <a:gd name="T2" fmla="*/ 299 w 299"/>
                  <a:gd name="T3" fmla="*/ 0 h 438"/>
                  <a:gd name="T4" fmla="*/ 295 w 299"/>
                  <a:gd name="T5" fmla="*/ 267 h 438"/>
                  <a:gd name="T6" fmla="*/ 0 w 299"/>
                  <a:gd name="T7" fmla="*/ 438 h 438"/>
                  <a:gd name="T8" fmla="*/ 0 w 299"/>
                  <a:gd name="T9" fmla="*/ 172 h 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9" h="438">
                    <a:moveTo>
                      <a:pt x="0" y="172"/>
                    </a:moveTo>
                    <a:lnTo>
                      <a:pt x="299" y="0"/>
                    </a:lnTo>
                    <a:lnTo>
                      <a:pt x="295" y="267"/>
                    </a:lnTo>
                    <a:lnTo>
                      <a:pt x="0" y="438"/>
                    </a:lnTo>
                    <a:lnTo>
                      <a:pt x="0" y="172"/>
                    </a:lnTo>
                    <a:close/>
                  </a:path>
                </a:pathLst>
              </a:custGeom>
              <a:solidFill>
                <a:srgbClr val="D4A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4" name="Freeform 90">
                <a:extLst>
                  <a:ext uri="{FF2B5EF4-FFF2-40B4-BE49-F238E27FC236}">
                    <a16:creationId xmlns:a16="http://schemas.microsoft.com/office/drawing/2014/main" id="{33BF9B8A-F8E3-48D5-9765-20E47CB043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4" y="2344"/>
                <a:ext cx="586" cy="339"/>
              </a:xfrm>
              <a:custGeom>
                <a:avLst/>
                <a:gdLst>
                  <a:gd name="T0" fmla="*/ 586 w 586"/>
                  <a:gd name="T1" fmla="*/ 167 h 339"/>
                  <a:gd name="T2" fmla="*/ 287 w 586"/>
                  <a:gd name="T3" fmla="*/ 339 h 339"/>
                  <a:gd name="T4" fmla="*/ 156 w 586"/>
                  <a:gd name="T5" fmla="*/ 263 h 339"/>
                  <a:gd name="T6" fmla="*/ 120 w 586"/>
                  <a:gd name="T7" fmla="*/ 243 h 339"/>
                  <a:gd name="T8" fmla="*/ 0 w 586"/>
                  <a:gd name="T9" fmla="*/ 175 h 339"/>
                  <a:gd name="T10" fmla="*/ 299 w 586"/>
                  <a:gd name="T11" fmla="*/ 0 h 339"/>
                  <a:gd name="T12" fmla="*/ 419 w 586"/>
                  <a:gd name="T13" fmla="*/ 72 h 339"/>
                  <a:gd name="T14" fmla="*/ 454 w 586"/>
                  <a:gd name="T15" fmla="*/ 92 h 339"/>
                  <a:gd name="T16" fmla="*/ 586 w 586"/>
                  <a:gd name="T17" fmla="*/ 167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6" h="339">
                    <a:moveTo>
                      <a:pt x="586" y="167"/>
                    </a:moveTo>
                    <a:lnTo>
                      <a:pt x="287" y="339"/>
                    </a:lnTo>
                    <a:lnTo>
                      <a:pt x="156" y="263"/>
                    </a:lnTo>
                    <a:lnTo>
                      <a:pt x="120" y="243"/>
                    </a:lnTo>
                    <a:lnTo>
                      <a:pt x="0" y="175"/>
                    </a:lnTo>
                    <a:lnTo>
                      <a:pt x="299" y="0"/>
                    </a:lnTo>
                    <a:lnTo>
                      <a:pt x="419" y="72"/>
                    </a:lnTo>
                    <a:lnTo>
                      <a:pt x="454" y="92"/>
                    </a:lnTo>
                    <a:lnTo>
                      <a:pt x="586" y="167"/>
                    </a:lnTo>
                    <a:close/>
                  </a:path>
                </a:pathLst>
              </a:custGeom>
              <a:solidFill>
                <a:srgbClr val="FFE3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5" name="Freeform 91">
                <a:extLst>
                  <a:ext uri="{FF2B5EF4-FFF2-40B4-BE49-F238E27FC236}">
                    <a16:creationId xmlns:a16="http://schemas.microsoft.com/office/drawing/2014/main" id="{F4D38270-1543-4C39-93B0-A6FF049D6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4" y="2519"/>
                <a:ext cx="287" cy="430"/>
              </a:xfrm>
              <a:custGeom>
                <a:avLst/>
                <a:gdLst>
                  <a:gd name="T0" fmla="*/ 287 w 287"/>
                  <a:gd name="T1" fmla="*/ 164 h 430"/>
                  <a:gd name="T2" fmla="*/ 287 w 287"/>
                  <a:gd name="T3" fmla="*/ 430 h 430"/>
                  <a:gd name="T4" fmla="*/ 0 w 287"/>
                  <a:gd name="T5" fmla="*/ 267 h 430"/>
                  <a:gd name="T6" fmla="*/ 0 w 287"/>
                  <a:gd name="T7" fmla="*/ 0 h 430"/>
                  <a:gd name="T8" fmla="*/ 287 w 287"/>
                  <a:gd name="T9" fmla="*/ 164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7" h="430">
                    <a:moveTo>
                      <a:pt x="287" y="164"/>
                    </a:moveTo>
                    <a:lnTo>
                      <a:pt x="287" y="430"/>
                    </a:lnTo>
                    <a:lnTo>
                      <a:pt x="0" y="267"/>
                    </a:lnTo>
                    <a:lnTo>
                      <a:pt x="0" y="0"/>
                    </a:lnTo>
                    <a:lnTo>
                      <a:pt x="287" y="164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6" name="Freeform 92">
                <a:extLst>
                  <a:ext uri="{FF2B5EF4-FFF2-40B4-BE49-F238E27FC236}">
                    <a16:creationId xmlns:a16="http://schemas.microsoft.com/office/drawing/2014/main" id="{2B7D21E6-F889-4075-8CBD-488C50981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" y="2416"/>
                <a:ext cx="334" cy="191"/>
              </a:xfrm>
              <a:custGeom>
                <a:avLst/>
                <a:gdLst>
                  <a:gd name="T0" fmla="*/ 334 w 334"/>
                  <a:gd name="T1" fmla="*/ 20 h 191"/>
                  <a:gd name="T2" fmla="*/ 36 w 334"/>
                  <a:gd name="T3" fmla="*/ 191 h 191"/>
                  <a:gd name="T4" fmla="*/ 0 w 334"/>
                  <a:gd name="T5" fmla="*/ 171 h 191"/>
                  <a:gd name="T6" fmla="*/ 299 w 334"/>
                  <a:gd name="T7" fmla="*/ 0 h 191"/>
                  <a:gd name="T8" fmla="*/ 334 w 334"/>
                  <a:gd name="T9" fmla="*/ 2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4" h="191">
                    <a:moveTo>
                      <a:pt x="334" y="20"/>
                    </a:moveTo>
                    <a:lnTo>
                      <a:pt x="36" y="191"/>
                    </a:lnTo>
                    <a:lnTo>
                      <a:pt x="0" y="171"/>
                    </a:lnTo>
                    <a:lnTo>
                      <a:pt x="299" y="0"/>
                    </a:lnTo>
                    <a:lnTo>
                      <a:pt x="334" y="20"/>
                    </a:lnTo>
                    <a:close/>
                  </a:path>
                </a:pathLst>
              </a:custGeom>
              <a:solidFill>
                <a:srgbClr val="E85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7" name="Freeform 93">
                <a:extLst>
                  <a:ext uri="{FF2B5EF4-FFF2-40B4-BE49-F238E27FC236}">
                    <a16:creationId xmlns:a16="http://schemas.microsoft.com/office/drawing/2014/main" id="{C630426C-E4B3-43CB-AC3B-40547BBDF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" y="2587"/>
                <a:ext cx="36" cy="179"/>
              </a:xfrm>
              <a:custGeom>
                <a:avLst/>
                <a:gdLst>
                  <a:gd name="T0" fmla="*/ 0 w 36"/>
                  <a:gd name="T1" fmla="*/ 0 h 179"/>
                  <a:gd name="T2" fmla="*/ 36 w 36"/>
                  <a:gd name="T3" fmla="*/ 20 h 179"/>
                  <a:gd name="T4" fmla="*/ 36 w 36"/>
                  <a:gd name="T5" fmla="*/ 179 h 179"/>
                  <a:gd name="T6" fmla="*/ 0 w 36"/>
                  <a:gd name="T7" fmla="*/ 159 h 179"/>
                  <a:gd name="T8" fmla="*/ 0 w 36"/>
                  <a:gd name="T9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79">
                    <a:moveTo>
                      <a:pt x="0" y="0"/>
                    </a:moveTo>
                    <a:lnTo>
                      <a:pt x="36" y="20"/>
                    </a:lnTo>
                    <a:lnTo>
                      <a:pt x="36" y="179"/>
                    </a:lnTo>
                    <a:lnTo>
                      <a:pt x="0" y="1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B5A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8" name="Freeform 94">
                <a:extLst>
                  <a:ext uri="{FF2B5EF4-FFF2-40B4-BE49-F238E27FC236}">
                    <a16:creationId xmlns:a16="http://schemas.microsoft.com/office/drawing/2014/main" id="{DC21C593-EA2C-4F73-9E58-3DE7CD9A4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" y="2814"/>
                <a:ext cx="48" cy="40"/>
              </a:xfrm>
              <a:custGeom>
                <a:avLst/>
                <a:gdLst>
                  <a:gd name="T0" fmla="*/ 12 w 12"/>
                  <a:gd name="T1" fmla="*/ 3 h 10"/>
                  <a:gd name="T2" fmla="*/ 11 w 12"/>
                  <a:gd name="T3" fmla="*/ 4 h 10"/>
                  <a:gd name="T4" fmla="*/ 9 w 12"/>
                  <a:gd name="T5" fmla="*/ 7 h 10"/>
                  <a:gd name="T6" fmla="*/ 6 w 12"/>
                  <a:gd name="T7" fmla="*/ 7 h 10"/>
                  <a:gd name="T8" fmla="*/ 3 w 12"/>
                  <a:gd name="T9" fmla="*/ 10 h 10"/>
                  <a:gd name="T10" fmla="*/ 1 w 12"/>
                  <a:gd name="T11" fmla="*/ 10 h 10"/>
                  <a:gd name="T12" fmla="*/ 0 w 12"/>
                  <a:gd name="T13" fmla="*/ 10 h 10"/>
                  <a:gd name="T14" fmla="*/ 6 w 12"/>
                  <a:gd name="T15" fmla="*/ 1 h 10"/>
                  <a:gd name="T16" fmla="*/ 12 w 12"/>
                  <a:gd name="T17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0">
                    <a:moveTo>
                      <a:pt x="12" y="3"/>
                    </a:moveTo>
                    <a:cubicBezTo>
                      <a:pt x="11" y="4"/>
                      <a:pt x="11" y="4"/>
                      <a:pt x="11" y="4"/>
                    </a:cubicBezTo>
                    <a:cubicBezTo>
                      <a:pt x="10" y="4"/>
                      <a:pt x="9" y="6"/>
                      <a:pt x="9" y="7"/>
                    </a:cubicBezTo>
                    <a:cubicBezTo>
                      <a:pt x="8" y="6"/>
                      <a:pt x="7" y="6"/>
                      <a:pt x="6" y="7"/>
                    </a:cubicBezTo>
                    <a:cubicBezTo>
                      <a:pt x="5" y="7"/>
                      <a:pt x="4" y="9"/>
                      <a:pt x="3" y="10"/>
                    </a:cubicBezTo>
                    <a:cubicBezTo>
                      <a:pt x="3" y="9"/>
                      <a:pt x="2" y="9"/>
                      <a:pt x="1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7"/>
                      <a:pt x="3" y="3"/>
                      <a:pt x="6" y="1"/>
                    </a:cubicBezTo>
                    <a:cubicBezTo>
                      <a:pt x="9" y="0"/>
                      <a:pt x="11" y="1"/>
                      <a:pt x="12" y="3"/>
                    </a:cubicBez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9" name="Freeform 95">
                <a:extLst>
                  <a:ext uri="{FF2B5EF4-FFF2-40B4-BE49-F238E27FC236}">
                    <a16:creationId xmlns:a16="http://schemas.microsoft.com/office/drawing/2014/main" id="{CE75A725-A7C3-42E8-92D9-E16D458BA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834"/>
                <a:ext cx="8" cy="60"/>
              </a:xfrm>
              <a:custGeom>
                <a:avLst/>
                <a:gdLst>
                  <a:gd name="T0" fmla="*/ 1 w 2"/>
                  <a:gd name="T1" fmla="*/ 14 h 15"/>
                  <a:gd name="T2" fmla="*/ 0 w 2"/>
                  <a:gd name="T3" fmla="*/ 14 h 15"/>
                  <a:gd name="T4" fmla="*/ 0 w 2"/>
                  <a:gd name="T5" fmla="*/ 1 h 15"/>
                  <a:gd name="T6" fmla="*/ 0 w 2"/>
                  <a:gd name="T7" fmla="*/ 0 h 15"/>
                  <a:gd name="T8" fmla="*/ 0 w 2"/>
                  <a:gd name="T9" fmla="*/ 0 h 15"/>
                  <a:gd name="T10" fmla="*/ 0 w 2"/>
                  <a:gd name="T11" fmla="*/ 13 h 15"/>
                  <a:gd name="T12" fmla="*/ 1 w 2"/>
                  <a:gd name="T13" fmla="*/ 13 h 15"/>
                  <a:gd name="T14" fmla="*/ 1 w 2"/>
                  <a:gd name="T15" fmla="*/ 12 h 15"/>
                  <a:gd name="T16" fmla="*/ 2 w 2"/>
                  <a:gd name="T17" fmla="*/ 12 h 15"/>
                  <a:gd name="T18" fmla="*/ 2 w 2"/>
                  <a:gd name="T19" fmla="*/ 12 h 15"/>
                  <a:gd name="T20" fmla="*/ 1 w 2"/>
                  <a:gd name="T21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" h="15">
                    <a:moveTo>
                      <a:pt x="1" y="14"/>
                    </a:moveTo>
                    <a:cubicBezTo>
                      <a:pt x="0" y="15"/>
                      <a:pt x="0" y="14"/>
                      <a:pt x="0" y="14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1" y="13"/>
                      <a:pt x="1" y="13"/>
                    </a:cubicBezTo>
                    <a:cubicBezTo>
                      <a:pt x="1" y="13"/>
                      <a:pt x="1" y="12"/>
                      <a:pt x="1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4"/>
                      <a:pt x="1" y="14"/>
                    </a:cubicBez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0" name="Freeform 96">
                <a:extLst>
                  <a:ext uri="{FF2B5EF4-FFF2-40B4-BE49-F238E27FC236}">
                    <a16:creationId xmlns:a16="http://schemas.microsoft.com/office/drawing/2014/main" id="{6BEA6668-619F-44E1-A564-3D9AD5EAB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2782"/>
                <a:ext cx="32" cy="48"/>
              </a:xfrm>
              <a:custGeom>
                <a:avLst/>
                <a:gdLst>
                  <a:gd name="T0" fmla="*/ 5 w 8"/>
                  <a:gd name="T1" fmla="*/ 11 h 12"/>
                  <a:gd name="T2" fmla="*/ 4 w 8"/>
                  <a:gd name="T3" fmla="*/ 11 h 12"/>
                  <a:gd name="T4" fmla="*/ 0 w 8"/>
                  <a:gd name="T5" fmla="*/ 9 h 12"/>
                  <a:gd name="T6" fmla="*/ 0 w 8"/>
                  <a:gd name="T7" fmla="*/ 4 h 12"/>
                  <a:gd name="T8" fmla="*/ 8 w 8"/>
                  <a:gd name="T9" fmla="*/ 0 h 12"/>
                  <a:gd name="T10" fmla="*/ 8 w 8"/>
                  <a:gd name="T11" fmla="*/ 5 h 12"/>
                  <a:gd name="T12" fmla="*/ 5 w 8"/>
                  <a:gd name="T13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2">
                    <a:moveTo>
                      <a:pt x="5" y="11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2" y="12"/>
                      <a:pt x="0" y="12"/>
                      <a:pt x="0" y="9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7"/>
                      <a:pt x="6" y="10"/>
                      <a:pt x="5" y="11"/>
                    </a:cubicBez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1" name="Freeform 97">
                <a:extLst>
                  <a:ext uri="{FF2B5EF4-FFF2-40B4-BE49-F238E27FC236}">
                    <a16:creationId xmlns:a16="http://schemas.microsoft.com/office/drawing/2014/main" id="{F30BD3BA-1711-4BCC-A517-DFA0B31B3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2822"/>
                <a:ext cx="4" cy="40"/>
              </a:xfrm>
              <a:custGeom>
                <a:avLst/>
                <a:gdLst>
                  <a:gd name="T0" fmla="*/ 4 w 4"/>
                  <a:gd name="T1" fmla="*/ 36 h 40"/>
                  <a:gd name="T2" fmla="*/ 0 w 4"/>
                  <a:gd name="T3" fmla="*/ 40 h 40"/>
                  <a:gd name="T4" fmla="*/ 0 w 4"/>
                  <a:gd name="T5" fmla="*/ 4 h 40"/>
                  <a:gd name="T6" fmla="*/ 4 w 4"/>
                  <a:gd name="T7" fmla="*/ 0 h 40"/>
                  <a:gd name="T8" fmla="*/ 4 w 4"/>
                  <a:gd name="T9" fmla="*/ 3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0">
                    <a:moveTo>
                      <a:pt x="4" y="36"/>
                    </a:moveTo>
                    <a:lnTo>
                      <a:pt x="0" y="40"/>
                    </a:lnTo>
                    <a:lnTo>
                      <a:pt x="0" y="4"/>
                    </a:lnTo>
                    <a:lnTo>
                      <a:pt x="4" y="0"/>
                    </a:lnTo>
                    <a:lnTo>
                      <a:pt x="4" y="36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2" name="Freeform 98">
                <a:extLst>
                  <a:ext uri="{FF2B5EF4-FFF2-40B4-BE49-F238E27FC236}">
                    <a16:creationId xmlns:a16="http://schemas.microsoft.com/office/drawing/2014/main" id="{5AAFE08A-C702-4112-ADE8-99F3F1FBA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9" y="2850"/>
                <a:ext cx="24" cy="16"/>
              </a:xfrm>
              <a:custGeom>
                <a:avLst/>
                <a:gdLst>
                  <a:gd name="T0" fmla="*/ 24 w 24"/>
                  <a:gd name="T1" fmla="*/ 4 h 16"/>
                  <a:gd name="T2" fmla="*/ 4 w 24"/>
                  <a:gd name="T3" fmla="*/ 16 h 16"/>
                  <a:gd name="T4" fmla="*/ 0 w 24"/>
                  <a:gd name="T5" fmla="*/ 16 h 16"/>
                  <a:gd name="T6" fmla="*/ 4 w 24"/>
                  <a:gd name="T7" fmla="*/ 12 h 16"/>
                  <a:gd name="T8" fmla="*/ 24 w 24"/>
                  <a:gd name="T9" fmla="*/ 0 h 16"/>
                  <a:gd name="T10" fmla="*/ 24 w 24"/>
                  <a:gd name="T11" fmla="*/ 4 h 16"/>
                  <a:gd name="T12" fmla="*/ 24 w 24"/>
                  <a:gd name="T13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6">
                    <a:moveTo>
                      <a:pt x="24" y="4"/>
                    </a:moveTo>
                    <a:lnTo>
                      <a:pt x="4" y="16"/>
                    </a:lnTo>
                    <a:lnTo>
                      <a:pt x="0" y="16"/>
                    </a:lnTo>
                    <a:lnTo>
                      <a:pt x="4" y="12"/>
                    </a:lnTo>
                    <a:lnTo>
                      <a:pt x="24" y="0"/>
                    </a:lnTo>
                    <a:lnTo>
                      <a:pt x="24" y="4"/>
                    </a:ln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3" name="Freeform 99">
                <a:extLst>
                  <a:ext uri="{FF2B5EF4-FFF2-40B4-BE49-F238E27FC236}">
                    <a16:creationId xmlns:a16="http://schemas.microsoft.com/office/drawing/2014/main" id="{9BB6E394-31AD-44CA-9E59-E3336FE5CD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19" y="2754"/>
                <a:ext cx="71" cy="92"/>
              </a:xfrm>
              <a:custGeom>
                <a:avLst/>
                <a:gdLst>
                  <a:gd name="T0" fmla="*/ 17 w 18"/>
                  <a:gd name="T1" fmla="*/ 13 h 23"/>
                  <a:gd name="T2" fmla="*/ 1 w 18"/>
                  <a:gd name="T3" fmla="*/ 22 h 23"/>
                  <a:gd name="T4" fmla="*/ 0 w 18"/>
                  <a:gd name="T5" fmla="*/ 22 h 23"/>
                  <a:gd name="T6" fmla="*/ 0 w 18"/>
                  <a:gd name="T7" fmla="*/ 21 h 23"/>
                  <a:gd name="T8" fmla="*/ 8 w 18"/>
                  <a:gd name="T9" fmla="*/ 1 h 23"/>
                  <a:gd name="T10" fmla="*/ 10 w 18"/>
                  <a:gd name="T11" fmla="*/ 0 h 23"/>
                  <a:gd name="T12" fmla="*/ 18 w 18"/>
                  <a:gd name="T13" fmla="*/ 11 h 23"/>
                  <a:gd name="T14" fmla="*/ 18 w 18"/>
                  <a:gd name="T15" fmla="*/ 12 h 23"/>
                  <a:gd name="T16" fmla="*/ 17 w 18"/>
                  <a:gd name="T17" fmla="*/ 13 h 23"/>
                  <a:gd name="T18" fmla="*/ 9 w 18"/>
                  <a:gd name="T19" fmla="*/ 1 h 23"/>
                  <a:gd name="T20" fmla="*/ 1 w 18"/>
                  <a:gd name="T21" fmla="*/ 21 h 23"/>
                  <a:gd name="T22" fmla="*/ 17 w 18"/>
                  <a:gd name="T23" fmla="*/ 12 h 23"/>
                  <a:gd name="T24" fmla="*/ 9 w 18"/>
                  <a:gd name="T25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3">
                    <a:moveTo>
                      <a:pt x="17" y="13"/>
                    </a:moveTo>
                    <a:cubicBezTo>
                      <a:pt x="1" y="22"/>
                      <a:pt x="1" y="22"/>
                      <a:pt x="1" y="22"/>
                    </a:cubicBezTo>
                    <a:cubicBezTo>
                      <a:pt x="1" y="23"/>
                      <a:pt x="0" y="23"/>
                      <a:pt x="0" y="22"/>
                    </a:cubicBezTo>
                    <a:cubicBezTo>
                      <a:pt x="0" y="22"/>
                      <a:pt x="0" y="22"/>
                      <a:pt x="0" y="2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8" y="12"/>
                      <a:pt x="18" y="12"/>
                    </a:cubicBezTo>
                    <a:cubicBezTo>
                      <a:pt x="17" y="13"/>
                      <a:pt x="17" y="13"/>
                      <a:pt x="17" y="13"/>
                    </a:cubicBezTo>
                    <a:close/>
                    <a:moveTo>
                      <a:pt x="9" y="1"/>
                    </a:moveTo>
                    <a:cubicBezTo>
                      <a:pt x="1" y="21"/>
                      <a:pt x="1" y="21"/>
                      <a:pt x="1" y="21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9" y="1"/>
                      <a:pt x="9" y="1"/>
                      <a:pt x="9" y="1"/>
                    </a:cubicBez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4" name="Freeform 100">
                <a:extLst>
                  <a:ext uri="{FF2B5EF4-FFF2-40B4-BE49-F238E27FC236}">
                    <a16:creationId xmlns:a16="http://schemas.microsoft.com/office/drawing/2014/main" id="{5B00FAEC-6020-415B-AADD-EEE1F358A4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50" y="2774"/>
                <a:ext cx="8" cy="40"/>
              </a:xfrm>
              <a:custGeom>
                <a:avLst/>
                <a:gdLst>
                  <a:gd name="T0" fmla="*/ 0 w 8"/>
                  <a:gd name="T1" fmla="*/ 24 h 40"/>
                  <a:gd name="T2" fmla="*/ 0 w 8"/>
                  <a:gd name="T3" fmla="*/ 0 h 40"/>
                  <a:gd name="T4" fmla="*/ 8 w 8"/>
                  <a:gd name="T5" fmla="*/ 0 h 40"/>
                  <a:gd name="T6" fmla="*/ 8 w 8"/>
                  <a:gd name="T7" fmla="*/ 20 h 40"/>
                  <a:gd name="T8" fmla="*/ 4 w 8"/>
                  <a:gd name="T9" fmla="*/ 28 h 40"/>
                  <a:gd name="T10" fmla="*/ 0 w 8"/>
                  <a:gd name="T11" fmla="*/ 32 h 40"/>
                  <a:gd name="T12" fmla="*/ 0 w 8"/>
                  <a:gd name="T13" fmla="*/ 24 h 40"/>
                  <a:gd name="T14" fmla="*/ 0 w 8"/>
                  <a:gd name="T15" fmla="*/ 40 h 40"/>
                  <a:gd name="T16" fmla="*/ 0 w 8"/>
                  <a:gd name="T17" fmla="*/ 36 h 40"/>
                  <a:gd name="T18" fmla="*/ 8 w 8"/>
                  <a:gd name="T19" fmla="*/ 32 h 40"/>
                  <a:gd name="T20" fmla="*/ 8 w 8"/>
                  <a:gd name="T21" fmla="*/ 36 h 40"/>
                  <a:gd name="T22" fmla="*/ 0 w 8"/>
                  <a:gd name="T2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40">
                    <a:moveTo>
                      <a:pt x="0" y="24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8" y="20"/>
                    </a:lnTo>
                    <a:lnTo>
                      <a:pt x="4" y="28"/>
                    </a:lnTo>
                    <a:lnTo>
                      <a:pt x="0" y="32"/>
                    </a:lnTo>
                    <a:lnTo>
                      <a:pt x="0" y="24"/>
                    </a:lnTo>
                    <a:close/>
                    <a:moveTo>
                      <a:pt x="0" y="40"/>
                    </a:moveTo>
                    <a:lnTo>
                      <a:pt x="0" y="36"/>
                    </a:lnTo>
                    <a:lnTo>
                      <a:pt x="8" y="32"/>
                    </a:lnTo>
                    <a:lnTo>
                      <a:pt x="8" y="36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5" name="Freeform 101">
                <a:extLst>
                  <a:ext uri="{FF2B5EF4-FFF2-40B4-BE49-F238E27FC236}">
                    <a16:creationId xmlns:a16="http://schemas.microsoft.com/office/drawing/2014/main" id="{8C7800D4-9FE4-4297-9886-D67D2A42A8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2635"/>
                <a:ext cx="115" cy="155"/>
              </a:xfrm>
              <a:custGeom>
                <a:avLst/>
                <a:gdLst>
                  <a:gd name="T0" fmla="*/ 115 w 115"/>
                  <a:gd name="T1" fmla="*/ 87 h 155"/>
                  <a:gd name="T2" fmla="*/ 0 w 115"/>
                  <a:gd name="T3" fmla="*/ 155 h 155"/>
                  <a:gd name="T4" fmla="*/ 0 w 115"/>
                  <a:gd name="T5" fmla="*/ 67 h 155"/>
                  <a:gd name="T6" fmla="*/ 115 w 115"/>
                  <a:gd name="T7" fmla="*/ 0 h 155"/>
                  <a:gd name="T8" fmla="*/ 115 w 115"/>
                  <a:gd name="T9" fmla="*/ 8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" h="155">
                    <a:moveTo>
                      <a:pt x="115" y="87"/>
                    </a:moveTo>
                    <a:lnTo>
                      <a:pt x="0" y="155"/>
                    </a:lnTo>
                    <a:lnTo>
                      <a:pt x="0" y="67"/>
                    </a:lnTo>
                    <a:lnTo>
                      <a:pt x="115" y="0"/>
                    </a:lnTo>
                    <a:lnTo>
                      <a:pt x="115" y="87"/>
                    </a:lnTo>
                    <a:close/>
                  </a:path>
                </a:pathLst>
              </a:custGeom>
              <a:solidFill>
                <a:srgbClr val="ECEB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6" name="Freeform 102">
                <a:extLst>
                  <a:ext uri="{FF2B5EF4-FFF2-40B4-BE49-F238E27FC236}">
                    <a16:creationId xmlns:a16="http://schemas.microsoft.com/office/drawing/2014/main" id="{26A0FC75-6567-430D-955D-F8FF5546A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5" y="2714"/>
                <a:ext cx="68" cy="44"/>
              </a:xfrm>
              <a:custGeom>
                <a:avLst/>
                <a:gdLst>
                  <a:gd name="T0" fmla="*/ 17 w 17"/>
                  <a:gd name="T1" fmla="*/ 1 h 11"/>
                  <a:gd name="T2" fmla="*/ 1 w 17"/>
                  <a:gd name="T3" fmla="*/ 11 h 11"/>
                  <a:gd name="T4" fmla="*/ 0 w 17"/>
                  <a:gd name="T5" fmla="*/ 10 h 11"/>
                  <a:gd name="T6" fmla="*/ 1 w 17"/>
                  <a:gd name="T7" fmla="*/ 9 h 11"/>
                  <a:gd name="T8" fmla="*/ 17 w 17"/>
                  <a:gd name="T9" fmla="*/ 0 h 11"/>
                  <a:gd name="T10" fmla="*/ 17 w 17"/>
                  <a:gd name="T11" fmla="*/ 0 h 11"/>
                  <a:gd name="T12" fmla="*/ 17 w 17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1">
                    <a:moveTo>
                      <a:pt x="17" y="1"/>
                    </a:moveTo>
                    <a:cubicBezTo>
                      <a:pt x="1" y="11"/>
                      <a:pt x="1" y="11"/>
                      <a:pt x="1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10"/>
                      <a:pt x="0" y="10"/>
                      <a:pt x="1" y="9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1"/>
                      <a:pt x="17" y="1"/>
                      <a:pt x="17" y="1"/>
                    </a:cubicBezTo>
                    <a:close/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7" name="Freeform 103">
                <a:extLst>
                  <a:ext uri="{FF2B5EF4-FFF2-40B4-BE49-F238E27FC236}">
                    <a16:creationId xmlns:a16="http://schemas.microsoft.com/office/drawing/2014/main" id="{8293C897-5CE5-43D3-8D7D-FF665262B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5" y="2698"/>
                <a:ext cx="68" cy="44"/>
              </a:xfrm>
              <a:custGeom>
                <a:avLst/>
                <a:gdLst>
                  <a:gd name="T0" fmla="*/ 17 w 17"/>
                  <a:gd name="T1" fmla="*/ 1 h 11"/>
                  <a:gd name="T2" fmla="*/ 1 w 17"/>
                  <a:gd name="T3" fmla="*/ 11 h 11"/>
                  <a:gd name="T4" fmla="*/ 0 w 17"/>
                  <a:gd name="T5" fmla="*/ 10 h 11"/>
                  <a:gd name="T6" fmla="*/ 1 w 17"/>
                  <a:gd name="T7" fmla="*/ 9 h 11"/>
                  <a:gd name="T8" fmla="*/ 17 w 17"/>
                  <a:gd name="T9" fmla="*/ 0 h 11"/>
                  <a:gd name="T10" fmla="*/ 17 w 17"/>
                  <a:gd name="T11" fmla="*/ 0 h 11"/>
                  <a:gd name="T12" fmla="*/ 17 w 17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1">
                    <a:moveTo>
                      <a:pt x="17" y="1"/>
                    </a:moveTo>
                    <a:cubicBezTo>
                      <a:pt x="1" y="11"/>
                      <a:pt x="1" y="11"/>
                      <a:pt x="1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10"/>
                      <a:pt x="0" y="10"/>
                      <a:pt x="1" y="9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1"/>
                      <a:pt x="17" y="1"/>
                      <a:pt x="17" y="1"/>
                    </a:cubicBezTo>
                    <a:close/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8" name="Freeform 104">
                <a:extLst>
                  <a:ext uri="{FF2B5EF4-FFF2-40B4-BE49-F238E27FC236}">
                    <a16:creationId xmlns:a16="http://schemas.microsoft.com/office/drawing/2014/main" id="{330BB6C2-09E0-47A8-B97B-5AE2DAFE4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5" y="2683"/>
                <a:ext cx="68" cy="43"/>
              </a:xfrm>
              <a:custGeom>
                <a:avLst/>
                <a:gdLst>
                  <a:gd name="T0" fmla="*/ 17 w 17"/>
                  <a:gd name="T1" fmla="*/ 1 h 11"/>
                  <a:gd name="T2" fmla="*/ 1 w 17"/>
                  <a:gd name="T3" fmla="*/ 11 h 11"/>
                  <a:gd name="T4" fmla="*/ 0 w 17"/>
                  <a:gd name="T5" fmla="*/ 10 h 11"/>
                  <a:gd name="T6" fmla="*/ 1 w 17"/>
                  <a:gd name="T7" fmla="*/ 9 h 11"/>
                  <a:gd name="T8" fmla="*/ 17 w 17"/>
                  <a:gd name="T9" fmla="*/ 0 h 11"/>
                  <a:gd name="T10" fmla="*/ 17 w 17"/>
                  <a:gd name="T11" fmla="*/ 0 h 11"/>
                  <a:gd name="T12" fmla="*/ 17 w 17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1">
                    <a:moveTo>
                      <a:pt x="17" y="1"/>
                    </a:moveTo>
                    <a:cubicBezTo>
                      <a:pt x="1" y="11"/>
                      <a:pt x="1" y="11"/>
                      <a:pt x="1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10"/>
                      <a:pt x="0" y="10"/>
                      <a:pt x="1" y="9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1"/>
                      <a:pt x="17" y="1"/>
                      <a:pt x="17" y="1"/>
                    </a:cubicBezTo>
                    <a:close/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9" name="Freeform 105">
                <a:extLst>
                  <a:ext uri="{FF2B5EF4-FFF2-40B4-BE49-F238E27FC236}">
                    <a16:creationId xmlns:a16="http://schemas.microsoft.com/office/drawing/2014/main" id="{0FE2F344-A9FA-414D-A556-1BA788553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5" y="2667"/>
                <a:ext cx="68" cy="43"/>
              </a:xfrm>
              <a:custGeom>
                <a:avLst/>
                <a:gdLst>
                  <a:gd name="T0" fmla="*/ 17 w 17"/>
                  <a:gd name="T1" fmla="*/ 1 h 11"/>
                  <a:gd name="T2" fmla="*/ 1 w 17"/>
                  <a:gd name="T3" fmla="*/ 11 h 11"/>
                  <a:gd name="T4" fmla="*/ 0 w 17"/>
                  <a:gd name="T5" fmla="*/ 10 h 11"/>
                  <a:gd name="T6" fmla="*/ 1 w 17"/>
                  <a:gd name="T7" fmla="*/ 9 h 11"/>
                  <a:gd name="T8" fmla="*/ 17 w 17"/>
                  <a:gd name="T9" fmla="*/ 0 h 11"/>
                  <a:gd name="T10" fmla="*/ 17 w 17"/>
                  <a:gd name="T11" fmla="*/ 0 h 11"/>
                  <a:gd name="T12" fmla="*/ 17 w 17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1">
                    <a:moveTo>
                      <a:pt x="17" y="1"/>
                    </a:moveTo>
                    <a:cubicBezTo>
                      <a:pt x="1" y="11"/>
                      <a:pt x="1" y="11"/>
                      <a:pt x="1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10"/>
                      <a:pt x="0" y="10"/>
                      <a:pt x="1" y="9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1"/>
                      <a:pt x="17" y="1"/>
                      <a:pt x="17" y="1"/>
                    </a:cubicBezTo>
                    <a:close/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0" name="Freeform 106">
                <a:extLst>
                  <a:ext uri="{FF2B5EF4-FFF2-40B4-BE49-F238E27FC236}">
                    <a16:creationId xmlns:a16="http://schemas.microsoft.com/office/drawing/2014/main" id="{8891D21C-7854-46D7-9DB7-FA33F4A72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1826"/>
                <a:ext cx="347" cy="319"/>
              </a:xfrm>
              <a:custGeom>
                <a:avLst/>
                <a:gdLst>
                  <a:gd name="T0" fmla="*/ 87 w 87"/>
                  <a:gd name="T1" fmla="*/ 24 h 80"/>
                  <a:gd name="T2" fmla="*/ 87 w 87"/>
                  <a:gd name="T3" fmla="*/ 29 h 80"/>
                  <a:gd name="T4" fmla="*/ 84 w 87"/>
                  <a:gd name="T5" fmla="*/ 33 h 80"/>
                  <a:gd name="T6" fmla="*/ 5 w 87"/>
                  <a:gd name="T7" fmla="*/ 79 h 80"/>
                  <a:gd name="T8" fmla="*/ 0 w 87"/>
                  <a:gd name="T9" fmla="*/ 80 h 80"/>
                  <a:gd name="T10" fmla="*/ 0 w 87"/>
                  <a:gd name="T11" fmla="*/ 20 h 80"/>
                  <a:gd name="T12" fmla="*/ 31 w 87"/>
                  <a:gd name="T13" fmla="*/ 2 h 80"/>
                  <a:gd name="T14" fmla="*/ 42 w 87"/>
                  <a:gd name="T15" fmla="*/ 2 h 80"/>
                  <a:gd name="T16" fmla="*/ 82 w 87"/>
                  <a:gd name="T17" fmla="*/ 25 h 80"/>
                  <a:gd name="T18" fmla="*/ 87 w 87"/>
                  <a:gd name="T19" fmla="*/ 2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80">
                    <a:moveTo>
                      <a:pt x="87" y="24"/>
                    </a:moveTo>
                    <a:cubicBezTo>
                      <a:pt x="87" y="29"/>
                      <a:pt x="87" y="29"/>
                      <a:pt x="87" y="29"/>
                    </a:cubicBezTo>
                    <a:cubicBezTo>
                      <a:pt x="87" y="31"/>
                      <a:pt x="86" y="32"/>
                      <a:pt x="84" y="33"/>
                    </a:cubicBezTo>
                    <a:cubicBezTo>
                      <a:pt x="5" y="79"/>
                      <a:pt x="5" y="79"/>
                      <a:pt x="5" y="79"/>
                    </a:cubicBezTo>
                    <a:cubicBezTo>
                      <a:pt x="4" y="79"/>
                      <a:pt x="2" y="80"/>
                      <a:pt x="0" y="8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4" y="0"/>
                      <a:pt x="39" y="0"/>
                      <a:pt x="42" y="2"/>
                    </a:cubicBezTo>
                    <a:cubicBezTo>
                      <a:pt x="82" y="25"/>
                      <a:pt x="82" y="25"/>
                      <a:pt x="82" y="25"/>
                    </a:cubicBezTo>
                    <a:cubicBezTo>
                      <a:pt x="87" y="24"/>
                      <a:pt x="87" y="24"/>
                      <a:pt x="87" y="24"/>
                    </a:cubicBezTo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1" name="Freeform 107">
                <a:extLst>
                  <a:ext uri="{FF2B5EF4-FFF2-40B4-BE49-F238E27FC236}">
                    <a16:creationId xmlns:a16="http://schemas.microsoft.com/office/drawing/2014/main" id="{4CD06D81-1D8A-4F93-99B3-C15351B51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3" y="1906"/>
                <a:ext cx="203" cy="239"/>
              </a:xfrm>
              <a:custGeom>
                <a:avLst/>
                <a:gdLst>
                  <a:gd name="T0" fmla="*/ 51 w 51"/>
                  <a:gd name="T1" fmla="*/ 0 h 60"/>
                  <a:gd name="T2" fmla="*/ 51 w 51"/>
                  <a:gd name="T3" fmla="*/ 60 h 60"/>
                  <a:gd name="T4" fmla="*/ 45 w 51"/>
                  <a:gd name="T5" fmla="*/ 59 h 60"/>
                  <a:gd name="T6" fmla="*/ 2 w 51"/>
                  <a:gd name="T7" fmla="*/ 34 h 60"/>
                  <a:gd name="T8" fmla="*/ 0 w 51"/>
                  <a:gd name="T9" fmla="*/ 31 h 60"/>
                  <a:gd name="T10" fmla="*/ 0 w 51"/>
                  <a:gd name="T11" fmla="*/ 25 h 60"/>
                  <a:gd name="T12" fmla="*/ 9 w 51"/>
                  <a:gd name="T13" fmla="*/ 24 h 60"/>
                  <a:gd name="T14" fmla="*/ 51 w 51"/>
                  <a:gd name="T1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60">
                    <a:moveTo>
                      <a:pt x="51" y="0"/>
                    </a:moveTo>
                    <a:cubicBezTo>
                      <a:pt x="51" y="60"/>
                      <a:pt x="51" y="60"/>
                      <a:pt x="51" y="60"/>
                    </a:cubicBezTo>
                    <a:cubicBezTo>
                      <a:pt x="49" y="60"/>
                      <a:pt x="47" y="60"/>
                      <a:pt x="45" y="59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1" y="33"/>
                      <a:pt x="0" y="32"/>
                      <a:pt x="0" y="31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51" y="0"/>
                      <a:pt x="51" y="0"/>
                      <a:pt x="51" y="0"/>
                    </a:cubicBezTo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2" name="Freeform 108">
                <a:extLst>
                  <a:ext uri="{FF2B5EF4-FFF2-40B4-BE49-F238E27FC236}">
                    <a16:creationId xmlns:a16="http://schemas.microsoft.com/office/drawing/2014/main" id="{EAD8E891-2D2D-4FD0-AD2D-EEE3223DD5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3" y="1806"/>
                <a:ext cx="550" cy="319"/>
              </a:xfrm>
              <a:custGeom>
                <a:avLst/>
                <a:gdLst>
                  <a:gd name="T0" fmla="*/ 0 w 138"/>
                  <a:gd name="T1" fmla="*/ 50 h 80"/>
                  <a:gd name="T2" fmla="*/ 2 w 138"/>
                  <a:gd name="T3" fmla="*/ 54 h 80"/>
                  <a:gd name="T4" fmla="*/ 45 w 138"/>
                  <a:gd name="T5" fmla="*/ 78 h 80"/>
                  <a:gd name="T6" fmla="*/ 56 w 138"/>
                  <a:gd name="T7" fmla="*/ 78 h 80"/>
                  <a:gd name="T8" fmla="*/ 135 w 138"/>
                  <a:gd name="T9" fmla="*/ 32 h 80"/>
                  <a:gd name="T10" fmla="*/ 138 w 138"/>
                  <a:gd name="T11" fmla="*/ 29 h 80"/>
                  <a:gd name="T12" fmla="*/ 135 w 138"/>
                  <a:gd name="T13" fmla="*/ 26 h 80"/>
                  <a:gd name="T14" fmla="*/ 93 w 138"/>
                  <a:gd name="T15" fmla="*/ 1 h 80"/>
                  <a:gd name="T16" fmla="*/ 82 w 138"/>
                  <a:gd name="T17" fmla="*/ 1 h 80"/>
                  <a:gd name="T18" fmla="*/ 2 w 138"/>
                  <a:gd name="T19" fmla="*/ 47 h 80"/>
                  <a:gd name="T20" fmla="*/ 0 w 138"/>
                  <a:gd name="T21" fmla="*/ 5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8" h="80">
                    <a:moveTo>
                      <a:pt x="0" y="50"/>
                    </a:moveTo>
                    <a:cubicBezTo>
                      <a:pt x="0" y="52"/>
                      <a:pt x="1" y="53"/>
                      <a:pt x="2" y="54"/>
                    </a:cubicBezTo>
                    <a:cubicBezTo>
                      <a:pt x="45" y="78"/>
                      <a:pt x="45" y="78"/>
                      <a:pt x="45" y="78"/>
                    </a:cubicBezTo>
                    <a:cubicBezTo>
                      <a:pt x="48" y="80"/>
                      <a:pt x="53" y="80"/>
                      <a:pt x="56" y="78"/>
                    </a:cubicBezTo>
                    <a:cubicBezTo>
                      <a:pt x="135" y="32"/>
                      <a:pt x="135" y="32"/>
                      <a:pt x="135" y="32"/>
                    </a:cubicBezTo>
                    <a:cubicBezTo>
                      <a:pt x="137" y="31"/>
                      <a:pt x="138" y="30"/>
                      <a:pt x="138" y="29"/>
                    </a:cubicBezTo>
                    <a:cubicBezTo>
                      <a:pt x="138" y="28"/>
                      <a:pt x="137" y="27"/>
                      <a:pt x="135" y="26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0" y="0"/>
                      <a:pt x="85" y="0"/>
                      <a:pt x="82" y="1"/>
                    </a:cubicBezTo>
                    <a:cubicBezTo>
                      <a:pt x="2" y="47"/>
                      <a:pt x="2" y="47"/>
                      <a:pt x="2" y="47"/>
                    </a:cubicBezTo>
                    <a:cubicBezTo>
                      <a:pt x="1" y="48"/>
                      <a:pt x="0" y="49"/>
                      <a:pt x="0" y="50"/>
                    </a:cubicBezTo>
                  </a:path>
                </a:pathLst>
              </a:custGeom>
              <a:solidFill>
                <a:srgbClr val="F0F3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3" name="Freeform 109">
                <a:extLst>
                  <a:ext uri="{FF2B5EF4-FFF2-40B4-BE49-F238E27FC236}">
                    <a16:creationId xmlns:a16="http://schemas.microsoft.com/office/drawing/2014/main" id="{F4B13C7A-B6A2-4AA0-BAD0-7FCA190FE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9" y="1822"/>
                <a:ext cx="466" cy="167"/>
              </a:xfrm>
              <a:custGeom>
                <a:avLst/>
                <a:gdLst>
                  <a:gd name="T0" fmla="*/ 0 w 117"/>
                  <a:gd name="T1" fmla="*/ 42 h 42"/>
                  <a:gd name="T2" fmla="*/ 1 w 117"/>
                  <a:gd name="T3" fmla="*/ 40 h 42"/>
                  <a:gd name="T4" fmla="*/ 24 w 117"/>
                  <a:gd name="T5" fmla="*/ 27 h 42"/>
                  <a:gd name="T6" fmla="*/ 69 w 117"/>
                  <a:gd name="T7" fmla="*/ 1 h 42"/>
                  <a:gd name="T8" fmla="*/ 75 w 117"/>
                  <a:gd name="T9" fmla="*/ 1 h 42"/>
                  <a:gd name="T10" fmla="*/ 116 w 117"/>
                  <a:gd name="T11" fmla="*/ 25 h 42"/>
                  <a:gd name="T12" fmla="*/ 117 w 117"/>
                  <a:gd name="T13" fmla="*/ 26 h 42"/>
                  <a:gd name="T14" fmla="*/ 116 w 117"/>
                  <a:gd name="T15" fmla="*/ 24 h 42"/>
                  <a:gd name="T16" fmla="*/ 75 w 117"/>
                  <a:gd name="T17" fmla="*/ 1 h 42"/>
                  <a:gd name="T18" fmla="*/ 69 w 117"/>
                  <a:gd name="T19" fmla="*/ 1 h 42"/>
                  <a:gd name="T20" fmla="*/ 24 w 117"/>
                  <a:gd name="T21" fmla="*/ 27 h 42"/>
                  <a:gd name="T22" fmla="*/ 1 w 117"/>
                  <a:gd name="T23" fmla="*/ 40 h 42"/>
                  <a:gd name="T24" fmla="*/ 0 w 117"/>
                  <a:gd name="T25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" h="42">
                    <a:moveTo>
                      <a:pt x="0" y="42"/>
                    </a:moveTo>
                    <a:cubicBezTo>
                      <a:pt x="0" y="41"/>
                      <a:pt x="0" y="41"/>
                      <a:pt x="1" y="40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71" y="0"/>
                      <a:pt x="73" y="0"/>
                      <a:pt x="75" y="1"/>
                    </a:cubicBezTo>
                    <a:cubicBezTo>
                      <a:pt x="116" y="25"/>
                      <a:pt x="116" y="25"/>
                      <a:pt x="116" y="25"/>
                    </a:cubicBezTo>
                    <a:cubicBezTo>
                      <a:pt x="116" y="25"/>
                      <a:pt x="117" y="26"/>
                      <a:pt x="117" y="26"/>
                    </a:cubicBezTo>
                    <a:cubicBezTo>
                      <a:pt x="117" y="25"/>
                      <a:pt x="117" y="25"/>
                      <a:pt x="116" y="24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73" y="0"/>
                      <a:pt x="71" y="0"/>
                      <a:pt x="69" y="1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0"/>
                      <a:pt x="0" y="41"/>
                      <a:pt x="0" y="42"/>
                    </a:cubicBezTo>
                  </a:path>
                </a:pathLst>
              </a:custGeom>
              <a:solidFill>
                <a:srgbClr val="AEB8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4" name="Freeform 110">
                <a:extLst>
                  <a:ext uri="{FF2B5EF4-FFF2-40B4-BE49-F238E27FC236}">
                    <a16:creationId xmlns:a16="http://schemas.microsoft.com/office/drawing/2014/main" id="{CD94AF2E-CF22-43CB-B0F6-00077F192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9" y="1822"/>
                <a:ext cx="466" cy="271"/>
              </a:xfrm>
              <a:custGeom>
                <a:avLst/>
                <a:gdLst>
                  <a:gd name="T0" fmla="*/ 1 w 117"/>
                  <a:gd name="T1" fmla="*/ 44 h 68"/>
                  <a:gd name="T2" fmla="*/ 42 w 117"/>
                  <a:gd name="T3" fmla="*/ 67 h 68"/>
                  <a:gd name="T4" fmla="*/ 48 w 117"/>
                  <a:gd name="T5" fmla="*/ 67 h 68"/>
                  <a:gd name="T6" fmla="*/ 116 w 117"/>
                  <a:gd name="T7" fmla="*/ 28 h 68"/>
                  <a:gd name="T8" fmla="*/ 116 w 117"/>
                  <a:gd name="T9" fmla="*/ 27 h 68"/>
                  <a:gd name="T10" fmla="*/ 117 w 117"/>
                  <a:gd name="T11" fmla="*/ 26 h 68"/>
                  <a:gd name="T12" fmla="*/ 116 w 117"/>
                  <a:gd name="T13" fmla="*/ 25 h 68"/>
                  <a:gd name="T14" fmla="*/ 75 w 117"/>
                  <a:gd name="T15" fmla="*/ 1 h 68"/>
                  <a:gd name="T16" fmla="*/ 69 w 117"/>
                  <a:gd name="T17" fmla="*/ 1 h 68"/>
                  <a:gd name="T18" fmla="*/ 24 w 117"/>
                  <a:gd name="T19" fmla="*/ 27 h 68"/>
                  <a:gd name="T20" fmla="*/ 1 w 117"/>
                  <a:gd name="T21" fmla="*/ 40 h 68"/>
                  <a:gd name="T22" fmla="*/ 0 w 117"/>
                  <a:gd name="T23" fmla="*/ 42 h 68"/>
                  <a:gd name="T24" fmla="*/ 1 w 117"/>
                  <a:gd name="T25" fmla="*/ 4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" h="68">
                    <a:moveTo>
                      <a:pt x="1" y="44"/>
                    </a:moveTo>
                    <a:cubicBezTo>
                      <a:pt x="42" y="67"/>
                      <a:pt x="42" y="67"/>
                      <a:pt x="42" y="67"/>
                    </a:cubicBezTo>
                    <a:cubicBezTo>
                      <a:pt x="43" y="68"/>
                      <a:pt x="46" y="68"/>
                      <a:pt x="48" y="67"/>
                    </a:cubicBezTo>
                    <a:cubicBezTo>
                      <a:pt x="116" y="28"/>
                      <a:pt x="116" y="28"/>
                      <a:pt x="116" y="28"/>
                    </a:cubicBezTo>
                    <a:cubicBezTo>
                      <a:pt x="116" y="27"/>
                      <a:pt x="116" y="27"/>
                      <a:pt x="116" y="27"/>
                    </a:cubicBezTo>
                    <a:cubicBezTo>
                      <a:pt x="117" y="27"/>
                      <a:pt x="117" y="27"/>
                      <a:pt x="117" y="26"/>
                    </a:cubicBezTo>
                    <a:cubicBezTo>
                      <a:pt x="117" y="26"/>
                      <a:pt x="116" y="25"/>
                      <a:pt x="116" y="25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73" y="0"/>
                      <a:pt x="71" y="0"/>
                      <a:pt x="69" y="1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1"/>
                      <a:pt x="0" y="41"/>
                      <a:pt x="0" y="42"/>
                    </a:cubicBezTo>
                    <a:cubicBezTo>
                      <a:pt x="0" y="42"/>
                      <a:pt x="0" y="43"/>
                      <a:pt x="1" y="44"/>
                    </a:cubicBezTo>
                  </a:path>
                </a:pathLst>
              </a:custGeom>
              <a:solidFill>
                <a:srgbClr val="497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5" name="Freeform 114">
                <a:extLst>
                  <a:ext uri="{FF2B5EF4-FFF2-40B4-BE49-F238E27FC236}">
                    <a16:creationId xmlns:a16="http://schemas.microsoft.com/office/drawing/2014/main" id="{4B0147CB-7663-481F-9C25-5E9BBEB600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037"/>
                <a:ext cx="56" cy="32"/>
              </a:xfrm>
              <a:custGeom>
                <a:avLst/>
                <a:gdLst>
                  <a:gd name="T0" fmla="*/ 5 w 14"/>
                  <a:gd name="T1" fmla="*/ 1 h 8"/>
                  <a:gd name="T2" fmla="*/ 1 w 14"/>
                  <a:gd name="T3" fmla="*/ 3 h 8"/>
                  <a:gd name="T4" fmla="*/ 1 w 14"/>
                  <a:gd name="T5" fmla="*/ 5 h 8"/>
                  <a:gd name="T6" fmla="*/ 5 w 14"/>
                  <a:gd name="T7" fmla="*/ 8 h 8"/>
                  <a:gd name="T8" fmla="*/ 7 w 14"/>
                  <a:gd name="T9" fmla="*/ 8 h 8"/>
                  <a:gd name="T10" fmla="*/ 9 w 14"/>
                  <a:gd name="T11" fmla="*/ 8 h 8"/>
                  <a:gd name="T12" fmla="*/ 13 w 14"/>
                  <a:gd name="T13" fmla="*/ 5 h 8"/>
                  <a:gd name="T14" fmla="*/ 13 w 14"/>
                  <a:gd name="T15" fmla="*/ 3 h 8"/>
                  <a:gd name="T16" fmla="*/ 9 w 14"/>
                  <a:gd name="T17" fmla="*/ 1 h 8"/>
                  <a:gd name="T18" fmla="*/ 7 w 14"/>
                  <a:gd name="T19" fmla="*/ 0 h 8"/>
                  <a:gd name="T20" fmla="*/ 5 w 14"/>
                  <a:gd name="T21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" h="8">
                    <a:moveTo>
                      <a:pt x="5" y="1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5"/>
                      <a:pt x="1" y="5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6" y="8"/>
                      <a:pt x="7" y="8"/>
                      <a:pt x="7" y="8"/>
                    </a:cubicBezTo>
                    <a:cubicBezTo>
                      <a:pt x="8" y="8"/>
                      <a:pt x="9" y="8"/>
                      <a:pt x="9" y="8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4" y="5"/>
                      <a:pt x="14" y="4"/>
                      <a:pt x="13" y="3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0"/>
                      <a:pt x="7" y="0"/>
                    </a:cubicBezTo>
                    <a:cubicBezTo>
                      <a:pt x="7" y="0"/>
                      <a:pt x="6" y="0"/>
                      <a:pt x="5" y="1"/>
                    </a:cubicBez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6" name="Freeform 115">
                <a:extLst>
                  <a:ext uri="{FF2B5EF4-FFF2-40B4-BE49-F238E27FC236}">
                    <a16:creationId xmlns:a16="http://schemas.microsoft.com/office/drawing/2014/main" id="{E7022923-73FA-4264-8873-C51B577D9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041"/>
                <a:ext cx="56" cy="32"/>
              </a:xfrm>
              <a:custGeom>
                <a:avLst/>
                <a:gdLst>
                  <a:gd name="T0" fmla="*/ 5 w 14"/>
                  <a:gd name="T1" fmla="*/ 0 h 8"/>
                  <a:gd name="T2" fmla="*/ 1 w 14"/>
                  <a:gd name="T3" fmla="*/ 3 h 8"/>
                  <a:gd name="T4" fmla="*/ 1 w 14"/>
                  <a:gd name="T5" fmla="*/ 5 h 8"/>
                  <a:gd name="T6" fmla="*/ 5 w 14"/>
                  <a:gd name="T7" fmla="*/ 7 h 8"/>
                  <a:gd name="T8" fmla="*/ 7 w 14"/>
                  <a:gd name="T9" fmla="*/ 8 h 8"/>
                  <a:gd name="T10" fmla="*/ 9 w 14"/>
                  <a:gd name="T11" fmla="*/ 7 h 8"/>
                  <a:gd name="T12" fmla="*/ 12 w 14"/>
                  <a:gd name="T13" fmla="*/ 5 h 8"/>
                  <a:gd name="T14" fmla="*/ 12 w 14"/>
                  <a:gd name="T15" fmla="*/ 3 h 8"/>
                  <a:gd name="T16" fmla="*/ 9 w 14"/>
                  <a:gd name="T17" fmla="*/ 0 h 8"/>
                  <a:gd name="T18" fmla="*/ 7 w 14"/>
                  <a:gd name="T19" fmla="*/ 0 h 8"/>
                  <a:gd name="T20" fmla="*/ 5 w 14"/>
                  <a:gd name="T2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" h="8">
                    <a:moveTo>
                      <a:pt x="5" y="0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6" y="7"/>
                      <a:pt x="6" y="7"/>
                      <a:pt x="7" y="8"/>
                    </a:cubicBezTo>
                    <a:cubicBezTo>
                      <a:pt x="8" y="7"/>
                      <a:pt x="8" y="7"/>
                      <a:pt x="9" y="7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4" y="4"/>
                      <a:pt x="14" y="3"/>
                      <a:pt x="12" y="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6" y="0"/>
                      <a:pt x="6" y="0"/>
                      <a:pt x="5" y="0"/>
                    </a:cubicBezTo>
                    <a:close/>
                  </a:path>
                </a:pathLst>
              </a:custGeom>
              <a:solidFill>
                <a:srgbClr val="E5EA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7" name="Freeform 116">
                <a:extLst>
                  <a:ext uri="{FF2B5EF4-FFF2-40B4-BE49-F238E27FC236}">
                    <a16:creationId xmlns:a16="http://schemas.microsoft.com/office/drawing/2014/main" id="{23B76FBA-B4D0-408F-854D-5688ECF97C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" y="1973"/>
                <a:ext cx="28" cy="24"/>
              </a:xfrm>
              <a:custGeom>
                <a:avLst/>
                <a:gdLst>
                  <a:gd name="T0" fmla="*/ 7 w 7"/>
                  <a:gd name="T1" fmla="*/ 1 h 6"/>
                  <a:gd name="T2" fmla="*/ 1 w 7"/>
                  <a:gd name="T3" fmla="*/ 4 h 6"/>
                  <a:gd name="T4" fmla="*/ 0 w 7"/>
                  <a:gd name="T5" fmla="*/ 5 h 6"/>
                  <a:gd name="T6" fmla="*/ 1 w 7"/>
                  <a:gd name="T7" fmla="*/ 6 h 6"/>
                  <a:gd name="T8" fmla="*/ 6 w 7"/>
                  <a:gd name="T9" fmla="*/ 3 h 6"/>
                  <a:gd name="T10" fmla="*/ 7 w 7"/>
                  <a:gd name="T11" fmla="*/ 1 h 6"/>
                  <a:gd name="T12" fmla="*/ 7 w 7"/>
                  <a:gd name="T13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6">
                    <a:moveTo>
                      <a:pt x="7" y="1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0" y="6"/>
                      <a:pt x="0" y="6"/>
                      <a:pt x="1" y="6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2"/>
                      <a:pt x="7" y="2"/>
                      <a:pt x="7" y="1"/>
                    </a:cubicBezTo>
                    <a:cubicBezTo>
                      <a:pt x="7" y="1"/>
                      <a:pt x="7" y="0"/>
                      <a:pt x="7" y="1"/>
                    </a:cubicBez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8" name="Freeform 117">
                <a:extLst>
                  <a:ext uri="{FF2B5EF4-FFF2-40B4-BE49-F238E27FC236}">
                    <a16:creationId xmlns:a16="http://schemas.microsoft.com/office/drawing/2014/main" id="{509CE91D-971F-4FD0-82A2-3CA723A718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" y="1977"/>
                <a:ext cx="28" cy="16"/>
              </a:xfrm>
              <a:custGeom>
                <a:avLst/>
                <a:gdLst>
                  <a:gd name="T0" fmla="*/ 7 w 7"/>
                  <a:gd name="T1" fmla="*/ 0 h 4"/>
                  <a:gd name="T2" fmla="*/ 1 w 7"/>
                  <a:gd name="T3" fmla="*/ 3 h 4"/>
                  <a:gd name="T4" fmla="*/ 0 w 7"/>
                  <a:gd name="T5" fmla="*/ 4 h 4"/>
                  <a:gd name="T6" fmla="*/ 6 w 7"/>
                  <a:gd name="T7" fmla="*/ 1 h 4"/>
                  <a:gd name="T8" fmla="*/ 7 w 7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4">
                    <a:moveTo>
                      <a:pt x="7" y="0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7" y="0"/>
                      <a:pt x="7" y="0"/>
                    </a:cubicBezTo>
                    <a:close/>
                  </a:path>
                </a:pathLst>
              </a:custGeom>
              <a:solidFill>
                <a:srgbClr val="8592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9" name="Freeform 118">
                <a:extLst>
                  <a:ext uri="{FF2B5EF4-FFF2-40B4-BE49-F238E27FC236}">
                    <a16:creationId xmlns:a16="http://schemas.microsoft.com/office/drawing/2014/main" id="{4F9B1D40-955F-422D-957C-6CCF44C22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4" y="1846"/>
                <a:ext cx="59" cy="36"/>
              </a:xfrm>
              <a:custGeom>
                <a:avLst/>
                <a:gdLst>
                  <a:gd name="T0" fmla="*/ 1 w 15"/>
                  <a:gd name="T1" fmla="*/ 1 h 9"/>
                  <a:gd name="T2" fmla="*/ 13 w 15"/>
                  <a:gd name="T3" fmla="*/ 9 h 9"/>
                  <a:gd name="T4" fmla="*/ 15 w 15"/>
                  <a:gd name="T5" fmla="*/ 9 h 9"/>
                  <a:gd name="T6" fmla="*/ 15 w 15"/>
                  <a:gd name="T7" fmla="*/ 8 h 9"/>
                  <a:gd name="T8" fmla="*/ 3 w 15"/>
                  <a:gd name="T9" fmla="*/ 1 h 9"/>
                  <a:gd name="T10" fmla="*/ 1 w 15"/>
                  <a:gd name="T11" fmla="*/ 1 h 9"/>
                  <a:gd name="T12" fmla="*/ 1 w 15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9">
                    <a:moveTo>
                      <a:pt x="1" y="1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4" y="9"/>
                      <a:pt x="14" y="9"/>
                      <a:pt x="15" y="9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1" y="1"/>
                      <a:pt x="0" y="1"/>
                      <a:pt x="1" y="1"/>
                    </a:cubicBez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0" name="Freeform 119">
                <a:extLst>
                  <a:ext uri="{FF2B5EF4-FFF2-40B4-BE49-F238E27FC236}">
                    <a16:creationId xmlns:a16="http://schemas.microsoft.com/office/drawing/2014/main" id="{615F0104-ED3D-4AF2-BC73-DE5F59824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8" y="1850"/>
                <a:ext cx="55" cy="32"/>
              </a:xfrm>
              <a:custGeom>
                <a:avLst/>
                <a:gdLst>
                  <a:gd name="T0" fmla="*/ 0 w 14"/>
                  <a:gd name="T1" fmla="*/ 0 h 8"/>
                  <a:gd name="T2" fmla="*/ 12 w 14"/>
                  <a:gd name="T3" fmla="*/ 8 h 8"/>
                  <a:gd name="T4" fmla="*/ 14 w 14"/>
                  <a:gd name="T5" fmla="*/ 8 h 8"/>
                  <a:gd name="T6" fmla="*/ 2 w 14"/>
                  <a:gd name="T7" fmla="*/ 0 h 8"/>
                  <a:gd name="T8" fmla="*/ 0 w 14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0" y="0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3" y="8"/>
                      <a:pt x="13" y="8"/>
                      <a:pt x="14" y="8"/>
                    </a:cubicBezTo>
                    <a:cubicBezTo>
                      <a:pt x="14" y="7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D3D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1" name="Freeform 120">
                <a:extLst>
                  <a:ext uri="{FF2B5EF4-FFF2-40B4-BE49-F238E27FC236}">
                    <a16:creationId xmlns:a16="http://schemas.microsoft.com/office/drawing/2014/main" id="{3844A700-83CD-44CD-B9AF-2E55E9D392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" y="2061"/>
                <a:ext cx="36" cy="28"/>
              </a:xfrm>
              <a:custGeom>
                <a:avLst/>
                <a:gdLst>
                  <a:gd name="T0" fmla="*/ 1 w 9"/>
                  <a:gd name="T1" fmla="*/ 3 h 7"/>
                  <a:gd name="T2" fmla="*/ 9 w 9"/>
                  <a:gd name="T3" fmla="*/ 7 h 7"/>
                  <a:gd name="T4" fmla="*/ 9 w 9"/>
                  <a:gd name="T5" fmla="*/ 7 h 7"/>
                  <a:gd name="T6" fmla="*/ 9 w 9"/>
                  <a:gd name="T7" fmla="*/ 7 h 7"/>
                  <a:gd name="T8" fmla="*/ 9 w 9"/>
                  <a:gd name="T9" fmla="*/ 5 h 7"/>
                  <a:gd name="T10" fmla="*/ 8 w 9"/>
                  <a:gd name="T11" fmla="*/ 4 h 7"/>
                  <a:gd name="T12" fmla="*/ 2 w 9"/>
                  <a:gd name="T13" fmla="*/ 1 h 7"/>
                  <a:gd name="T14" fmla="*/ 1 w 9"/>
                  <a:gd name="T15" fmla="*/ 1 h 7"/>
                  <a:gd name="T16" fmla="*/ 0 w 9"/>
                  <a:gd name="T17" fmla="*/ 2 h 7"/>
                  <a:gd name="T18" fmla="*/ 1 w 9"/>
                  <a:gd name="T19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7">
                    <a:moveTo>
                      <a:pt x="1" y="3"/>
                    </a:moveTo>
                    <a:cubicBezTo>
                      <a:pt x="9" y="7"/>
                      <a:pt x="9" y="7"/>
                      <a:pt x="9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9" y="5"/>
                      <a:pt x="8" y="4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2" name="Freeform 121">
                <a:extLst>
                  <a:ext uri="{FF2B5EF4-FFF2-40B4-BE49-F238E27FC236}">
                    <a16:creationId xmlns:a16="http://schemas.microsoft.com/office/drawing/2014/main" id="{BE7DD891-F770-45E3-A330-BB85DBF88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2065"/>
                <a:ext cx="32" cy="24"/>
              </a:xfrm>
              <a:custGeom>
                <a:avLst/>
                <a:gdLst>
                  <a:gd name="T0" fmla="*/ 1 w 8"/>
                  <a:gd name="T1" fmla="*/ 2 h 6"/>
                  <a:gd name="T2" fmla="*/ 8 w 8"/>
                  <a:gd name="T3" fmla="*/ 6 h 6"/>
                  <a:gd name="T4" fmla="*/ 8 w 8"/>
                  <a:gd name="T5" fmla="*/ 6 h 6"/>
                  <a:gd name="T6" fmla="*/ 8 w 8"/>
                  <a:gd name="T7" fmla="*/ 5 h 6"/>
                  <a:gd name="T8" fmla="*/ 8 w 8"/>
                  <a:gd name="T9" fmla="*/ 4 h 6"/>
                  <a:gd name="T10" fmla="*/ 7 w 8"/>
                  <a:gd name="T11" fmla="*/ 3 h 6"/>
                  <a:gd name="T12" fmla="*/ 2 w 8"/>
                  <a:gd name="T13" fmla="*/ 0 h 6"/>
                  <a:gd name="T14" fmla="*/ 1 w 8"/>
                  <a:gd name="T15" fmla="*/ 0 h 6"/>
                  <a:gd name="T16" fmla="*/ 0 w 8"/>
                  <a:gd name="T17" fmla="*/ 1 h 6"/>
                  <a:gd name="T18" fmla="*/ 1 w 8"/>
                  <a:gd name="T1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6">
                    <a:moveTo>
                      <a:pt x="1" y="2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7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2"/>
                      <a:pt x="1" y="2"/>
                    </a:cubicBez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3" name="Freeform 122">
                <a:extLst>
                  <a:ext uri="{FF2B5EF4-FFF2-40B4-BE49-F238E27FC236}">
                    <a16:creationId xmlns:a16="http://schemas.microsoft.com/office/drawing/2014/main" id="{ADF0EE0A-5879-4F2E-B44C-EC5E31105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3" y="2065"/>
                <a:ext cx="24" cy="20"/>
              </a:xfrm>
              <a:custGeom>
                <a:avLst/>
                <a:gdLst>
                  <a:gd name="T0" fmla="*/ 1 w 6"/>
                  <a:gd name="T1" fmla="*/ 2 h 5"/>
                  <a:gd name="T2" fmla="*/ 6 w 6"/>
                  <a:gd name="T3" fmla="*/ 5 h 5"/>
                  <a:gd name="T4" fmla="*/ 6 w 6"/>
                  <a:gd name="T5" fmla="*/ 4 h 5"/>
                  <a:gd name="T6" fmla="*/ 5 w 6"/>
                  <a:gd name="T7" fmla="*/ 3 h 5"/>
                  <a:gd name="T8" fmla="*/ 0 w 6"/>
                  <a:gd name="T9" fmla="*/ 0 h 5"/>
                  <a:gd name="T10" fmla="*/ 1 w 6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5">
                    <a:moveTo>
                      <a:pt x="1" y="2"/>
                    </a:moveTo>
                    <a:cubicBezTo>
                      <a:pt x="6" y="5"/>
                      <a:pt x="6" y="5"/>
                      <a:pt x="6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5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2"/>
                    </a:cubicBezTo>
                    <a:close/>
                  </a:path>
                </a:pathLst>
              </a:custGeom>
              <a:solidFill>
                <a:srgbClr val="8592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4" name="Freeform 123">
                <a:extLst>
                  <a:ext uri="{FF2B5EF4-FFF2-40B4-BE49-F238E27FC236}">
                    <a16:creationId xmlns:a16="http://schemas.microsoft.com/office/drawing/2014/main" id="{028C5A3A-D514-4EA1-9713-0292E6459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958"/>
                <a:ext cx="8" cy="15"/>
              </a:xfrm>
              <a:custGeom>
                <a:avLst/>
                <a:gdLst>
                  <a:gd name="T0" fmla="*/ 0 w 2"/>
                  <a:gd name="T1" fmla="*/ 3 h 4"/>
                  <a:gd name="T2" fmla="*/ 1 w 2"/>
                  <a:gd name="T3" fmla="*/ 3 h 4"/>
                  <a:gd name="T4" fmla="*/ 2 w 2"/>
                  <a:gd name="T5" fmla="*/ 1 h 4"/>
                  <a:gd name="T6" fmla="*/ 2 w 2"/>
                  <a:gd name="T7" fmla="*/ 0 h 4"/>
                  <a:gd name="T8" fmla="*/ 2 w 2"/>
                  <a:gd name="T9" fmla="*/ 1 h 4"/>
                  <a:gd name="T10" fmla="*/ 1 w 2"/>
                  <a:gd name="T11" fmla="*/ 3 h 4"/>
                  <a:gd name="T12" fmla="*/ 0 w 2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4">
                    <a:moveTo>
                      <a:pt x="0" y="3"/>
                    </a:moveTo>
                    <a:cubicBezTo>
                      <a:pt x="0" y="4"/>
                      <a:pt x="1" y="4"/>
                      <a:pt x="1" y="3"/>
                    </a:cubicBezTo>
                    <a:cubicBezTo>
                      <a:pt x="2" y="3"/>
                      <a:pt x="2" y="2"/>
                      <a:pt x="2" y="1"/>
                    </a:cubicBezTo>
                    <a:cubicBezTo>
                      <a:pt x="2" y="1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3"/>
                      <a:pt x="1" y="3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BC6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5" name="Freeform 124">
                <a:extLst>
                  <a:ext uri="{FF2B5EF4-FFF2-40B4-BE49-F238E27FC236}">
                    <a16:creationId xmlns:a16="http://schemas.microsoft.com/office/drawing/2014/main" id="{51246C66-B228-4EA9-A2FB-A4E67DD3FA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958"/>
                <a:ext cx="4" cy="11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  <a:gd name="T4" fmla="*/ 0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2"/>
                      <a:pt x="1" y="1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rgbClr val="8592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6" name="Freeform 125">
                <a:extLst>
                  <a:ext uri="{FF2B5EF4-FFF2-40B4-BE49-F238E27FC236}">
                    <a16:creationId xmlns:a16="http://schemas.microsoft.com/office/drawing/2014/main" id="{AA869F62-14F0-404B-9355-952F19D10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958"/>
                <a:ext cx="8" cy="11"/>
              </a:xfrm>
              <a:custGeom>
                <a:avLst/>
                <a:gdLst>
                  <a:gd name="T0" fmla="*/ 0 w 2"/>
                  <a:gd name="T1" fmla="*/ 3 h 3"/>
                  <a:gd name="T2" fmla="*/ 0 w 2"/>
                  <a:gd name="T3" fmla="*/ 3 h 3"/>
                  <a:gd name="T4" fmla="*/ 1 w 2"/>
                  <a:gd name="T5" fmla="*/ 3 h 3"/>
                  <a:gd name="T6" fmla="*/ 2 w 2"/>
                  <a:gd name="T7" fmla="*/ 1 h 3"/>
                  <a:gd name="T8" fmla="*/ 2 w 2"/>
                  <a:gd name="T9" fmla="*/ 0 h 3"/>
                  <a:gd name="T10" fmla="*/ 1 w 2"/>
                  <a:gd name="T11" fmla="*/ 0 h 3"/>
                  <a:gd name="T12" fmla="*/ 0 w 2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3"/>
                      <a:pt x="2" y="2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rgbClr val="A2A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7" name="Freeform 126">
                <a:extLst>
                  <a:ext uri="{FF2B5EF4-FFF2-40B4-BE49-F238E27FC236}">
                    <a16:creationId xmlns:a16="http://schemas.microsoft.com/office/drawing/2014/main" id="{C8FF2830-679E-40A6-834B-24D9F2AD6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1806"/>
                <a:ext cx="419" cy="323"/>
              </a:xfrm>
              <a:custGeom>
                <a:avLst/>
                <a:gdLst>
                  <a:gd name="T0" fmla="*/ 120 w 419"/>
                  <a:gd name="T1" fmla="*/ 323 h 323"/>
                  <a:gd name="T2" fmla="*/ 0 w 419"/>
                  <a:gd name="T3" fmla="*/ 171 h 323"/>
                  <a:gd name="T4" fmla="*/ 299 w 419"/>
                  <a:gd name="T5" fmla="*/ 0 h 323"/>
                  <a:gd name="T6" fmla="*/ 419 w 419"/>
                  <a:gd name="T7" fmla="*/ 152 h 323"/>
                  <a:gd name="T8" fmla="*/ 120 w 419"/>
                  <a:gd name="T9" fmla="*/ 323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9" h="323">
                    <a:moveTo>
                      <a:pt x="120" y="323"/>
                    </a:moveTo>
                    <a:lnTo>
                      <a:pt x="0" y="171"/>
                    </a:lnTo>
                    <a:lnTo>
                      <a:pt x="299" y="0"/>
                    </a:lnTo>
                    <a:lnTo>
                      <a:pt x="419" y="152"/>
                    </a:lnTo>
                    <a:lnTo>
                      <a:pt x="120" y="323"/>
                    </a:lnTo>
                    <a:close/>
                  </a:path>
                </a:pathLst>
              </a:custGeom>
              <a:solidFill>
                <a:srgbClr val="FFE3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8" name="Freeform 127">
                <a:extLst>
                  <a:ext uri="{FF2B5EF4-FFF2-40B4-BE49-F238E27FC236}">
                    <a16:creationId xmlns:a16="http://schemas.microsoft.com/office/drawing/2014/main" id="{3A67CD6C-7F49-41D8-905A-C40AD9C2B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1806"/>
                <a:ext cx="419" cy="323"/>
              </a:xfrm>
              <a:custGeom>
                <a:avLst/>
                <a:gdLst>
                  <a:gd name="T0" fmla="*/ 120 w 419"/>
                  <a:gd name="T1" fmla="*/ 323 h 323"/>
                  <a:gd name="T2" fmla="*/ 0 w 419"/>
                  <a:gd name="T3" fmla="*/ 171 h 323"/>
                  <a:gd name="T4" fmla="*/ 299 w 419"/>
                  <a:gd name="T5" fmla="*/ 0 h 323"/>
                  <a:gd name="T6" fmla="*/ 419 w 419"/>
                  <a:gd name="T7" fmla="*/ 152 h 323"/>
                  <a:gd name="T8" fmla="*/ 120 w 419"/>
                  <a:gd name="T9" fmla="*/ 323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9" h="323">
                    <a:moveTo>
                      <a:pt x="120" y="323"/>
                    </a:moveTo>
                    <a:lnTo>
                      <a:pt x="0" y="171"/>
                    </a:lnTo>
                    <a:lnTo>
                      <a:pt x="299" y="0"/>
                    </a:lnTo>
                    <a:lnTo>
                      <a:pt x="419" y="152"/>
                    </a:lnTo>
                    <a:lnTo>
                      <a:pt x="120" y="32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9" name="Freeform 128">
                <a:extLst>
                  <a:ext uri="{FF2B5EF4-FFF2-40B4-BE49-F238E27FC236}">
                    <a16:creationId xmlns:a16="http://schemas.microsoft.com/office/drawing/2014/main" id="{1453D081-578A-4FB8-8727-903C8A0D9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1798"/>
                <a:ext cx="419" cy="323"/>
              </a:xfrm>
              <a:custGeom>
                <a:avLst/>
                <a:gdLst>
                  <a:gd name="T0" fmla="*/ 120 w 419"/>
                  <a:gd name="T1" fmla="*/ 323 h 323"/>
                  <a:gd name="T2" fmla="*/ 0 w 419"/>
                  <a:gd name="T3" fmla="*/ 171 h 323"/>
                  <a:gd name="T4" fmla="*/ 299 w 419"/>
                  <a:gd name="T5" fmla="*/ 0 h 323"/>
                  <a:gd name="T6" fmla="*/ 419 w 419"/>
                  <a:gd name="T7" fmla="*/ 152 h 323"/>
                  <a:gd name="T8" fmla="*/ 120 w 419"/>
                  <a:gd name="T9" fmla="*/ 323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9" h="323">
                    <a:moveTo>
                      <a:pt x="120" y="323"/>
                    </a:moveTo>
                    <a:lnTo>
                      <a:pt x="0" y="171"/>
                    </a:lnTo>
                    <a:lnTo>
                      <a:pt x="299" y="0"/>
                    </a:lnTo>
                    <a:lnTo>
                      <a:pt x="419" y="152"/>
                    </a:lnTo>
                    <a:lnTo>
                      <a:pt x="120" y="323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0" name="Freeform 129">
                <a:extLst>
                  <a:ext uri="{FF2B5EF4-FFF2-40B4-BE49-F238E27FC236}">
                    <a16:creationId xmlns:a16="http://schemas.microsoft.com/office/drawing/2014/main" id="{ED756B47-6AF9-43CD-9829-E49AD2CBD4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1798"/>
                <a:ext cx="419" cy="323"/>
              </a:xfrm>
              <a:custGeom>
                <a:avLst/>
                <a:gdLst>
                  <a:gd name="T0" fmla="*/ 120 w 419"/>
                  <a:gd name="T1" fmla="*/ 323 h 323"/>
                  <a:gd name="T2" fmla="*/ 0 w 419"/>
                  <a:gd name="T3" fmla="*/ 171 h 323"/>
                  <a:gd name="T4" fmla="*/ 299 w 419"/>
                  <a:gd name="T5" fmla="*/ 0 h 323"/>
                  <a:gd name="T6" fmla="*/ 419 w 419"/>
                  <a:gd name="T7" fmla="*/ 152 h 323"/>
                  <a:gd name="T8" fmla="*/ 120 w 419"/>
                  <a:gd name="T9" fmla="*/ 323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9" h="323">
                    <a:moveTo>
                      <a:pt x="120" y="323"/>
                    </a:moveTo>
                    <a:lnTo>
                      <a:pt x="0" y="171"/>
                    </a:lnTo>
                    <a:lnTo>
                      <a:pt x="299" y="0"/>
                    </a:lnTo>
                    <a:lnTo>
                      <a:pt x="419" y="152"/>
                    </a:lnTo>
                    <a:lnTo>
                      <a:pt x="120" y="32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1" name="Freeform 130">
                <a:extLst>
                  <a:ext uri="{FF2B5EF4-FFF2-40B4-BE49-F238E27FC236}">
                    <a16:creationId xmlns:a16="http://schemas.microsoft.com/office/drawing/2014/main" id="{D55BE3BF-C518-427F-B91C-9CE546A16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1969"/>
                <a:ext cx="32" cy="52"/>
              </a:xfrm>
              <a:custGeom>
                <a:avLst/>
                <a:gdLst>
                  <a:gd name="T0" fmla="*/ 0 w 32"/>
                  <a:gd name="T1" fmla="*/ 8 h 52"/>
                  <a:gd name="T2" fmla="*/ 0 w 32"/>
                  <a:gd name="T3" fmla="*/ 0 h 52"/>
                  <a:gd name="T4" fmla="*/ 32 w 32"/>
                  <a:gd name="T5" fmla="*/ 44 h 52"/>
                  <a:gd name="T6" fmla="*/ 32 w 32"/>
                  <a:gd name="T7" fmla="*/ 52 h 52"/>
                  <a:gd name="T8" fmla="*/ 0 w 32"/>
                  <a:gd name="T9" fmla="*/ 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52">
                    <a:moveTo>
                      <a:pt x="0" y="8"/>
                    </a:moveTo>
                    <a:lnTo>
                      <a:pt x="0" y="0"/>
                    </a:lnTo>
                    <a:lnTo>
                      <a:pt x="32" y="44"/>
                    </a:lnTo>
                    <a:lnTo>
                      <a:pt x="32" y="52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E3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2" name="Freeform 131">
                <a:extLst>
                  <a:ext uri="{FF2B5EF4-FFF2-40B4-BE49-F238E27FC236}">
                    <a16:creationId xmlns:a16="http://schemas.microsoft.com/office/drawing/2014/main" id="{0B1C4FEC-A076-4538-85CE-B58207D9C6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1981"/>
                <a:ext cx="32" cy="32"/>
              </a:xfrm>
              <a:custGeom>
                <a:avLst/>
                <a:gdLst>
                  <a:gd name="T0" fmla="*/ 32 w 32"/>
                  <a:gd name="T1" fmla="*/ 0 h 32"/>
                  <a:gd name="T2" fmla="*/ 32 w 32"/>
                  <a:gd name="T3" fmla="*/ 8 h 32"/>
                  <a:gd name="T4" fmla="*/ 8 w 32"/>
                  <a:gd name="T5" fmla="*/ 32 h 32"/>
                  <a:gd name="T6" fmla="*/ 0 w 32"/>
                  <a:gd name="T7" fmla="*/ 24 h 32"/>
                  <a:gd name="T8" fmla="*/ 32 w 32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2">
                    <a:moveTo>
                      <a:pt x="32" y="0"/>
                    </a:moveTo>
                    <a:lnTo>
                      <a:pt x="32" y="8"/>
                    </a:lnTo>
                    <a:lnTo>
                      <a:pt x="8" y="32"/>
                    </a:lnTo>
                    <a:lnTo>
                      <a:pt x="0" y="2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3" name="Freeform 132">
                <a:extLst>
                  <a:ext uri="{FF2B5EF4-FFF2-40B4-BE49-F238E27FC236}">
                    <a16:creationId xmlns:a16="http://schemas.microsoft.com/office/drawing/2014/main" id="{F0465417-C1B7-4C3A-97CB-8222A3C28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830"/>
                <a:ext cx="410" cy="291"/>
              </a:xfrm>
              <a:custGeom>
                <a:avLst/>
                <a:gdLst>
                  <a:gd name="T0" fmla="*/ 283 w 410"/>
                  <a:gd name="T1" fmla="*/ 291 h 291"/>
                  <a:gd name="T2" fmla="*/ 410 w 410"/>
                  <a:gd name="T3" fmla="*/ 159 h 291"/>
                  <a:gd name="T4" fmla="*/ 123 w 410"/>
                  <a:gd name="T5" fmla="*/ 0 h 291"/>
                  <a:gd name="T6" fmla="*/ 0 w 410"/>
                  <a:gd name="T7" fmla="*/ 132 h 291"/>
                  <a:gd name="T8" fmla="*/ 283 w 410"/>
                  <a:gd name="T9" fmla="*/ 291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0" h="291">
                    <a:moveTo>
                      <a:pt x="283" y="291"/>
                    </a:moveTo>
                    <a:lnTo>
                      <a:pt x="410" y="159"/>
                    </a:lnTo>
                    <a:lnTo>
                      <a:pt x="123" y="0"/>
                    </a:lnTo>
                    <a:lnTo>
                      <a:pt x="0" y="132"/>
                    </a:lnTo>
                    <a:lnTo>
                      <a:pt x="283" y="291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4" name="Freeform 133">
                <a:extLst>
                  <a:ext uri="{FF2B5EF4-FFF2-40B4-BE49-F238E27FC236}">
                    <a16:creationId xmlns:a16="http://schemas.microsoft.com/office/drawing/2014/main" id="{E52C0EDE-A092-4BA4-A0BC-4295124A80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830"/>
                <a:ext cx="410" cy="291"/>
              </a:xfrm>
              <a:custGeom>
                <a:avLst/>
                <a:gdLst>
                  <a:gd name="T0" fmla="*/ 283 w 410"/>
                  <a:gd name="T1" fmla="*/ 291 h 291"/>
                  <a:gd name="T2" fmla="*/ 410 w 410"/>
                  <a:gd name="T3" fmla="*/ 159 h 291"/>
                  <a:gd name="T4" fmla="*/ 123 w 410"/>
                  <a:gd name="T5" fmla="*/ 0 h 291"/>
                  <a:gd name="T6" fmla="*/ 0 w 410"/>
                  <a:gd name="T7" fmla="*/ 132 h 291"/>
                  <a:gd name="T8" fmla="*/ 283 w 410"/>
                  <a:gd name="T9" fmla="*/ 291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0" h="291">
                    <a:moveTo>
                      <a:pt x="283" y="291"/>
                    </a:moveTo>
                    <a:lnTo>
                      <a:pt x="410" y="159"/>
                    </a:lnTo>
                    <a:lnTo>
                      <a:pt x="123" y="0"/>
                    </a:lnTo>
                    <a:lnTo>
                      <a:pt x="0" y="132"/>
                    </a:lnTo>
                    <a:lnTo>
                      <a:pt x="283" y="2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5" name="Freeform 134">
                <a:extLst>
                  <a:ext uri="{FF2B5EF4-FFF2-40B4-BE49-F238E27FC236}">
                    <a16:creationId xmlns:a16="http://schemas.microsoft.com/office/drawing/2014/main" id="{3030E25A-DF7A-4022-94A1-B0856AC91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818"/>
                <a:ext cx="410" cy="295"/>
              </a:xfrm>
              <a:custGeom>
                <a:avLst/>
                <a:gdLst>
                  <a:gd name="T0" fmla="*/ 283 w 410"/>
                  <a:gd name="T1" fmla="*/ 295 h 295"/>
                  <a:gd name="T2" fmla="*/ 410 w 410"/>
                  <a:gd name="T3" fmla="*/ 163 h 295"/>
                  <a:gd name="T4" fmla="*/ 123 w 410"/>
                  <a:gd name="T5" fmla="*/ 0 h 295"/>
                  <a:gd name="T6" fmla="*/ 0 w 410"/>
                  <a:gd name="T7" fmla="*/ 132 h 295"/>
                  <a:gd name="T8" fmla="*/ 283 w 410"/>
                  <a:gd name="T9" fmla="*/ 29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0" h="295">
                    <a:moveTo>
                      <a:pt x="283" y="295"/>
                    </a:moveTo>
                    <a:lnTo>
                      <a:pt x="410" y="163"/>
                    </a:lnTo>
                    <a:lnTo>
                      <a:pt x="123" y="0"/>
                    </a:lnTo>
                    <a:lnTo>
                      <a:pt x="0" y="132"/>
                    </a:lnTo>
                    <a:lnTo>
                      <a:pt x="283" y="295"/>
                    </a:lnTo>
                    <a:close/>
                  </a:path>
                </a:pathLst>
              </a:custGeom>
              <a:solidFill>
                <a:srgbClr val="FFE3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6" name="Freeform 135">
                <a:extLst>
                  <a:ext uri="{FF2B5EF4-FFF2-40B4-BE49-F238E27FC236}">
                    <a16:creationId xmlns:a16="http://schemas.microsoft.com/office/drawing/2014/main" id="{243F49F0-4EAE-4595-8D9F-3CDC49606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818"/>
                <a:ext cx="410" cy="295"/>
              </a:xfrm>
              <a:custGeom>
                <a:avLst/>
                <a:gdLst>
                  <a:gd name="T0" fmla="*/ 283 w 410"/>
                  <a:gd name="T1" fmla="*/ 295 h 295"/>
                  <a:gd name="T2" fmla="*/ 410 w 410"/>
                  <a:gd name="T3" fmla="*/ 163 h 295"/>
                  <a:gd name="T4" fmla="*/ 123 w 410"/>
                  <a:gd name="T5" fmla="*/ 0 h 295"/>
                  <a:gd name="T6" fmla="*/ 0 w 410"/>
                  <a:gd name="T7" fmla="*/ 132 h 295"/>
                  <a:gd name="T8" fmla="*/ 283 w 410"/>
                  <a:gd name="T9" fmla="*/ 29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0" h="295">
                    <a:moveTo>
                      <a:pt x="283" y="295"/>
                    </a:moveTo>
                    <a:lnTo>
                      <a:pt x="410" y="163"/>
                    </a:lnTo>
                    <a:lnTo>
                      <a:pt x="123" y="0"/>
                    </a:lnTo>
                    <a:lnTo>
                      <a:pt x="0" y="132"/>
                    </a:lnTo>
                    <a:lnTo>
                      <a:pt x="283" y="29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7" name="Freeform 136">
                <a:extLst>
                  <a:ext uri="{FF2B5EF4-FFF2-40B4-BE49-F238E27FC236}">
                    <a16:creationId xmlns:a16="http://schemas.microsoft.com/office/drawing/2014/main" id="{A7DE262D-474A-4853-9CBB-F060C91E7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113"/>
                <a:ext cx="299" cy="442"/>
              </a:xfrm>
              <a:custGeom>
                <a:avLst/>
                <a:gdLst>
                  <a:gd name="T0" fmla="*/ 0 w 299"/>
                  <a:gd name="T1" fmla="*/ 175 h 442"/>
                  <a:gd name="T2" fmla="*/ 299 w 299"/>
                  <a:gd name="T3" fmla="*/ 0 h 442"/>
                  <a:gd name="T4" fmla="*/ 299 w 299"/>
                  <a:gd name="T5" fmla="*/ 267 h 442"/>
                  <a:gd name="T6" fmla="*/ 0 w 299"/>
                  <a:gd name="T7" fmla="*/ 442 h 442"/>
                  <a:gd name="T8" fmla="*/ 0 w 299"/>
                  <a:gd name="T9" fmla="*/ 175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9" h="442">
                    <a:moveTo>
                      <a:pt x="0" y="175"/>
                    </a:moveTo>
                    <a:lnTo>
                      <a:pt x="299" y="0"/>
                    </a:lnTo>
                    <a:lnTo>
                      <a:pt x="299" y="267"/>
                    </a:lnTo>
                    <a:lnTo>
                      <a:pt x="0" y="442"/>
                    </a:lnTo>
                    <a:lnTo>
                      <a:pt x="0" y="175"/>
                    </a:lnTo>
                    <a:close/>
                  </a:path>
                </a:pathLst>
              </a:custGeom>
              <a:solidFill>
                <a:srgbClr val="D4A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8" name="Freeform 137">
                <a:extLst>
                  <a:ext uri="{FF2B5EF4-FFF2-40B4-BE49-F238E27FC236}">
                    <a16:creationId xmlns:a16="http://schemas.microsoft.com/office/drawing/2014/main" id="{D8DD7C03-AD90-48A5-BC67-08F1805BAE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113"/>
                <a:ext cx="299" cy="442"/>
              </a:xfrm>
              <a:custGeom>
                <a:avLst/>
                <a:gdLst>
                  <a:gd name="T0" fmla="*/ 0 w 299"/>
                  <a:gd name="T1" fmla="*/ 175 h 442"/>
                  <a:gd name="T2" fmla="*/ 299 w 299"/>
                  <a:gd name="T3" fmla="*/ 0 h 442"/>
                  <a:gd name="T4" fmla="*/ 299 w 299"/>
                  <a:gd name="T5" fmla="*/ 267 h 442"/>
                  <a:gd name="T6" fmla="*/ 0 w 299"/>
                  <a:gd name="T7" fmla="*/ 442 h 442"/>
                  <a:gd name="T8" fmla="*/ 0 w 299"/>
                  <a:gd name="T9" fmla="*/ 175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9" h="442">
                    <a:moveTo>
                      <a:pt x="0" y="175"/>
                    </a:moveTo>
                    <a:lnTo>
                      <a:pt x="299" y="0"/>
                    </a:lnTo>
                    <a:lnTo>
                      <a:pt x="299" y="267"/>
                    </a:lnTo>
                    <a:lnTo>
                      <a:pt x="0" y="442"/>
                    </a:lnTo>
                    <a:lnTo>
                      <a:pt x="0" y="17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9" name="Freeform 138">
                <a:extLst>
                  <a:ext uri="{FF2B5EF4-FFF2-40B4-BE49-F238E27FC236}">
                    <a16:creationId xmlns:a16="http://schemas.microsoft.com/office/drawing/2014/main" id="{81590691-1474-4112-8F94-F145DAD7F9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1950"/>
                <a:ext cx="582" cy="338"/>
              </a:xfrm>
              <a:custGeom>
                <a:avLst/>
                <a:gdLst>
                  <a:gd name="T0" fmla="*/ 582 w 582"/>
                  <a:gd name="T1" fmla="*/ 163 h 338"/>
                  <a:gd name="T2" fmla="*/ 283 w 582"/>
                  <a:gd name="T3" fmla="*/ 338 h 338"/>
                  <a:gd name="T4" fmla="*/ 155 w 582"/>
                  <a:gd name="T5" fmla="*/ 262 h 338"/>
                  <a:gd name="T6" fmla="*/ 119 w 582"/>
                  <a:gd name="T7" fmla="*/ 243 h 338"/>
                  <a:gd name="T8" fmla="*/ 0 w 582"/>
                  <a:gd name="T9" fmla="*/ 171 h 338"/>
                  <a:gd name="T10" fmla="*/ 299 w 582"/>
                  <a:gd name="T11" fmla="*/ 0 h 338"/>
                  <a:gd name="T12" fmla="*/ 418 w 582"/>
                  <a:gd name="T13" fmla="*/ 67 h 338"/>
                  <a:gd name="T14" fmla="*/ 454 w 582"/>
                  <a:gd name="T15" fmla="*/ 91 h 338"/>
                  <a:gd name="T16" fmla="*/ 582 w 582"/>
                  <a:gd name="T17" fmla="*/ 163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2" h="338">
                    <a:moveTo>
                      <a:pt x="582" y="163"/>
                    </a:moveTo>
                    <a:lnTo>
                      <a:pt x="283" y="338"/>
                    </a:lnTo>
                    <a:lnTo>
                      <a:pt x="155" y="262"/>
                    </a:lnTo>
                    <a:lnTo>
                      <a:pt x="119" y="243"/>
                    </a:lnTo>
                    <a:lnTo>
                      <a:pt x="0" y="171"/>
                    </a:lnTo>
                    <a:lnTo>
                      <a:pt x="299" y="0"/>
                    </a:lnTo>
                    <a:lnTo>
                      <a:pt x="418" y="67"/>
                    </a:lnTo>
                    <a:lnTo>
                      <a:pt x="454" y="91"/>
                    </a:lnTo>
                    <a:lnTo>
                      <a:pt x="582" y="163"/>
                    </a:lnTo>
                    <a:close/>
                  </a:path>
                </a:pathLst>
              </a:custGeom>
              <a:solidFill>
                <a:srgbClr val="FFE3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0" name="Freeform 139">
                <a:extLst>
                  <a:ext uri="{FF2B5EF4-FFF2-40B4-BE49-F238E27FC236}">
                    <a16:creationId xmlns:a16="http://schemas.microsoft.com/office/drawing/2014/main" id="{560FBBB3-0F77-4E5E-9C70-F56173C94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1950"/>
                <a:ext cx="582" cy="338"/>
              </a:xfrm>
              <a:custGeom>
                <a:avLst/>
                <a:gdLst>
                  <a:gd name="T0" fmla="*/ 582 w 582"/>
                  <a:gd name="T1" fmla="*/ 163 h 338"/>
                  <a:gd name="T2" fmla="*/ 283 w 582"/>
                  <a:gd name="T3" fmla="*/ 338 h 338"/>
                  <a:gd name="T4" fmla="*/ 155 w 582"/>
                  <a:gd name="T5" fmla="*/ 262 h 338"/>
                  <a:gd name="T6" fmla="*/ 119 w 582"/>
                  <a:gd name="T7" fmla="*/ 243 h 338"/>
                  <a:gd name="T8" fmla="*/ 0 w 582"/>
                  <a:gd name="T9" fmla="*/ 171 h 338"/>
                  <a:gd name="T10" fmla="*/ 299 w 582"/>
                  <a:gd name="T11" fmla="*/ 0 h 338"/>
                  <a:gd name="T12" fmla="*/ 418 w 582"/>
                  <a:gd name="T13" fmla="*/ 67 h 338"/>
                  <a:gd name="T14" fmla="*/ 454 w 582"/>
                  <a:gd name="T15" fmla="*/ 91 h 338"/>
                  <a:gd name="T16" fmla="*/ 582 w 582"/>
                  <a:gd name="T17" fmla="*/ 163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2" h="338">
                    <a:moveTo>
                      <a:pt x="582" y="163"/>
                    </a:moveTo>
                    <a:lnTo>
                      <a:pt x="283" y="338"/>
                    </a:lnTo>
                    <a:lnTo>
                      <a:pt x="155" y="262"/>
                    </a:lnTo>
                    <a:lnTo>
                      <a:pt x="119" y="243"/>
                    </a:lnTo>
                    <a:lnTo>
                      <a:pt x="0" y="171"/>
                    </a:lnTo>
                    <a:lnTo>
                      <a:pt x="299" y="0"/>
                    </a:lnTo>
                    <a:lnTo>
                      <a:pt x="418" y="67"/>
                    </a:lnTo>
                    <a:lnTo>
                      <a:pt x="454" y="91"/>
                    </a:lnTo>
                    <a:lnTo>
                      <a:pt x="582" y="16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1" name="Freeform 140">
                <a:extLst>
                  <a:ext uri="{FF2B5EF4-FFF2-40B4-BE49-F238E27FC236}">
                    <a16:creationId xmlns:a16="http://schemas.microsoft.com/office/drawing/2014/main" id="{0523CA69-CD60-4C9A-859D-934559CBD2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1954"/>
                <a:ext cx="291" cy="326"/>
              </a:xfrm>
              <a:custGeom>
                <a:avLst/>
                <a:gdLst>
                  <a:gd name="T0" fmla="*/ 291 w 291"/>
                  <a:gd name="T1" fmla="*/ 0 h 326"/>
                  <a:gd name="T2" fmla="*/ 291 w 291"/>
                  <a:gd name="T3" fmla="*/ 318 h 326"/>
                  <a:gd name="T4" fmla="*/ 275 w 291"/>
                  <a:gd name="T5" fmla="*/ 326 h 326"/>
                  <a:gd name="T6" fmla="*/ 0 w 291"/>
                  <a:gd name="T7" fmla="*/ 167 h 326"/>
                  <a:gd name="T8" fmla="*/ 291 w 291"/>
                  <a:gd name="T9" fmla="*/ 0 h 326"/>
                  <a:gd name="T10" fmla="*/ 291 w 291"/>
                  <a:gd name="T1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1" h="326">
                    <a:moveTo>
                      <a:pt x="291" y="0"/>
                    </a:moveTo>
                    <a:lnTo>
                      <a:pt x="291" y="318"/>
                    </a:lnTo>
                    <a:lnTo>
                      <a:pt x="275" y="326"/>
                    </a:lnTo>
                    <a:lnTo>
                      <a:pt x="0" y="167"/>
                    </a:lnTo>
                    <a:lnTo>
                      <a:pt x="291" y="0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D4A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2" name="Freeform 141">
                <a:extLst>
                  <a:ext uri="{FF2B5EF4-FFF2-40B4-BE49-F238E27FC236}">
                    <a16:creationId xmlns:a16="http://schemas.microsoft.com/office/drawing/2014/main" id="{A2AB54D3-3158-4266-A194-2B882C7CE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1954"/>
                <a:ext cx="291" cy="326"/>
              </a:xfrm>
              <a:custGeom>
                <a:avLst/>
                <a:gdLst>
                  <a:gd name="T0" fmla="*/ 291 w 291"/>
                  <a:gd name="T1" fmla="*/ 0 h 326"/>
                  <a:gd name="T2" fmla="*/ 291 w 291"/>
                  <a:gd name="T3" fmla="*/ 318 h 326"/>
                  <a:gd name="T4" fmla="*/ 275 w 291"/>
                  <a:gd name="T5" fmla="*/ 326 h 326"/>
                  <a:gd name="T6" fmla="*/ 0 w 291"/>
                  <a:gd name="T7" fmla="*/ 167 h 326"/>
                  <a:gd name="T8" fmla="*/ 291 w 291"/>
                  <a:gd name="T9" fmla="*/ 0 h 326"/>
                  <a:gd name="T10" fmla="*/ 291 w 291"/>
                  <a:gd name="T1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1" h="326">
                    <a:moveTo>
                      <a:pt x="291" y="0"/>
                    </a:moveTo>
                    <a:lnTo>
                      <a:pt x="291" y="318"/>
                    </a:lnTo>
                    <a:lnTo>
                      <a:pt x="275" y="326"/>
                    </a:lnTo>
                    <a:lnTo>
                      <a:pt x="0" y="167"/>
                    </a:lnTo>
                    <a:lnTo>
                      <a:pt x="291" y="0"/>
                    </a:lnTo>
                    <a:lnTo>
                      <a:pt x="29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3" name="Freeform 142">
                <a:extLst>
                  <a:ext uri="{FF2B5EF4-FFF2-40B4-BE49-F238E27FC236}">
                    <a16:creationId xmlns:a16="http://schemas.microsoft.com/office/drawing/2014/main" id="{FC185250-9FD5-40BD-9ECB-386EC8603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954"/>
                <a:ext cx="275" cy="318"/>
              </a:xfrm>
              <a:custGeom>
                <a:avLst/>
                <a:gdLst>
                  <a:gd name="T0" fmla="*/ 275 w 275"/>
                  <a:gd name="T1" fmla="*/ 159 h 318"/>
                  <a:gd name="T2" fmla="*/ 0 w 275"/>
                  <a:gd name="T3" fmla="*/ 318 h 318"/>
                  <a:gd name="T4" fmla="*/ 0 w 275"/>
                  <a:gd name="T5" fmla="*/ 0 h 318"/>
                  <a:gd name="T6" fmla="*/ 275 w 275"/>
                  <a:gd name="T7" fmla="*/ 159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318">
                    <a:moveTo>
                      <a:pt x="275" y="159"/>
                    </a:moveTo>
                    <a:lnTo>
                      <a:pt x="0" y="318"/>
                    </a:lnTo>
                    <a:lnTo>
                      <a:pt x="0" y="0"/>
                    </a:lnTo>
                    <a:lnTo>
                      <a:pt x="275" y="159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4" name="Freeform 143">
                <a:extLst>
                  <a:ext uri="{FF2B5EF4-FFF2-40B4-BE49-F238E27FC236}">
                    <a16:creationId xmlns:a16="http://schemas.microsoft.com/office/drawing/2014/main" id="{8DC849C2-E7CA-4798-9128-407E9269A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954"/>
                <a:ext cx="275" cy="318"/>
              </a:xfrm>
              <a:custGeom>
                <a:avLst/>
                <a:gdLst>
                  <a:gd name="T0" fmla="*/ 275 w 275"/>
                  <a:gd name="T1" fmla="*/ 159 h 318"/>
                  <a:gd name="T2" fmla="*/ 0 w 275"/>
                  <a:gd name="T3" fmla="*/ 318 h 318"/>
                  <a:gd name="T4" fmla="*/ 0 w 275"/>
                  <a:gd name="T5" fmla="*/ 0 h 318"/>
                  <a:gd name="T6" fmla="*/ 275 w 275"/>
                  <a:gd name="T7" fmla="*/ 159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318">
                    <a:moveTo>
                      <a:pt x="275" y="159"/>
                    </a:moveTo>
                    <a:lnTo>
                      <a:pt x="0" y="318"/>
                    </a:lnTo>
                    <a:lnTo>
                      <a:pt x="0" y="0"/>
                    </a:lnTo>
                    <a:lnTo>
                      <a:pt x="275" y="159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5" name="Freeform 144">
                <a:extLst>
                  <a:ext uri="{FF2B5EF4-FFF2-40B4-BE49-F238E27FC236}">
                    <a16:creationId xmlns:a16="http://schemas.microsoft.com/office/drawing/2014/main" id="{4E2FA50C-E9AD-4C7E-B464-31CE07FD0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121"/>
                <a:ext cx="283" cy="434"/>
              </a:xfrm>
              <a:custGeom>
                <a:avLst/>
                <a:gdLst>
                  <a:gd name="T0" fmla="*/ 283 w 283"/>
                  <a:gd name="T1" fmla="*/ 167 h 434"/>
                  <a:gd name="T2" fmla="*/ 283 w 283"/>
                  <a:gd name="T3" fmla="*/ 434 h 434"/>
                  <a:gd name="T4" fmla="*/ 0 w 283"/>
                  <a:gd name="T5" fmla="*/ 267 h 434"/>
                  <a:gd name="T6" fmla="*/ 0 w 283"/>
                  <a:gd name="T7" fmla="*/ 0 h 434"/>
                  <a:gd name="T8" fmla="*/ 283 w 283"/>
                  <a:gd name="T9" fmla="*/ 167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" h="434">
                    <a:moveTo>
                      <a:pt x="283" y="167"/>
                    </a:moveTo>
                    <a:lnTo>
                      <a:pt x="283" y="434"/>
                    </a:lnTo>
                    <a:lnTo>
                      <a:pt x="0" y="267"/>
                    </a:lnTo>
                    <a:lnTo>
                      <a:pt x="0" y="0"/>
                    </a:lnTo>
                    <a:lnTo>
                      <a:pt x="283" y="167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60" name="Freeform 145">
                <a:extLst>
                  <a:ext uri="{FF2B5EF4-FFF2-40B4-BE49-F238E27FC236}">
                    <a16:creationId xmlns:a16="http://schemas.microsoft.com/office/drawing/2014/main" id="{CEB219C9-A7C5-4372-A64B-87254451D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121"/>
                <a:ext cx="283" cy="434"/>
              </a:xfrm>
              <a:custGeom>
                <a:avLst/>
                <a:gdLst>
                  <a:gd name="T0" fmla="*/ 283 w 283"/>
                  <a:gd name="T1" fmla="*/ 167 h 434"/>
                  <a:gd name="T2" fmla="*/ 283 w 283"/>
                  <a:gd name="T3" fmla="*/ 434 h 434"/>
                  <a:gd name="T4" fmla="*/ 0 w 283"/>
                  <a:gd name="T5" fmla="*/ 267 h 434"/>
                  <a:gd name="T6" fmla="*/ 0 w 283"/>
                  <a:gd name="T7" fmla="*/ 0 h 434"/>
                  <a:gd name="T8" fmla="*/ 283 w 283"/>
                  <a:gd name="T9" fmla="*/ 167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" h="434">
                    <a:moveTo>
                      <a:pt x="283" y="167"/>
                    </a:moveTo>
                    <a:lnTo>
                      <a:pt x="283" y="434"/>
                    </a:lnTo>
                    <a:lnTo>
                      <a:pt x="0" y="267"/>
                    </a:lnTo>
                    <a:lnTo>
                      <a:pt x="0" y="0"/>
                    </a:lnTo>
                    <a:lnTo>
                      <a:pt x="283" y="16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61" name="Freeform 146">
                <a:extLst>
                  <a:ext uri="{FF2B5EF4-FFF2-40B4-BE49-F238E27FC236}">
                    <a16:creationId xmlns:a16="http://schemas.microsoft.com/office/drawing/2014/main" id="{02114705-90F5-44F2-9462-9F5C0D988D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39" y="1954"/>
                <a:ext cx="291" cy="318"/>
              </a:xfrm>
              <a:custGeom>
                <a:avLst/>
                <a:gdLst>
                  <a:gd name="T0" fmla="*/ 71 w 291"/>
                  <a:gd name="T1" fmla="*/ 127 h 318"/>
                  <a:gd name="T2" fmla="*/ 0 w 291"/>
                  <a:gd name="T3" fmla="*/ 167 h 318"/>
                  <a:gd name="T4" fmla="*/ 0 w 291"/>
                  <a:gd name="T5" fmla="*/ 167 h 318"/>
                  <a:gd name="T6" fmla="*/ 71 w 291"/>
                  <a:gd name="T7" fmla="*/ 127 h 318"/>
                  <a:gd name="T8" fmla="*/ 291 w 291"/>
                  <a:gd name="T9" fmla="*/ 0 h 318"/>
                  <a:gd name="T10" fmla="*/ 291 w 291"/>
                  <a:gd name="T11" fmla="*/ 0 h 318"/>
                  <a:gd name="T12" fmla="*/ 291 w 291"/>
                  <a:gd name="T13" fmla="*/ 0 h 318"/>
                  <a:gd name="T14" fmla="*/ 291 w 291"/>
                  <a:gd name="T15" fmla="*/ 318 h 318"/>
                  <a:gd name="T16" fmla="*/ 291 w 291"/>
                  <a:gd name="T17" fmla="*/ 0 h 318"/>
                  <a:gd name="T18" fmla="*/ 291 w 291"/>
                  <a:gd name="T19" fmla="*/ 0 h 318"/>
                  <a:gd name="T20" fmla="*/ 291 w 291"/>
                  <a:gd name="T21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1" h="318">
                    <a:moveTo>
                      <a:pt x="71" y="127"/>
                    </a:moveTo>
                    <a:lnTo>
                      <a:pt x="0" y="167"/>
                    </a:lnTo>
                    <a:lnTo>
                      <a:pt x="0" y="167"/>
                    </a:lnTo>
                    <a:lnTo>
                      <a:pt x="71" y="127"/>
                    </a:lnTo>
                    <a:close/>
                    <a:moveTo>
                      <a:pt x="291" y="0"/>
                    </a:moveTo>
                    <a:lnTo>
                      <a:pt x="291" y="0"/>
                    </a:lnTo>
                    <a:lnTo>
                      <a:pt x="291" y="0"/>
                    </a:lnTo>
                    <a:lnTo>
                      <a:pt x="291" y="318"/>
                    </a:lnTo>
                    <a:lnTo>
                      <a:pt x="291" y="0"/>
                    </a:lnTo>
                    <a:lnTo>
                      <a:pt x="291" y="0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EAC9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62" name="Freeform 147">
                <a:extLst>
                  <a:ext uri="{FF2B5EF4-FFF2-40B4-BE49-F238E27FC236}">
                    <a16:creationId xmlns:a16="http://schemas.microsoft.com/office/drawing/2014/main" id="{A6D6CD95-2C67-4449-94A6-E1B928EB97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39" y="1954"/>
                <a:ext cx="291" cy="318"/>
              </a:xfrm>
              <a:custGeom>
                <a:avLst/>
                <a:gdLst>
                  <a:gd name="T0" fmla="*/ 71 w 291"/>
                  <a:gd name="T1" fmla="*/ 127 h 318"/>
                  <a:gd name="T2" fmla="*/ 0 w 291"/>
                  <a:gd name="T3" fmla="*/ 167 h 318"/>
                  <a:gd name="T4" fmla="*/ 0 w 291"/>
                  <a:gd name="T5" fmla="*/ 167 h 318"/>
                  <a:gd name="T6" fmla="*/ 71 w 291"/>
                  <a:gd name="T7" fmla="*/ 127 h 318"/>
                  <a:gd name="T8" fmla="*/ 291 w 291"/>
                  <a:gd name="T9" fmla="*/ 0 h 318"/>
                  <a:gd name="T10" fmla="*/ 291 w 291"/>
                  <a:gd name="T11" fmla="*/ 0 h 318"/>
                  <a:gd name="T12" fmla="*/ 291 w 291"/>
                  <a:gd name="T13" fmla="*/ 0 h 318"/>
                  <a:gd name="T14" fmla="*/ 291 w 291"/>
                  <a:gd name="T15" fmla="*/ 318 h 318"/>
                  <a:gd name="T16" fmla="*/ 291 w 291"/>
                  <a:gd name="T17" fmla="*/ 0 h 318"/>
                  <a:gd name="T18" fmla="*/ 291 w 291"/>
                  <a:gd name="T19" fmla="*/ 0 h 318"/>
                  <a:gd name="T20" fmla="*/ 291 w 291"/>
                  <a:gd name="T21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1" h="318">
                    <a:moveTo>
                      <a:pt x="71" y="127"/>
                    </a:moveTo>
                    <a:lnTo>
                      <a:pt x="0" y="167"/>
                    </a:lnTo>
                    <a:lnTo>
                      <a:pt x="0" y="167"/>
                    </a:lnTo>
                    <a:lnTo>
                      <a:pt x="71" y="127"/>
                    </a:lnTo>
                    <a:moveTo>
                      <a:pt x="291" y="0"/>
                    </a:moveTo>
                    <a:lnTo>
                      <a:pt x="291" y="0"/>
                    </a:lnTo>
                    <a:lnTo>
                      <a:pt x="291" y="0"/>
                    </a:lnTo>
                    <a:lnTo>
                      <a:pt x="291" y="318"/>
                    </a:lnTo>
                    <a:lnTo>
                      <a:pt x="291" y="0"/>
                    </a:lnTo>
                    <a:lnTo>
                      <a:pt x="291" y="0"/>
                    </a:lnTo>
                    <a:lnTo>
                      <a:pt x="29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63" name="Freeform 148">
                <a:extLst>
                  <a:ext uri="{FF2B5EF4-FFF2-40B4-BE49-F238E27FC236}">
                    <a16:creationId xmlns:a16="http://schemas.microsoft.com/office/drawing/2014/main" id="{BF959952-32B6-4DA1-8738-EBAAA0D46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1954"/>
                <a:ext cx="291" cy="326"/>
              </a:xfrm>
              <a:custGeom>
                <a:avLst/>
                <a:gdLst>
                  <a:gd name="T0" fmla="*/ 291 w 291"/>
                  <a:gd name="T1" fmla="*/ 0 h 326"/>
                  <a:gd name="T2" fmla="*/ 71 w 291"/>
                  <a:gd name="T3" fmla="*/ 127 h 326"/>
                  <a:gd name="T4" fmla="*/ 0 w 291"/>
                  <a:gd name="T5" fmla="*/ 167 h 326"/>
                  <a:gd name="T6" fmla="*/ 119 w 291"/>
                  <a:gd name="T7" fmla="*/ 235 h 326"/>
                  <a:gd name="T8" fmla="*/ 275 w 291"/>
                  <a:gd name="T9" fmla="*/ 326 h 326"/>
                  <a:gd name="T10" fmla="*/ 291 w 291"/>
                  <a:gd name="T11" fmla="*/ 318 h 326"/>
                  <a:gd name="T12" fmla="*/ 291 w 291"/>
                  <a:gd name="T13" fmla="*/ 0 h 326"/>
                  <a:gd name="T14" fmla="*/ 291 w 291"/>
                  <a:gd name="T15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1" h="326">
                    <a:moveTo>
                      <a:pt x="291" y="0"/>
                    </a:moveTo>
                    <a:lnTo>
                      <a:pt x="71" y="127"/>
                    </a:lnTo>
                    <a:lnTo>
                      <a:pt x="0" y="167"/>
                    </a:lnTo>
                    <a:lnTo>
                      <a:pt x="119" y="235"/>
                    </a:lnTo>
                    <a:lnTo>
                      <a:pt x="275" y="326"/>
                    </a:lnTo>
                    <a:lnTo>
                      <a:pt x="291" y="318"/>
                    </a:lnTo>
                    <a:lnTo>
                      <a:pt x="291" y="0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C391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64" name="Freeform 149">
                <a:extLst>
                  <a:ext uri="{FF2B5EF4-FFF2-40B4-BE49-F238E27FC236}">
                    <a16:creationId xmlns:a16="http://schemas.microsoft.com/office/drawing/2014/main" id="{5850B1B5-6800-4487-BBA7-4EE2534C5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1954"/>
                <a:ext cx="291" cy="326"/>
              </a:xfrm>
              <a:custGeom>
                <a:avLst/>
                <a:gdLst>
                  <a:gd name="T0" fmla="*/ 291 w 291"/>
                  <a:gd name="T1" fmla="*/ 0 h 326"/>
                  <a:gd name="T2" fmla="*/ 71 w 291"/>
                  <a:gd name="T3" fmla="*/ 127 h 326"/>
                  <a:gd name="T4" fmla="*/ 0 w 291"/>
                  <a:gd name="T5" fmla="*/ 167 h 326"/>
                  <a:gd name="T6" fmla="*/ 119 w 291"/>
                  <a:gd name="T7" fmla="*/ 235 h 326"/>
                  <a:gd name="T8" fmla="*/ 275 w 291"/>
                  <a:gd name="T9" fmla="*/ 326 h 326"/>
                  <a:gd name="T10" fmla="*/ 291 w 291"/>
                  <a:gd name="T11" fmla="*/ 318 h 326"/>
                  <a:gd name="T12" fmla="*/ 291 w 291"/>
                  <a:gd name="T13" fmla="*/ 0 h 326"/>
                  <a:gd name="T14" fmla="*/ 291 w 291"/>
                  <a:gd name="T15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1" h="326">
                    <a:moveTo>
                      <a:pt x="291" y="0"/>
                    </a:moveTo>
                    <a:lnTo>
                      <a:pt x="71" y="127"/>
                    </a:lnTo>
                    <a:lnTo>
                      <a:pt x="0" y="167"/>
                    </a:lnTo>
                    <a:lnTo>
                      <a:pt x="119" y="235"/>
                    </a:lnTo>
                    <a:lnTo>
                      <a:pt x="275" y="326"/>
                    </a:lnTo>
                    <a:lnTo>
                      <a:pt x="291" y="318"/>
                    </a:lnTo>
                    <a:lnTo>
                      <a:pt x="291" y="0"/>
                    </a:lnTo>
                    <a:lnTo>
                      <a:pt x="29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65" name="Freeform 150">
                <a:extLst>
                  <a:ext uri="{FF2B5EF4-FFF2-40B4-BE49-F238E27FC236}">
                    <a16:creationId xmlns:a16="http://schemas.microsoft.com/office/drawing/2014/main" id="{29DFF2E2-3BB5-41D2-88F0-02477273D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954"/>
                <a:ext cx="55" cy="318"/>
              </a:xfrm>
              <a:custGeom>
                <a:avLst/>
                <a:gdLst>
                  <a:gd name="T0" fmla="*/ 0 w 55"/>
                  <a:gd name="T1" fmla="*/ 0 h 318"/>
                  <a:gd name="T2" fmla="*/ 0 w 55"/>
                  <a:gd name="T3" fmla="*/ 318 h 318"/>
                  <a:gd name="T4" fmla="*/ 55 w 55"/>
                  <a:gd name="T5" fmla="*/ 286 h 318"/>
                  <a:gd name="T6" fmla="*/ 0 w 55"/>
                  <a:gd name="T7" fmla="*/ 0 h 318"/>
                  <a:gd name="T8" fmla="*/ 0 w 55"/>
                  <a:gd name="T9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18">
                    <a:moveTo>
                      <a:pt x="0" y="0"/>
                    </a:moveTo>
                    <a:lnTo>
                      <a:pt x="0" y="318"/>
                    </a:lnTo>
                    <a:lnTo>
                      <a:pt x="55" y="28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FB1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66" name="Freeform 151">
                <a:extLst>
                  <a:ext uri="{FF2B5EF4-FFF2-40B4-BE49-F238E27FC236}">
                    <a16:creationId xmlns:a16="http://schemas.microsoft.com/office/drawing/2014/main" id="{2448627D-21E8-430B-A20E-20B08A622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954"/>
                <a:ext cx="55" cy="318"/>
              </a:xfrm>
              <a:custGeom>
                <a:avLst/>
                <a:gdLst>
                  <a:gd name="T0" fmla="*/ 0 w 55"/>
                  <a:gd name="T1" fmla="*/ 0 h 318"/>
                  <a:gd name="T2" fmla="*/ 0 w 55"/>
                  <a:gd name="T3" fmla="*/ 318 h 318"/>
                  <a:gd name="T4" fmla="*/ 55 w 55"/>
                  <a:gd name="T5" fmla="*/ 286 h 318"/>
                  <a:gd name="T6" fmla="*/ 0 w 55"/>
                  <a:gd name="T7" fmla="*/ 0 h 318"/>
                  <a:gd name="T8" fmla="*/ 0 w 55"/>
                  <a:gd name="T9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18">
                    <a:moveTo>
                      <a:pt x="0" y="0"/>
                    </a:moveTo>
                    <a:lnTo>
                      <a:pt x="0" y="318"/>
                    </a:lnTo>
                    <a:lnTo>
                      <a:pt x="55" y="286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67" name="Freeform 152">
                <a:extLst>
                  <a:ext uri="{FF2B5EF4-FFF2-40B4-BE49-F238E27FC236}">
                    <a16:creationId xmlns:a16="http://schemas.microsoft.com/office/drawing/2014/main" id="{4630C64E-A34F-437C-B7B4-AE507F683B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2416"/>
                <a:ext cx="47" cy="43"/>
              </a:xfrm>
              <a:custGeom>
                <a:avLst/>
                <a:gdLst>
                  <a:gd name="T0" fmla="*/ 12 w 12"/>
                  <a:gd name="T1" fmla="*/ 4 h 11"/>
                  <a:gd name="T2" fmla="*/ 11 w 12"/>
                  <a:gd name="T3" fmla="*/ 4 h 11"/>
                  <a:gd name="T4" fmla="*/ 8 w 12"/>
                  <a:gd name="T5" fmla="*/ 8 h 11"/>
                  <a:gd name="T6" fmla="*/ 6 w 12"/>
                  <a:gd name="T7" fmla="*/ 7 h 11"/>
                  <a:gd name="T8" fmla="*/ 3 w 12"/>
                  <a:gd name="T9" fmla="*/ 11 h 11"/>
                  <a:gd name="T10" fmla="*/ 1 w 12"/>
                  <a:gd name="T11" fmla="*/ 10 h 11"/>
                  <a:gd name="T12" fmla="*/ 0 w 12"/>
                  <a:gd name="T13" fmla="*/ 11 h 11"/>
                  <a:gd name="T14" fmla="*/ 6 w 12"/>
                  <a:gd name="T15" fmla="*/ 2 h 11"/>
                  <a:gd name="T16" fmla="*/ 12 w 12"/>
                  <a:gd name="T17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1">
                    <a:moveTo>
                      <a:pt x="12" y="4"/>
                    </a:moveTo>
                    <a:cubicBezTo>
                      <a:pt x="11" y="4"/>
                      <a:pt x="11" y="4"/>
                      <a:pt x="11" y="4"/>
                    </a:cubicBezTo>
                    <a:cubicBezTo>
                      <a:pt x="10" y="5"/>
                      <a:pt x="9" y="6"/>
                      <a:pt x="8" y="8"/>
                    </a:cubicBezTo>
                    <a:cubicBezTo>
                      <a:pt x="8" y="7"/>
                      <a:pt x="7" y="7"/>
                      <a:pt x="6" y="7"/>
                    </a:cubicBezTo>
                    <a:cubicBezTo>
                      <a:pt x="5" y="8"/>
                      <a:pt x="4" y="9"/>
                      <a:pt x="3" y="11"/>
                    </a:cubicBezTo>
                    <a:cubicBezTo>
                      <a:pt x="3" y="10"/>
                      <a:pt x="2" y="10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8"/>
                      <a:pt x="3" y="4"/>
                      <a:pt x="6" y="2"/>
                    </a:cubicBezTo>
                    <a:cubicBezTo>
                      <a:pt x="9" y="0"/>
                      <a:pt x="11" y="1"/>
                      <a:pt x="12" y="4"/>
                    </a:cubicBez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68" name="Freeform 153">
                <a:extLst>
                  <a:ext uri="{FF2B5EF4-FFF2-40B4-BE49-F238E27FC236}">
                    <a16:creationId xmlns:a16="http://schemas.microsoft.com/office/drawing/2014/main" id="{A4A1B3BD-D9A8-422E-A4E5-A981F4698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2440"/>
                <a:ext cx="11" cy="55"/>
              </a:xfrm>
              <a:custGeom>
                <a:avLst/>
                <a:gdLst>
                  <a:gd name="T0" fmla="*/ 2 w 3"/>
                  <a:gd name="T1" fmla="*/ 14 h 14"/>
                  <a:gd name="T2" fmla="*/ 0 w 3"/>
                  <a:gd name="T3" fmla="*/ 13 h 14"/>
                  <a:gd name="T4" fmla="*/ 0 w 3"/>
                  <a:gd name="T5" fmla="*/ 1 h 14"/>
                  <a:gd name="T6" fmla="*/ 1 w 3"/>
                  <a:gd name="T7" fmla="*/ 0 h 14"/>
                  <a:gd name="T8" fmla="*/ 1 w 3"/>
                  <a:gd name="T9" fmla="*/ 0 h 14"/>
                  <a:gd name="T10" fmla="*/ 1 w 3"/>
                  <a:gd name="T11" fmla="*/ 13 h 14"/>
                  <a:gd name="T12" fmla="*/ 2 w 3"/>
                  <a:gd name="T13" fmla="*/ 13 h 14"/>
                  <a:gd name="T14" fmla="*/ 2 w 3"/>
                  <a:gd name="T15" fmla="*/ 12 h 14"/>
                  <a:gd name="T16" fmla="*/ 3 w 3"/>
                  <a:gd name="T17" fmla="*/ 11 h 14"/>
                  <a:gd name="T18" fmla="*/ 3 w 3"/>
                  <a:gd name="T19" fmla="*/ 12 h 14"/>
                  <a:gd name="T20" fmla="*/ 2 w 3"/>
                  <a:gd name="T21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14">
                    <a:moveTo>
                      <a:pt x="2" y="14"/>
                    </a:moveTo>
                    <a:cubicBezTo>
                      <a:pt x="1" y="14"/>
                      <a:pt x="0" y="14"/>
                      <a:pt x="0" y="1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2" y="13"/>
                      <a:pt x="2" y="12"/>
                      <a:pt x="2" y="12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2"/>
                      <a:pt x="3" y="13"/>
                      <a:pt x="2" y="14"/>
                    </a:cubicBez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69" name="Freeform 154">
                <a:extLst>
                  <a:ext uri="{FF2B5EF4-FFF2-40B4-BE49-F238E27FC236}">
                    <a16:creationId xmlns:a16="http://schemas.microsoft.com/office/drawing/2014/main" id="{CC0D2B50-24BF-485A-B6B6-27CCCD205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" y="2384"/>
                <a:ext cx="32" cy="52"/>
              </a:xfrm>
              <a:custGeom>
                <a:avLst/>
                <a:gdLst>
                  <a:gd name="T0" fmla="*/ 4 w 8"/>
                  <a:gd name="T1" fmla="*/ 12 h 13"/>
                  <a:gd name="T2" fmla="*/ 3 w 8"/>
                  <a:gd name="T3" fmla="*/ 12 h 13"/>
                  <a:gd name="T4" fmla="*/ 0 w 8"/>
                  <a:gd name="T5" fmla="*/ 10 h 13"/>
                  <a:gd name="T6" fmla="*/ 0 w 8"/>
                  <a:gd name="T7" fmla="*/ 5 h 13"/>
                  <a:gd name="T8" fmla="*/ 8 w 8"/>
                  <a:gd name="T9" fmla="*/ 0 h 13"/>
                  <a:gd name="T10" fmla="*/ 8 w 8"/>
                  <a:gd name="T11" fmla="*/ 6 h 13"/>
                  <a:gd name="T12" fmla="*/ 4 w 8"/>
                  <a:gd name="T13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3">
                    <a:moveTo>
                      <a:pt x="4" y="12"/>
                    </a:moveTo>
                    <a:cubicBezTo>
                      <a:pt x="3" y="12"/>
                      <a:pt x="3" y="12"/>
                      <a:pt x="3" y="12"/>
                    </a:cubicBezTo>
                    <a:cubicBezTo>
                      <a:pt x="1" y="13"/>
                      <a:pt x="0" y="12"/>
                      <a:pt x="0" y="1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8"/>
                      <a:pt x="6" y="10"/>
                      <a:pt x="4" y="12"/>
                    </a:cubicBez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70" name="Rectangle 155">
                <a:extLst>
                  <a:ext uri="{FF2B5EF4-FFF2-40B4-BE49-F238E27FC236}">
                    <a16:creationId xmlns:a16="http://schemas.microsoft.com/office/drawing/2014/main" id="{810A1DFD-F3A1-4732-B851-DDD80DDE9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3" y="2428"/>
                <a:ext cx="4" cy="35"/>
              </a:xfrm>
              <a:prstGeom prst="rect">
                <a:avLst/>
              </a:pr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71" name="Freeform 156">
                <a:extLst>
                  <a:ext uri="{FF2B5EF4-FFF2-40B4-BE49-F238E27FC236}">
                    <a16:creationId xmlns:a16="http://schemas.microsoft.com/office/drawing/2014/main" id="{5229AD34-4C64-434A-BD23-9B808AA6A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5" y="2455"/>
                <a:ext cx="24" cy="16"/>
              </a:xfrm>
              <a:custGeom>
                <a:avLst/>
                <a:gdLst>
                  <a:gd name="T0" fmla="*/ 20 w 24"/>
                  <a:gd name="T1" fmla="*/ 4 h 16"/>
                  <a:gd name="T2" fmla="*/ 0 w 24"/>
                  <a:gd name="T3" fmla="*/ 16 h 16"/>
                  <a:gd name="T4" fmla="*/ 0 w 24"/>
                  <a:gd name="T5" fmla="*/ 16 h 16"/>
                  <a:gd name="T6" fmla="*/ 0 w 24"/>
                  <a:gd name="T7" fmla="*/ 12 h 16"/>
                  <a:gd name="T8" fmla="*/ 20 w 24"/>
                  <a:gd name="T9" fmla="*/ 0 h 16"/>
                  <a:gd name="T10" fmla="*/ 24 w 24"/>
                  <a:gd name="T11" fmla="*/ 0 h 16"/>
                  <a:gd name="T12" fmla="*/ 20 w 24"/>
                  <a:gd name="T13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6">
                    <a:moveTo>
                      <a:pt x="20" y="4"/>
                    </a:moveTo>
                    <a:lnTo>
                      <a:pt x="0" y="16"/>
                    </a:lnTo>
                    <a:lnTo>
                      <a:pt x="0" y="16"/>
                    </a:lnTo>
                    <a:lnTo>
                      <a:pt x="0" y="12"/>
                    </a:lnTo>
                    <a:lnTo>
                      <a:pt x="20" y="0"/>
                    </a:lnTo>
                    <a:lnTo>
                      <a:pt x="24" y="0"/>
                    </a:lnTo>
                    <a:lnTo>
                      <a:pt x="20" y="4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72" name="Freeform 157">
                <a:extLst>
                  <a:ext uri="{FF2B5EF4-FFF2-40B4-BE49-F238E27FC236}">
                    <a16:creationId xmlns:a16="http://schemas.microsoft.com/office/drawing/2014/main" id="{F3EB566E-8EF7-4826-A779-EF922F10A6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5" y="2356"/>
                <a:ext cx="72" cy="91"/>
              </a:xfrm>
              <a:custGeom>
                <a:avLst/>
                <a:gdLst>
                  <a:gd name="T0" fmla="*/ 16 w 18"/>
                  <a:gd name="T1" fmla="*/ 14 h 23"/>
                  <a:gd name="T2" fmla="*/ 1 w 18"/>
                  <a:gd name="T3" fmla="*/ 23 h 23"/>
                  <a:gd name="T4" fmla="*/ 0 w 18"/>
                  <a:gd name="T5" fmla="*/ 23 h 23"/>
                  <a:gd name="T6" fmla="*/ 0 w 18"/>
                  <a:gd name="T7" fmla="*/ 22 h 23"/>
                  <a:gd name="T8" fmla="*/ 8 w 18"/>
                  <a:gd name="T9" fmla="*/ 2 h 23"/>
                  <a:gd name="T10" fmla="*/ 10 w 18"/>
                  <a:gd name="T11" fmla="*/ 1 h 23"/>
                  <a:gd name="T12" fmla="*/ 17 w 18"/>
                  <a:gd name="T13" fmla="*/ 12 h 23"/>
                  <a:gd name="T14" fmla="*/ 17 w 18"/>
                  <a:gd name="T15" fmla="*/ 13 h 23"/>
                  <a:gd name="T16" fmla="*/ 16 w 18"/>
                  <a:gd name="T17" fmla="*/ 14 h 23"/>
                  <a:gd name="T18" fmla="*/ 9 w 18"/>
                  <a:gd name="T19" fmla="*/ 2 h 23"/>
                  <a:gd name="T20" fmla="*/ 1 w 18"/>
                  <a:gd name="T21" fmla="*/ 22 h 23"/>
                  <a:gd name="T22" fmla="*/ 17 w 18"/>
                  <a:gd name="T23" fmla="*/ 13 h 23"/>
                  <a:gd name="T24" fmla="*/ 9 w 18"/>
                  <a:gd name="T25" fmla="*/ 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3">
                    <a:moveTo>
                      <a:pt x="16" y="14"/>
                    </a:moveTo>
                    <a:cubicBezTo>
                      <a:pt x="1" y="23"/>
                      <a:pt x="1" y="23"/>
                      <a:pt x="1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2"/>
                      <a:pt x="0" y="2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9" y="0"/>
                      <a:pt x="10" y="1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8" y="12"/>
                      <a:pt x="18" y="13"/>
                      <a:pt x="17" y="13"/>
                    </a:cubicBezTo>
                    <a:cubicBezTo>
                      <a:pt x="17" y="14"/>
                      <a:pt x="17" y="14"/>
                      <a:pt x="16" y="14"/>
                    </a:cubicBezTo>
                    <a:close/>
                    <a:moveTo>
                      <a:pt x="9" y="2"/>
                    </a:moveTo>
                    <a:cubicBezTo>
                      <a:pt x="1" y="22"/>
                      <a:pt x="1" y="22"/>
                      <a:pt x="1" y="22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9" y="2"/>
                      <a:pt x="9" y="2"/>
                      <a:pt x="9" y="2"/>
                    </a:cubicBez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73" name="Freeform 158">
                <a:extLst>
                  <a:ext uri="{FF2B5EF4-FFF2-40B4-BE49-F238E27FC236}">
                    <a16:creationId xmlns:a16="http://schemas.microsoft.com/office/drawing/2014/main" id="{43BDBFF3-F2B5-47E5-AEFC-BF1F0EFE20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77" y="2376"/>
                <a:ext cx="4" cy="44"/>
              </a:xfrm>
              <a:custGeom>
                <a:avLst/>
                <a:gdLst>
                  <a:gd name="T0" fmla="*/ 0 w 4"/>
                  <a:gd name="T1" fmla="*/ 28 h 44"/>
                  <a:gd name="T2" fmla="*/ 0 w 4"/>
                  <a:gd name="T3" fmla="*/ 4 h 44"/>
                  <a:gd name="T4" fmla="*/ 4 w 4"/>
                  <a:gd name="T5" fmla="*/ 0 h 44"/>
                  <a:gd name="T6" fmla="*/ 4 w 4"/>
                  <a:gd name="T7" fmla="*/ 24 h 44"/>
                  <a:gd name="T8" fmla="*/ 4 w 4"/>
                  <a:gd name="T9" fmla="*/ 32 h 44"/>
                  <a:gd name="T10" fmla="*/ 0 w 4"/>
                  <a:gd name="T11" fmla="*/ 32 h 44"/>
                  <a:gd name="T12" fmla="*/ 0 w 4"/>
                  <a:gd name="T13" fmla="*/ 28 h 44"/>
                  <a:gd name="T14" fmla="*/ 0 w 4"/>
                  <a:gd name="T15" fmla="*/ 44 h 44"/>
                  <a:gd name="T16" fmla="*/ 0 w 4"/>
                  <a:gd name="T17" fmla="*/ 36 h 44"/>
                  <a:gd name="T18" fmla="*/ 4 w 4"/>
                  <a:gd name="T19" fmla="*/ 36 h 44"/>
                  <a:gd name="T20" fmla="*/ 4 w 4"/>
                  <a:gd name="T21" fmla="*/ 40 h 44"/>
                  <a:gd name="T22" fmla="*/ 0 w 4"/>
                  <a:gd name="T23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4">
                    <a:moveTo>
                      <a:pt x="0" y="28"/>
                    </a:moveTo>
                    <a:lnTo>
                      <a:pt x="0" y="4"/>
                    </a:lnTo>
                    <a:lnTo>
                      <a:pt x="4" y="0"/>
                    </a:lnTo>
                    <a:lnTo>
                      <a:pt x="4" y="24"/>
                    </a:lnTo>
                    <a:lnTo>
                      <a:pt x="4" y="32"/>
                    </a:lnTo>
                    <a:lnTo>
                      <a:pt x="0" y="32"/>
                    </a:lnTo>
                    <a:lnTo>
                      <a:pt x="0" y="28"/>
                    </a:lnTo>
                    <a:close/>
                    <a:moveTo>
                      <a:pt x="0" y="44"/>
                    </a:moveTo>
                    <a:lnTo>
                      <a:pt x="0" y="36"/>
                    </a:lnTo>
                    <a:lnTo>
                      <a:pt x="4" y="36"/>
                    </a:lnTo>
                    <a:lnTo>
                      <a:pt x="4" y="4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74" name="Freeform 159">
                <a:extLst>
                  <a:ext uri="{FF2B5EF4-FFF2-40B4-BE49-F238E27FC236}">
                    <a16:creationId xmlns:a16="http://schemas.microsoft.com/office/drawing/2014/main" id="{32692E72-5D62-48D8-9063-797D6F14F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2224"/>
                <a:ext cx="115" cy="152"/>
              </a:xfrm>
              <a:custGeom>
                <a:avLst/>
                <a:gdLst>
                  <a:gd name="T0" fmla="*/ 115 w 115"/>
                  <a:gd name="T1" fmla="*/ 88 h 152"/>
                  <a:gd name="T2" fmla="*/ 0 w 115"/>
                  <a:gd name="T3" fmla="*/ 152 h 152"/>
                  <a:gd name="T4" fmla="*/ 0 w 115"/>
                  <a:gd name="T5" fmla="*/ 68 h 152"/>
                  <a:gd name="T6" fmla="*/ 115 w 115"/>
                  <a:gd name="T7" fmla="*/ 0 h 152"/>
                  <a:gd name="T8" fmla="*/ 115 w 115"/>
                  <a:gd name="T9" fmla="*/ 88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" h="152">
                    <a:moveTo>
                      <a:pt x="115" y="88"/>
                    </a:moveTo>
                    <a:lnTo>
                      <a:pt x="0" y="152"/>
                    </a:lnTo>
                    <a:lnTo>
                      <a:pt x="0" y="68"/>
                    </a:lnTo>
                    <a:lnTo>
                      <a:pt x="115" y="0"/>
                    </a:lnTo>
                    <a:lnTo>
                      <a:pt x="115" y="88"/>
                    </a:lnTo>
                    <a:close/>
                  </a:path>
                </a:pathLst>
              </a:custGeom>
              <a:solidFill>
                <a:srgbClr val="ECEB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75" name="Freeform 160">
                <a:extLst>
                  <a:ext uri="{FF2B5EF4-FFF2-40B4-BE49-F238E27FC236}">
                    <a16:creationId xmlns:a16="http://schemas.microsoft.com/office/drawing/2014/main" id="{4A626368-8AF0-4F64-9D2F-2D66F6D72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2224"/>
                <a:ext cx="115" cy="152"/>
              </a:xfrm>
              <a:custGeom>
                <a:avLst/>
                <a:gdLst>
                  <a:gd name="T0" fmla="*/ 115 w 115"/>
                  <a:gd name="T1" fmla="*/ 88 h 152"/>
                  <a:gd name="T2" fmla="*/ 0 w 115"/>
                  <a:gd name="T3" fmla="*/ 152 h 152"/>
                  <a:gd name="T4" fmla="*/ 0 w 115"/>
                  <a:gd name="T5" fmla="*/ 68 h 152"/>
                  <a:gd name="T6" fmla="*/ 115 w 115"/>
                  <a:gd name="T7" fmla="*/ 0 h 152"/>
                  <a:gd name="T8" fmla="*/ 115 w 115"/>
                  <a:gd name="T9" fmla="*/ 88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" h="152">
                    <a:moveTo>
                      <a:pt x="115" y="88"/>
                    </a:moveTo>
                    <a:lnTo>
                      <a:pt x="0" y="152"/>
                    </a:lnTo>
                    <a:lnTo>
                      <a:pt x="0" y="68"/>
                    </a:lnTo>
                    <a:lnTo>
                      <a:pt x="115" y="0"/>
                    </a:lnTo>
                    <a:lnTo>
                      <a:pt x="115" y="8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76" name="Freeform 161">
                <a:extLst>
                  <a:ext uri="{FF2B5EF4-FFF2-40B4-BE49-F238E27FC236}">
                    <a16:creationId xmlns:a16="http://schemas.microsoft.com/office/drawing/2014/main" id="{68D2882E-0E3A-4D80-9148-BEE3173AD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304"/>
                <a:ext cx="68" cy="44"/>
              </a:xfrm>
              <a:custGeom>
                <a:avLst/>
                <a:gdLst>
                  <a:gd name="T0" fmla="*/ 17 w 17"/>
                  <a:gd name="T1" fmla="*/ 1 h 11"/>
                  <a:gd name="T2" fmla="*/ 0 w 17"/>
                  <a:gd name="T3" fmla="*/ 11 h 11"/>
                  <a:gd name="T4" fmla="*/ 0 w 17"/>
                  <a:gd name="T5" fmla="*/ 10 h 11"/>
                  <a:gd name="T6" fmla="*/ 0 w 17"/>
                  <a:gd name="T7" fmla="*/ 9 h 11"/>
                  <a:gd name="T8" fmla="*/ 17 w 17"/>
                  <a:gd name="T9" fmla="*/ 0 h 11"/>
                  <a:gd name="T10" fmla="*/ 17 w 17"/>
                  <a:gd name="T11" fmla="*/ 0 h 11"/>
                  <a:gd name="T12" fmla="*/ 17 w 17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1">
                    <a:moveTo>
                      <a:pt x="17" y="1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1"/>
                      <a:pt x="17" y="1"/>
                      <a:pt x="17" y="1"/>
                    </a:cubicBezTo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77" name="Freeform 162">
                <a:extLst>
                  <a:ext uri="{FF2B5EF4-FFF2-40B4-BE49-F238E27FC236}">
                    <a16:creationId xmlns:a16="http://schemas.microsoft.com/office/drawing/2014/main" id="{4F78131C-56B7-4B4C-9A68-A504E78D4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288"/>
                <a:ext cx="68" cy="44"/>
              </a:xfrm>
              <a:custGeom>
                <a:avLst/>
                <a:gdLst>
                  <a:gd name="T0" fmla="*/ 17 w 17"/>
                  <a:gd name="T1" fmla="*/ 1 h 11"/>
                  <a:gd name="T2" fmla="*/ 0 w 17"/>
                  <a:gd name="T3" fmla="*/ 11 h 11"/>
                  <a:gd name="T4" fmla="*/ 0 w 17"/>
                  <a:gd name="T5" fmla="*/ 10 h 11"/>
                  <a:gd name="T6" fmla="*/ 0 w 17"/>
                  <a:gd name="T7" fmla="*/ 9 h 11"/>
                  <a:gd name="T8" fmla="*/ 17 w 17"/>
                  <a:gd name="T9" fmla="*/ 0 h 11"/>
                  <a:gd name="T10" fmla="*/ 17 w 17"/>
                  <a:gd name="T11" fmla="*/ 0 h 11"/>
                  <a:gd name="T12" fmla="*/ 17 w 17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1">
                    <a:moveTo>
                      <a:pt x="17" y="1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1"/>
                      <a:pt x="17" y="1"/>
                      <a:pt x="17" y="1"/>
                    </a:cubicBezTo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78" name="Freeform 163">
                <a:extLst>
                  <a:ext uri="{FF2B5EF4-FFF2-40B4-BE49-F238E27FC236}">
                    <a16:creationId xmlns:a16="http://schemas.microsoft.com/office/drawing/2014/main" id="{0E1A7E92-0AF8-4695-BDC1-D3FCF4638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272"/>
                <a:ext cx="68" cy="44"/>
              </a:xfrm>
              <a:custGeom>
                <a:avLst/>
                <a:gdLst>
                  <a:gd name="T0" fmla="*/ 17 w 17"/>
                  <a:gd name="T1" fmla="*/ 1 h 11"/>
                  <a:gd name="T2" fmla="*/ 0 w 17"/>
                  <a:gd name="T3" fmla="*/ 11 h 11"/>
                  <a:gd name="T4" fmla="*/ 0 w 17"/>
                  <a:gd name="T5" fmla="*/ 10 h 11"/>
                  <a:gd name="T6" fmla="*/ 0 w 17"/>
                  <a:gd name="T7" fmla="*/ 9 h 11"/>
                  <a:gd name="T8" fmla="*/ 17 w 17"/>
                  <a:gd name="T9" fmla="*/ 0 h 11"/>
                  <a:gd name="T10" fmla="*/ 17 w 17"/>
                  <a:gd name="T11" fmla="*/ 0 h 11"/>
                  <a:gd name="T12" fmla="*/ 17 w 17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1">
                    <a:moveTo>
                      <a:pt x="17" y="1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1"/>
                      <a:pt x="17" y="1"/>
                      <a:pt x="17" y="1"/>
                    </a:cubicBezTo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79" name="Freeform 164">
                <a:extLst>
                  <a:ext uri="{FF2B5EF4-FFF2-40B4-BE49-F238E27FC236}">
                    <a16:creationId xmlns:a16="http://schemas.microsoft.com/office/drawing/2014/main" id="{123EC5C6-B707-4945-B22F-AA9604D94C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256"/>
                <a:ext cx="68" cy="44"/>
              </a:xfrm>
              <a:custGeom>
                <a:avLst/>
                <a:gdLst>
                  <a:gd name="T0" fmla="*/ 17 w 17"/>
                  <a:gd name="T1" fmla="*/ 1 h 11"/>
                  <a:gd name="T2" fmla="*/ 0 w 17"/>
                  <a:gd name="T3" fmla="*/ 11 h 11"/>
                  <a:gd name="T4" fmla="*/ 0 w 17"/>
                  <a:gd name="T5" fmla="*/ 10 h 11"/>
                  <a:gd name="T6" fmla="*/ 0 w 17"/>
                  <a:gd name="T7" fmla="*/ 9 h 11"/>
                  <a:gd name="T8" fmla="*/ 17 w 17"/>
                  <a:gd name="T9" fmla="*/ 0 h 11"/>
                  <a:gd name="T10" fmla="*/ 17 w 17"/>
                  <a:gd name="T11" fmla="*/ 0 h 11"/>
                  <a:gd name="T12" fmla="*/ 17 w 17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1">
                    <a:moveTo>
                      <a:pt x="17" y="1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1"/>
                      <a:pt x="17" y="1"/>
                    </a:cubicBezTo>
                  </a:path>
                </a:pathLst>
              </a:custGeom>
              <a:solidFill>
                <a:srgbClr val="744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80" name="Rectangle 165">
                <a:extLst>
                  <a:ext uri="{FF2B5EF4-FFF2-40B4-BE49-F238E27FC236}">
                    <a16:creationId xmlns:a16="http://schemas.microsoft.com/office/drawing/2014/main" id="{1D421FD9-4FA5-4348-B605-1FB791009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3" y="2121"/>
                <a:ext cx="1" cy="36"/>
              </a:xfrm>
              <a:prstGeom prst="rect">
                <a:avLst/>
              </a:prstGeom>
              <a:solidFill>
                <a:srgbClr val="EAE2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81" name="Rectangle 166">
                <a:extLst>
                  <a:ext uri="{FF2B5EF4-FFF2-40B4-BE49-F238E27FC236}">
                    <a16:creationId xmlns:a16="http://schemas.microsoft.com/office/drawing/2014/main" id="{8AD6E15B-1D12-445D-851A-E3DA803C3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3" y="2121"/>
                <a:ext cx="1" cy="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82" name="Rectangle 167">
                <a:extLst>
                  <a:ext uri="{FF2B5EF4-FFF2-40B4-BE49-F238E27FC236}">
                    <a16:creationId xmlns:a16="http://schemas.microsoft.com/office/drawing/2014/main" id="{FD2343A6-392F-48C4-A264-0779AD44E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3" y="2157"/>
                <a:ext cx="1" cy="32"/>
              </a:xfrm>
              <a:prstGeom prst="rect">
                <a:avLst/>
              </a:prstGeom>
              <a:solidFill>
                <a:srgbClr val="DDD8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83" name="Rectangle 168">
                <a:extLst>
                  <a:ext uri="{FF2B5EF4-FFF2-40B4-BE49-F238E27FC236}">
                    <a16:creationId xmlns:a16="http://schemas.microsoft.com/office/drawing/2014/main" id="{12E35977-D736-4E3C-B4BF-17A52D1346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3" y="2157"/>
                <a:ext cx="1" cy="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84" name="Rectangle 169">
                <a:extLst>
                  <a:ext uri="{FF2B5EF4-FFF2-40B4-BE49-F238E27FC236}">
                    <a16:creationId xmlns:a16="http://schemas.microsoft.com/office/drawing/2014/main" id="{584E236B-A1C9-4DE9-B643-1BF5C50C2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3" y="2189"/>
                <a:ext cx="1" cy="47"/>
              </a:xfrm>
              <a:prstGeom prst="rect">
                <a:avLst/>
              </a:prstGeom>
              <a:solidFill>
                <a:srgbClr val="514F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85" name="Rectangle 170">
                <a:extLst>
                  <a:ext uri="{FF2B5EF4-FFF2-40B4-BE49-F238E27FC236}">
                    <a16:creationId xmlns:a16="http://schemas.microsoft.com/office/drawing/2014/main" id="{EF09E956-0AF4-4A46-9E32-084C0D0CDC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3" y="2189"/>
                <a:ext cx="1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86" name="Rectangle 171">
                <a:extLst>
                  <a:ext uri="{FF2B5EF4-FFF2-40B4-BE49-F238E27FC236}">
                    <a16:creationId xmlns:a16="http://schemas.microsoft.com/office/drawing/2014/main" id="{51CDB7DB-BBBC-4337-B693-2CEEA4EDEE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3" y="2117"/>
                <a:ext cx="1" cy="4"/>
              </a:xfrm>
              <a:prstGeom prst="rect">
                <a:avLst/>
              </a:prstGeom>
              <a:solidFill>
                <a:srgbClr val="DFB1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87" name="Rectangle 172">
                <a:extLst>
                  <a:ext uri="{FF2B5EF4-FFF2-40B4-BE49-F238E27FC236}">
                    <a16:creationId xmlns:a16="http://schemas.microsoft.com/office/drawing/2014/main" id="{710F51EB-3668-4211-9654-B56822E8E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3" y="2117"/>
                <a:ext cx="1" cy="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88" name="Freeform 173">
                <a:extLst>
                  <a:ext uri="{FF2B5EF4-FFF2-40B4-BE49-F238E27FC236}">
                    <a16:creationId xmlns:a16="http://schemas.microsoft.com/office/drawing/2014/main" id="{42C5C6F5-3DCD-4EBF-8FD5-8CA9B07CA2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14" y="2117"/>
                <a:ext cx="299" cy="275"/>
              </a:xfrm>
              <a:custGeom>
                <a:avLst/>
                <a:gdLst>
                  <a:gd name="T0" fmla="*/ 44 w 299"/>
                  <a:gd name="T1" fmla="*/ 259 h 275"/>
                  <a:gd name="T2" fmla="*/ 44 w 299"/>
                  <a:gd name="T3" fmla="*/ 175 h 275"/>
                  <a:gd name="T4" fmla="*/ 159 w 299"/>
                  <a:gd name="T5" fmla="*/ 107 h 275"/>
                  <a:gd name="T6" fmla="*/ 159 w 299"/>
                  <a:gd name="T7" fmla="*/ 195 h 275"/>
                  <a:gd name="T8" fmla="*/ 44 w 299"/>
                  <a:gd name="T9" fmla="*/ 259 h 275"/>
                  <a:gd name="T10" fmla="*/ 299 w 299"/>
                  <a:gd name="T11" fmla="*/ 0 h 275"/>
                  <a:gd name="T12" fmla="*/ 0 w 299"/>
                  <a:gd name="T13" fmla="*/ 175 h 275"/>
                  <a:gd name="T14" fmla="*/ 40 w 299"/>
                  <a:gd name="T15" fmla="*/ 275 h 275"/>
                  <a:gd name="T16" fmla="*/ 299 w 299"/>
                  <a:gd name="T17" fmla="*/ 119 h 275"/>
                  <a:gd name="T18" fmla="*/ 299 w 299"/>
                  <a:gd name="T19" fmla="*/ 72 h 275"/>
                  <a:gd name="T20" fmla="*/ 299 w 299"/>
                  <a:gd name="T21" fmla="*/ 40 h 275"/>
                  <a:gd name="T22" fmla="*/ 299 w 299"/>
                  <a:gd name="T23" fmla="*/ 4 h 275"/>
                  <a:gd name="T24" fmla="*/ 299 w 299"/>
                  <a:gd name="T25" fmla="*/ 0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9" h="275">
                    <a:moveTo>
                      <a:pt x="44" y="259"/>
                    </a:moveTo>
                    <a:lnTo>
                      <a:pt x="44" y="175"/>
                    </a:lnTo>
                    <a:lnTo>
                      <a:pt x="159" y="107"/>
                    </a:lnTo>
                    <a:lnTo>
                      <a:pt x="159" y="195"/>
                    </a:lnTo>
                    <a:lnTo>
                      <a:pt x="44" y="259"/>
                    </a:lnTo>
                    <a:close/>
                    <a:moveTo>
                      <a:pt x="299" y="0"/>
                    </a:moveTo>
                    <a:lnTo>
                      <a:pt x="0" y="175"/>
                    </a:lnTo>
                    <a:lnTo>
                      <a:pt x="40" y="275"/>
                    </a:lnTo>
                    <a:lnTo>
                      <a:pt x="299" y="119"/>
                    </a:lnTo>
                    <a:lnTo>
                      <a:pt x="299" y="72"/>
                    </a:lnTo>
                    <a:lnTo>
                      <a:pt x="299" y="40"/>
                    </a:lnTo>
                    <a:lnTo>
                      <a:pt x="299" y="4"/>
                    </a:lnTo>
                    <a:lnTo>
                      <a:pt x="299" y="0"/>
                    </a:lnTo>
                    <a:close/>
                  </a:path>
                </a:pathLst>
              </a:custGeom>
              <a:solidFill>
                <a:srgbClr val="C391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89" name="Freeform 174">
                <a:extLst>
                  <a:ext uri="{FF2B5EF4-FFF2-40B4-BE49-F238E27FC236}">
                    <a16:creationId xmlns:a16="http://schemas.microsoft.com/office/drawing/2014/main" id="{E1FDAC81-4AD9-4115-86A2-1FF427B050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14" y="2117"/>
                <a:ext cx="299" cy="275"/>
              </a:xfrm>
              <a:custGeom>
                <a:avLst/>
                <a:gdLst>
                  <a:gd name="T0" fmla="*/ 44 w 299"/>
                  <a:gd name="T1" fmla="*/ 259 h 275"/>
                  <a:gd name="T2" fmla="*/ 44 w 299"/>
                  <a:gd name="T3" fmla="*/ 175 h 275"/>
                  <a:gd name="T4" fmla="*/ 159 w 299"/>
                  <a:gd name="T5" fmla="*/ 107 h 275"/>
                  <a:gd name="T6" fmla="*/ 159 w 299"/>
                  <a:gd name="T7" fmla="*/ 195 h 275"/>
                  <a:gd name="T8" fmla="*/ 44 w 299"/>
                  <a:gd name="T9" fmla="*/ 259 h 275"/>
                  <a:gd name="T10" fmla="*/ 299 w 299"/>
                  <a:gd name="T11" fmla="*/ 0 h 275"/>
                  <a:gd name="T12" fmla="*/ 0 w 299"/>
                  <a:gd name="T13" fmla="*/ 175 h 275"/>
                  <a:gd name="T14" fmla="*/ 40 w 299"/>
                  <a:gd name="T15" fmla="*/ 275 h 275"/>
                  <a:gd name="T16" fmla="*/ 299 w 299"/>
                  <a:gd name="T17" fmla="*/ 119 h 275"/>
                  <a:gd name="T18" fmla="*/ 299 w 299"/>
                  <a:gd name="T19" fmla="*/ 72 h 275"/>
                  <a:gd name="T20" fmla="*/ 299 w 299"/>
                  <a:gd name="T21" fmla="*/ 40 h 275"/>
                  <a:gd name="T22" fmla="*/ 299 w 299"/>
                  <a:gd name="T23" fmla="*/ 4 h 275"/>
                  <a:gd name="T24" fmla="*/ 299 w 299"/>
                  <a:gd name="T25" fmla="*/ 0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9" h="275">
                    <a:moveTo>
                      <a:pt x="44" y="259"/>
                    </a:moveTo>
                    <a:lnTo>
                      <a:pt x="44" y="175"/>
                    </a:lnTo>
                    <a:lnTo>
                      <a:pt x="159" y="107"/>
                    </a:lnTo>
                    <a:lnTo>
                      <a:pt x="159" y="195"/>
                    </a:lnTo>
                    <a:lnTo>
                      <a:pt x="44" y="259"/>
                    </a:lnTo>
                    <a:moveTo>
                      <a:pt x="299" y="0"/>
                    </a:moveTo>
                    <a:lnTo>
                      <a:pt x="0" y="175"/>
                    </a:lnTo>
                    <a:lnTo>
                      <a:pt x="40" y="275"/>
                    </a:lnTo>
                    <a:lnTo>
                      <a:pt x="299" y="119"/>
                    </a:lnTo>
                    <a:lnTo>
                      <a:pt x="299" y="72"/>
                    </a:lnTo>
                    <a:lnTo>
                      <a:pt x="299" y="40"/>
                    </a:lnTo>
                    <a:lnTo>
                      <a:pt x="299" y="4"/>
                    </a:lnTo>
                    <a:lnTo>
                      <a:pt x="29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90" name="Freeform 175">
                <a:extLst>
                  <a:ext uri="{FF2B5EF4-FFF2-40B4-BE49-F238E27FC236}">
                    <a16:creationId xmlns:a16="http://schemas.microsoft.com/office/drawing/2014/main" id="{87F8B24D-D13E-4CF6-A831-86157CEA314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58" y="2224"/>
                <a:ext cx="115" cy="152"/>
              </a:xfrm>
              <a:custGeom>
                <a:avLst/>
                <a:gdLst>
                  <a:gd name="T0" fmla="*/ 6 w 29"/>
                  <a:gd name="T1" fmla="*/ 31 h 38"/>
                  <a:gd name="T2" fmla="*/ 6 w 29"/>
                  <a:gd name="T3" fmla="*/ 30 h 38"/>
                  <a:gd name="T4" fmla="*/ 6 w 29"/>
                  <a:gd name="T5" fmla="*/ 29 h 38"/>
                  <a:gd name="T6" fmla="*/ 23 w 29"/>
                  <a:gd name="T7" fmla="*/ 20 h 38"/>
                  <a:gd name="T8" fmla="*/ 23 w 29"/>
                  <a:gd name="T9" fmla="*/ 20 h 38"/>
                  <a:gd name="T10" fmla="*/ 23 w 29"/>
                  <a:gd name="T11" fmla="*/ 20 h 38"/>
                  <a:gd name="T12" fmla="*/ 23 w 29"/>
                  <a:gd name="T13" fmla="*/ 21 h 38"/>
                  <a:gd name="T14" fmla="*/ 6 w 29"/>
                  <a:gd name="T15" fmla="*/ 31 h 38"/>
                  <a:gd name="T16" fmla="*/ 6 w 29"/>
                  <a:gd name="T17" fmla="*/ 31 h 38"/>
                  <a:gd name="T18" fmla="*/ 6 w 29"/>
                  <a:gd name="T19" fmla="*/ 27 h 38"/>
                  <a:gd name="T20" fmla="*/ 6 w 29"/>
                  <a:gd name="T21" fmla="*/ 26 h 38"/>
                  <a:gd name="T22" fmla="*/ 6 w 29"/>
                  <a:gd name="T23" fmla="*/ 25 h 38"/>
                  <a:gd name="T24" fmla="*/ 23 w 29"/>
                  <a:gd name="T25" fmla="*/ 16 h 38"/>
                  <a:gd name="T26" fmla="*/ 23 w 29"/>
                  <a:gd name="T27" fmla="*/ 16 h 38"/>
                  <a:gd name="T28" fmla="*/ 23 w 29"/>
                  <a:gd name="T29" fmla="*/ 16 h 38"/>
                  <a:gd name="T30" fmla="*/ 23 w 29"/>
                  <a:gd name="T31" fmla="*/ 17 h 38"/>
                  <a:gd name="T32" fmla="*/ 6 w 29"/>
                  <a:gd name="T33" fmla="*/ 27 h 38"/>
                  <a:gd name="T34" fmla="*/ 6 w 29"/>
                  <a:gd name="T35" fmla="*/ 27 h 38"/>
                  <a:gd name="T36" fmla="*/ 6 w 29"/>
                  <a:gd name="T37" fmla="*/ 23 h 38"/>
                  <a:gd name="T38" fmla="*/ 6 w 29"/>
                  <a:gd name="T39" fmla="*/ 22 h 38"/>
                  <a:gd name="T40" fmla="*/ 6 w 29"/>
                  <a:gd name="T41" fmla="*/ 21 h 38"/>
                  <a:gd name="T42" fmla="*/ 23 w 29"/>
                  <a:gd name="T43" fmla="*/ 12 h 38"/>
                  <a:gd name="T44" fmla="*/ 23 w 29"/>
                  <a:gd name="T45" fmla="*/ 12 h 38"/>
                  <a:gd name="T46" fmla="*/ 23 w 29"/>
                  <a:gd name="T47" fmla="*/ 12 h 38"/>
                  <a:gd name="T48" fmla="*/ 23 w 29"/>
                  <a:gd name="T49" fmla="*/ 13 h 38"/>
                  <a:gd name="T50" fmla="*/ 6 w 29"/>
                  <a:gd name="T51" fmla="*/ 23 h 38"/>
                  <a:gd name="T52" fmla="*/ 6 w 29"/>
                  <a:gd name="T53" fmla="*/ 23 h 38"/>
                  <a:gd name="T54" fmla="*/ 6 w 29"/>
                  <a:gd name="T55" fmla="*/ 19 h 38"/>
                  <a:gd name="T56" fmla="*/ 6 w 29"/>
                  <a:gd name="T57" fmla="*/ 18 h 38"/>
                  <a:gd name="T58" fmla="*/ 6 w 29"/>
                  <a:gd name="T59" fmla="*/ 17 h 38"/>
                  <a:gd name="T60" fmla="*/ 23 w 29"/>
                  <a:gd name="T61" fmla="*/ 8 h 38"/>
                  <a:gd name="T62" fmla="*/ 23 w 29"/>
                  <a:gd name="T63" fmla="*/ 8 h 38"/>
                  <a:gd name="T64" fmla="*/ 23 w 29"/>
                  <a:gd name="T65" fmla="*/ 8 h 38"/>
                  <a:gd name="T66" fmla="*/ 23 w 29"/>
                  <a:gd name="T67" fmla="*/ 9 h 38"/>
                  <a:gd name="T68" fmla="*/ 6 w 29"/>
                  <a:gd name="T69" fmla="*/ 19 h 38"/>
                  <a:gd name="T70" fmla="*/ 6 w 29"/>
                  <a:gd name="T71" fmla="*/ 19 h 38"/>
                  <a:gd name="T72" fmla="*/ 29 w 29"/>
                  <a:gd name="T73" fmla="*/ 0 h 38"/>
                  <a:gd name="T74" fmla="*/ 0 w 29"/>
                  <a:gd name="T75" fmla="*/ 17 h 38"/>
                  <a:gd name="T76" fmla="*/ 0 w 29"/>
                  <a:gd name="T77" fmla="*/ 38 h 38"/>
                  <a:gd name="T78" fmla="*/ 29 w 29"/>
                  <a:gd name="T79" fmla="*/ 22 h 38"/>
                  <a:gd name="T80" fmla="*/ 29 w 29"/>
                  <a:gd name="T8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9" h="38">
                    <a:moveTo>
                      <a:pt x="6" y="31"/>
                    </a:moveTo>
                    <a:cubicBezTo>
                      <a:pt x="6" y="31"/>
                      <a:pt x="6" y="31"/>
                      <a:pt x="6" y="30"/>
                    </a:cubicBezTo>
                    <a:cubicBezTo>
                      <a:pt x="6" y="30"/>
                      <a:pt x="6" y="29"/>
                      <a:pt x="6" y="2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6" y="31"/>
                      <a:pt x="6" y="31"/>
                      <a:pt x="6" y="31"/>
                    </a:cubicBezTo>
                    <a:moveTo>
                      <a:pt x="6" y="27"/>
                    </a:moveTo>
                    <a:cubicBezTo>
                      <a:pt x="6" y="27"/>
                      <a:pt x="6" y="27"/>
                      <a:pt x="6" y="26"/>
                    </a:cubicBezTo>
                    <a:cubicBezTo>
                      <a:pt x="6" y="26"/>
                      <a:pt x="6" y="25"/>
                      <a:pt x="6" y="25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6" y="27"/>
                      <a:pt x="6" y="27"/>
                      <a:pt x="6" y="27"/>
                    </a:cubicBezTo>
                    <a:moveTo>
                      <a:pt x="6" y="23"/>
                    </a:moveTo>
                    <a:cubicBezTo>
                      <a:pt x="6" y="23"/>
                      <a:pt x="6" y="22"/>
                      <a:pt x="6" y="22"/>
                    </a:cubicBezTo>
                    <a:cubicBezTo>
                      <a:pt x="6" y="22"/>
                      <a:pt x="6" y="21"/>
                      <a:pt x="6" y="21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moveTo>
                      <a:pt x="6" y="19"/>
                    </a:moveTo>
                    <a:cubicBezTo>
                      <a:pt x="6" y="19"/>
                      <a:pt x="6" y="18"/>
                      <a:pt x="6" y="18"/>
                    </a:cubicBezTo>
                    <a:cubicBezTo>
                      <a:pt x="6" y="18"/>
                      <a:pt x="6" y="17"/>
                      <a:pt x="6" y="17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9"/>
                      <a:pt x="23" y="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moveTo>
                      <a:pt x="29" y="0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D9D0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91" name="Freeform 176">
                <a:extLst>
                  <a:ext uri="{FF2B5EF4-FFF2-40B4-BE49-F238E27FC236}">
                    <a16:creationId xmlns:a16="http://schemas.microsoft.com/office/drawing/2014/main" id="{AE3D8842-F1E5-42A2-99BB-B9667CA32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304"/>
                <a:ext cx="68" cy="44"/>
              </a:xfrm>
              <a:custGeom>
                <a:avLst/>
                <a:gdLst>
                  <a:gd name="T0" fmla="*/ 17 w 17"/>
                  <a:gd name="T1" fmla="*/ 0 h 11"/>
                  <a:gd name="T2" fmla="*/ 17 w 17"/>
                  <a:gd name="T3" fmla="*/ 0 h 11"/>
                  <a:gd name="T4" fmla="*/ 0 w 17"/>
                  <a:gd name="T5" fmla="*/ 9 h 11"/>
                  <a:gd name="T6" fmla="*/ 0 w 17"/>
                  <a:gd name="T7" fmla="*/ 10 h 11"/>
                  <a:gd name="T8" fmla="*/ 0 w 17"/>
                  <a:gd name="T9" fmla="*/ 11 h 11"/>
                  <a:gd name="T10" fmla="*/ 0 w 17"/>
                  <a:gd name="T11" fmla="*/ 11 h 11"/>
                  <a:gd name="T12" fmla="*/ 17 w 17"/>
                  <a:gd name="T13" fmla="*/ 1 h 11"/>
                  <a:gd name="T14" fmla="*/ 17 w 17"/>
                  <a:gd name="T15" fmla="*/ 0 h 11"/>
                  <a:gd name="T16" fmla="*/ 17 w 17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1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1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6B43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92" name="Freeform 177">
                <a:extLst>
                  <a:ext uri="{FF2B5EF4-FFF2-40B4-BE49-F238E27FC236}">
                    <a16:creationId xmlns:a16="http://schemas.microsoft.com/office/drawing/2014/main" id="{A2082720-34B1-4F23-9297-CF4B99096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288"/>
                <a:ext cx="68" cy="44"/>
              </a:xfrm>
              <a:custGeom>
                <a:avLst/>
                <a:gdLst>
                  <a:gd name="T0" fmla="*/ 17 w 17"/>
                  <a:gd name="T1" fmla="*/ 0 h 11"/>
                  <a:gd name="T2" fmla="*/ 17 w 17"/>
                  <a:gd name="T3" fmla="*/ 0 h 11"/>
                  <a:gd name="T4" fmla="*/ 0 w 17"/>
                  <a:gd name="T5" fmla="*/ 9 h 11"/>
                  <a:gd name="T6" fmla="*/ 0 w 17"/>
                  <a:gd name="T7" fmla="*/ 10 h 11"/>
                  <a:gd name="T8" fmla="*/ 0 w 17"/>
                  <a:gd name="T9" fmla="*/ 11 h 11"/>
                  <a:gd name="T10" fmla="*/ 0 w 17"/>
                  <a:gd name="T11" fmla="*/ 11 h 11"/>
                  <a:gd name="T12" fmla="*/ 17 w 17"/>
                  <a:gd name="T13" fmla="*/ 1 h 11"/>
                  <a:gd name="T14" fmla="*/ 17 w 17"/>
                  <a:gd name="T15" fmla="*/ 0 h 11"/>
                  <a:gd name="T16" fmla="*/ 17 w 17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1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1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6B43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93" name="Freeform 178">
                <a:extLst>
                  <a:ext uri="{FF2B5EF4-FFF2-40B4-BE49-F238E27FC236}">
                    <a16:creationId xmlns:a16="http://schemas.microsoft.com/office/drawing/2014/main" id="{335EA124-F7BA-432E-95C2-283713DBB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272"/>
                <a:ext cx="68" cy="44"/>
              </a:xfrm>
              <a:custGeom>
                <a:avLst/>
                <a:gdLst>
                  <a:gd name="T0" fmla="*/ 17 w 17"/>
                  <a:gd name="T1" fmla="*/ 0 h 11"/>
                  <a:gd name="T2" fmla="*/ 17 w 17"/>
                  <a:gd name="T3" fmla="*/ 0 h 11"/>
                  <a:gd name="T4" fmla="*/ 0 w 17"/>
                  <a:gd name="T5" fmla="*/ 9 h 11"/>
                  <a:gd name="T6" fmla="*/ 0 w 17"/>
                  <a:gd name="T7" fmla="*/ 10 h 11"/>
                  <a:gd name="T8" fmla="*/ 0 w 17"/>
                  <a:gd name="T9" fmla="*/ 11 h 11"/>
                  <a:gd name="T10" fmla="*/ 0 w 17"/>
                  <a:gd name="T11" fmla="*/ 11 h 11"/>
                  <a:gd name="T12" fmla="*/ 17 w 17"/>
                  <a:gd name="T13" fmla="*/ 1 h 11"/>
                  <a:gd name="T14" fmla="*/ 17 w 17"/>
                  <a:gd name="T15" fmla="*/ 0 h 11"/>
                  <a:gd name="T16" fmla="*/ 17 w 17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1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0" y="10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1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6B43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94" name="Freeform 179">
                <a:extLst>
                  <a:ext uri="{FF2B5EF4-FFF2-40B4-BE49-F238E27FC236}">
                    <a16:creationId xmlns:a16="http://schemas.microsoft.com/office/drawing/2014/main" id="{E8F0D38E-2440-4B3F-B066-A203950CC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256"/>
                <a:ext cx="68" cy="44"/>
              </a:xfrm>
              <a:custGeom>
                <a:avLst/>
                <a:gdLst>
                  <a:gd name="T0" fmla="*/ 17 w 17"/>
                  <a:gd name="T1" fmla="*/ 0 h 11"/>
                  <a:gd name="T2" fmla="*/ 17 w 17"/>
                  <a:gd name="T3" fmla="*/ 0 h 11"/>
                  <a:gd name="T4" fmla="*/ 0 w 17"/>
                  <a:gd name="T5" fmla="*/ 9 h 11"/>
                  <a:gd name="T6" fmla="*/ 0 w 17"/>
                  <a:gd name="T7" fmla="*/ 10 h 11"/>
                  <a:gd name="T8" fmla="*/ 0 w 17"/>
                  <a:gd name="T9" fmla="*/ 11 h 11"/>
                  <a:gd name="T10" fmla="*/ 0 w 17"/>
                  <a:gd name="T11" fmla="*/ 11 h 11"/>
                  <a:gd name="T12" fmla="*/ 17 w 17"/>
                  <a:gd name="T13" fmla="*/ 1 h 11"/>
                  <a:gd name="T14" fmla="*/ 17 w 17"/>
                  <a:gd name="T15" fmla="*/ 0 h 11"/>
                  <a:gd name="T16" fmla="*/ 17 w 17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1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0" y="10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6B43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95" name="Rectangle 180">
                <a:extLst>
                  <a:ext uri="{FF2B5EF4-FFF2-40B4-BE49-F238E27FC236}">
                    <a16:creationId xmlns:a16="http://schemas.microsoft.com/office/drawing/2014/main" id="{139353C2-E6EC-4EB4-A67E-61EA3ED219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4" y="2292"/>
                <a:ext cx="1" cy="1"/>
              </a:xfrm>
              <a:prstGeom prst="rect">
                <a:avLst/>
              </a:prstGeom>
              <a:solidFill>
                <a:srgbClr val="C391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96" name="Freeform 181">
                <a:extLst>
                  <a:ext uri="{FF2B5EF4-FFF2-40B4-BE49-F238E27FC236}">
                    <a16:creationId xmlns:a16="http://schemas.microsoft.com/office/drawing/2014/main" id="{3E0A550E-200E-4D9A-A0C4-9FF710393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2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97" name="Freeform 182">
                <a:extLst>
                  <a:ext uri="{FF2B5EF4-FFF2-40B4-BE49-F238E27FC236}">
                    <a16:creationId xmlns:a16="http://schemas.microsoft.com/office/drawing/2014/main" id="{52D50E5A-20DC-4C92-A506-7A91F00F3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121"/>
                <a:ext cx="283" cy="251"/>
              </a:xfrm>
              <a:custGeom>
                <a:avLst/>
                <a:gdLst>
                  <a:gd name="T0" fmla="*/ 0 w 283"/>
                  <a:gd name="T1" fmla="*/ 0 h 251"/>
                  <a:gd name="T2" fmla="*/ 28 w 283"/>
                  <a:gd name="T3" fmla="*/ 135 h 251"/>
                  <a:gd name="T4" fmla="*/ 227 w 283"/>
                  <a:gd name="T5" fmla="*/ 251 h 251"/>
                  <a:gd name="T6" fmla="*/ 283 w 283"/>
                  <a:gd name="T7" fmla="*/ 171 h 251"/>
                  <a:gd name="T8" fmla="*/ 283 w 283"/>
                  <a:gd name="T9" fmla="*/ 171 h 251"/>
                  <a:gd name="T10" fmla="*/ 0 w 283"/>
                  <a:gd name="T11" fmla="*/ 0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3" h="251">
                    <a:moveTo>
                      <a:pt x="0" y="0"/>
                    </a:moveTo>
                    <a:lnTo>
                      <a:pt x="28" y="135"/>
                    </a:lnTo>
                    <a:lnTo>
                      <a:pt x="227" y="251"/>
                    </a:lnTo>
                    <a:lnTo>
                      <a:pt x="283" y="171"/>
                    </a:lnTo>
                    <a:lnTo>
                      <a:pt x="283" y="1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FB1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98" name="Freeform 183">
                <a:extLst>
                  <a:ext uri="{FF2B5EF4-FFF2-40B4-BE49-F238E27FC236}">
                    <a16:creationId xmlns:a16="http://schemas.microsoft.com/office/drawing/2014/main" id="{016582AF-9393-46DA-80CF-A503A90B8E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121"/>
                <a:ext cx="283" cy="251"/>
              </a:xfrm>
              <a:custGeom>
                <a:avLst/>
                <a:gdLst>
                  <a:gd name="T0" fmla="*/ 0 w 283"/>
                  <a:gd name="T1" fmla="*/ 0 h 251"/>
                  <a:gd name="T2" fmla="*/ 28 w 283"/>
                  <a:gd name="T3" fmla="*/ 135 h 251"/>
                  <a:gd name="T4" fmla="*/ 227 w 283"/>
                  <a:gd name="T5" fmla="*/ 251 h 251"/>
                  <a:gd name="T6" fmla="*/ 283 w 283"/>
                  <a:gd name="T7" fmla="*/ 171 h 251"/>
                  <a:gd name="T8" fmla="*/ 283 w 283"/>
                  <a:gd name="T9" fmla="*/ 171 h 251"/>
                  <a:gd name="T10" fmla="*/ 0 w 283"/>
                  <a:gd name="T11" fmla="*/ 0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3" h="251">
                    <a:moveTo>
                      <a:pt x="0" y="0"/>
                    </a:moveTo>
                    <a:lnTo>
                      <a:pt x="28" y="135"/>
                    </a:lnTo>
                    <a:lnTo>
                      <a:pt x="227" y="251"/>
                    </a:lnTo>
                    <a:lnTo>
                      <a:pt x="283" y="171"/>
                    </a:lnTo>
                    <a:lnTo>
                      <a:pt x="283" y="17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99" name="Freeform 184">
                <a:extLst>
                  <a:ext uri="{FF2B5EF4-FFF2-40B4-BE49-F238E27FC236}">
                    <a16:creationId xmlns:a16="http://schemas.microsoft.com/office/drawing/2014/main" id="{B5E448BF-6DE0-4826-8AC0-87583D35B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089"/>
                <a:ext cx="442" cy="203"/>
              </a:xfrm>
              <a:custGeom>
                <a:avLst/>
                <a:gdLst>
                  <a:gd name="T0" fmla="*/ 0 w 442"/>
                  <a:gd name="T1" fmla="*/ 203 h 203"/>
                  <a:gd name="T2" fmla="*/ 143 w 442"/>
                  <a:gd name="T3" fmla="*/ 171 h 203"/>
                  <a:gd name="T4" fmla="*/ 442 w 442"/>
                  <a:gd name="T5" fmla="*/ 0 h 203"/>
                  <a:gd name="T6" fmla="*/ 299 w 442"/>
                  <a:gd name="T7" fmla="*/ 28 h 203"/>
                  <a:gd name="T8" fmla="*/ 0 w 442"/>
                  <a:gd name="T9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2" h="203">
                    <a:moveTo>
                      <a:pt x="0" y="203"/>
                    </a:moveTo>
                    <a:lnTo>
                      <a:pt x="143" y="171"/>
                    </a:lnTo>
                    <a:lnTo>
                      <a:pt x="442" y="0"/>
                    </a:lnTo>
                    <a:lnTo>
                      <a:pt x="299" y="28"/>
                    </a:lnTo>
                    <a:lnTo>
                      <a:pt x="0" y="203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00" name="Freeform 185">
                <a:extLst>
                  <a:ext uri="{FF2B5EF4-FFF2-40B4-BE49-F238E27FC236}">
                    <a16:creationId xmlns:a16="http://schemas.microsoft.com/office/drawing/2014/main" id="{21C86D87-C5E5-4C3E-ABF6-192D30CFA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081"/>
                <a:ext cx="442" cy="207"/>
              </a:xfrm>
              <a:custGeom>
                <a:avLst/>
                <a:gdLst>
                  <a:gd name="T0" fmla="*/ 0 w 442"/>
                  <a:gd name="T1" fmla="*/ 207 h 207"/>
                  <a:gd name="T2" fmla="*/ 143 w 442"/>
                  <a:gd name="T3" fmla="*/ 175 h 207"/>
                  <a:gd name="T4" fmla="*/ 442 w 442"/>
                  <a:gd name="T5" fmla="*/ 0 h 207"/>
                  <a:gd name="T6" fmla="*/ 299 w 442"/>
                  <a:gd name="T7" fmla="*/ 32 h 207"/>
                  <a:gd name="T8" fmla="*/ 0 w 442"/>
                  <a:gd name="T9" fmla="*/ 20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2" h="207">
                    <a:moveTo>
                      <a:pt x="0" y="207"/>
                    </a:moveTo>
                    <a:lnTo>
                      <a:pt x="143" y="175"/>
                    </a:lnTo>
                    <a:lnTo>
                      <a:pt x="442" y="0"/>
                    </a:lnTo>
                    <a:lnTo>
                      <a:pt x="299" y="32"/>
                    </a:lnTo>
                    <a:lnTo>
                      <a:pt x="0" y="207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01" name="Freeform 186">
                <a:extLst>
                  <a:ext uri="{FF2B5EF4-FFF2-40B4-BE49-F238E27FC236}">
                    <a16:creationId xmlns:a16="http://schemas.microsoft.com/office/drawing/2014/main" id="{072360B7-6521-4DAD-8FC4-AA745D025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2081"/>
                <a:ext cx="28" cy="20"/>
              </a:xfrm>
              <a:custGeom>
                <a:avLst/>
                <a:gdLst>
                  <a:gd name="T0" fmla="*/ 28 w 28"/>
                  <a:gd name="T1" fmla="*/ 0 h 20"/>
                  <a:gd name="T2" fmla="*/ 28 w 28"/>
                  <a:gd name="T3" fmla="*/ 8 h 20"/>
                  <a:gd name="T4" fmla="*/ 8 w 28"/>
                  <a:gd name="T5" fmla="*/ 20 h 20"/>
                  <a:gd name="T6" fmla="*/ 0 w 28"/>
                  <a:gd name="T7" fmla="*/ 16 h 20"/>
                  <a:gd name="T8" fmla="*/ 28 w 28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0">
                    <a:moveTo>
                      <a:pt x="28" y="0"/>
                    </a:moveTo>
                    <a:lnTo>
                      <a:pt x="28" y="8"/>
                    </a:lnTo>
                    <a:lnTo>
                      <a:pt x="8" y="20"/>
                    </a:lnTo>
                    <a:lnTo>
                      <a:pt x="0" y="16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02" name="Freeform 187">
                <a:extLst>
                  <a:ext uri="{FF2B5EF4-FFF2-40B4-BE49-F238E27FC236}">
                    <a16:creationId xmlns:a16="http://schemas.microsoft.com/office/drawing/2014/main" id="{95B38930-0379-41C1-A5F2-5BDC4C3EC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256"/>
                <a:ext cx="143" cy="36"/>
              </a:xfrm>
              <a:custGeom>
                <a:avLst/>
                <a:gdLst>
                  <a:gd name="T0" fmla="*/ 143 w 143"/>
                  <a:gd name="T1" fmla="*/ 4 h 36"/>
                  <a:gd name="T2" fmla="*/ 143 w 143"/>
                  <a:gd name="T3" fmla="*/ 0 h 36"/>
                  <a:gd name="T4" fmla="*/ 0 w 143"/>
                  <a:gd name="T5" fmla="*/ 32 h 36"/>
                  <a:gd name="T6" fmla="*/ 0 w 143"/>
                  <a:gd name="T7" fmla="*/ 36 h 36"/>
                  <a:gd name="T8" fmla="*/ 143 w 143"/>
                  <a:gd name="T9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36">
                    <a:moveTo>
                      <a:pt x="143" y="4"/>
                    </a:moveTo>
                    <a:lnTo>
                      <a:pt x="143" y="0"/>
                    </a:lnTo>
                    <a:lnTo>
                      <a:pt x="0" y="32"/>
                    </a:lnTo>
                    <a:lnTo>
                      <a:pt x="0" y="36"/>
                    </a:lnTo>
                    <a:lnTo>
                      <a:pt x="143" y="4"/>
                    </a:lnTo>
                    <a:close/>
                  </a:path>
                </a:pathLst>
              </a:custGeom>
              <a:solidFill>
                <a:srgbClr val="D4A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03" name="Freeform 188">
                <a:extLst>
                  <a:ext uri="{FF2B5EF4-FFF2-40B4-BE49-F238E27FC236}">
                    <a16:creationId xmlns:a16="http://schemas.microsoft.com/office/drawing/2014/main" id="{DD2B4484-1CE8-4B6C-9527-00D090AA1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113"/>
                <a:ext cx="435" cy="179"/>
              </a:xfrm>
              <a:custGeom>
                <a:avLst/>
                <a:gdLst>
                  <a:gd name="T0" fmla="*/ 435 w 435"/>
                  <a:gd name="T1" fmla="*/ 179 h 179"/>
                  <a:gd name="T2" fmla="*/ 287 w 435"/>
                  <a:gd name="T3" fmla="*/ 163 h 179"/>
                  <a:gd name="T4" fmla="*/ 0 w 435"/>
                  <a:gd name="T5" fmla="*/ 0 h 179"/>
                  <a:gd name="T6" fmla="*/ 152 w 435"/>
                  <a:gd name="T7" fmla="*/ 16 h 179"/>
                  <a:gd name="T8" fmla="*/ 435 w 435"/>
                  <a:gd name="T9" fmla="*/ 17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5" h="179">
                    <a:moveTo>
                      <a:pt x="435" y="179"/>
                    </a:moveTo>
                    <a:lnTo>
                      <a:pt x="287" y="163"/>
                    </a:lnTo>
                    <a:lnTo>
                      <a:pt x="0" y="0"/>
                    </a:lnTo>
                    <a:lnTo>
                      <a:pt x="152" y="16"/>
                    </a:lnTo>
                    <a:lnTo>
                      <a:pt x="435" y="179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04" name="Freeform 189">
                <a:extLst>
                  <a:ext uri="{FF2B5EF4-FFF2-40B4-BE49-F238E27FC236}">
                    <a16:creationId xmlns:a16="http://schemas.microsoft.com/office/drawing/2014/main" id="{30034D34-DBCC-4C7E-8904-E3C4CD1A5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105"/>
                <a:ext cx="435" cy="183"/>
              </a:xfrm>
              <a:custGeom>
                <a:avLst/>
                <a:gdLst>
                  <a:gd name="T0" fmla="*/ 435 w 435"/>
                  <a:gd name="T1" fmla="*/ 183 h 183"/>
                  <a:gd name="T2" fmla="*/ 287 w 435"/>
                  <a:gd name="T3" fmla="*/ 167 h 183"/>
                  <a:gd name="T4" fmla="*/ 0 w 435"/>
                  <a:gd name="T5" fmla="*/ 0 h 183"/>
                  <a:gd name="T6" fmla="*/ 152 w 435"/>
                  <a:gd name="T7" fmla="*/ 16 h 183"/>
                  <a:gd name="T8" fmla="*/ 435 w 435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5" h="183">
                    <a:moveTo>
                      <a:pt x="435" y="183"/>
                    </a:moveTo>
                    <a:lnTo>
                      <a:pt x="287" y="167"/>
                    </a:lnTo>
                    <a:lnTo>
                      <a:pt x="0" y="0"/>
                    </a:lnTo>
                    <a:lnTo>
                      <a:pt x="152" y="16"/>
                    </a:lnTo>
                    <a:lnTo>
                      <a:pt x="435" y="183"/>
                    </a:lnTo>
                    <a:close/>
                  </a:path>
                </a:pathLst>
              </a:custGeom>
              <a:solidFill>
                <a:srgbClr val="FFE3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05" name="Freeform 190">
                <a:extLst>
                  <a:ext uri="{FF2B5EF4-FFF2-40B4-BE49-F238E27FC236}">
                    <a16:creationId xmlns:a16="http://schemas.microsoft.com/office/drawing/2014/main" id="{0EBC0E64-DB0C-41B6-A4BA-C078912A6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6" y="2272"/>
                <a:ext cx="148" cy="20"/>
              </a:xfrm>
              <a:custGeom>
                <a:avLst/>
                <a:gdLst>
                  <a:gd name="T0" fmla="*/ 148 w 148"/>
                  <a:gd name="T1" fmla="*/ 20 h 20"/>
                  <a:gd name="T2" fmla="*/ 148 w 148"/>
                  <a:gd name="T3" fmla="*/ 16 h 20"/>
                  <a:gd name="T4" fmla="*/ 0 w 148"/>
                  <a:gd name="T5" fmla="*/ 0 h 20"/>
                  <a:gd name="T6" fmla="*/ 0 w 148"/>
                  <a:gd name="T7" fmla="*/ 4 h 20"/>
                  <a:gd name="T8" fmla="*/ 148 w 148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0">
                    <a:moveTo>
                      <a:pt x="148" y="20"/>
                    </a:moveTo>
                    <a:lnTo>
                      <a:pt x="148" y="16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148" y="20"/>
                    </a:lnTo>
                    <a:close/>
                  </a:path>
                </a:pathLst>
              </a:custGeom>
              <a:solidFill>
                <a:srgbClr val="C484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06" name="Freeform 191">
                <a:extLst>
                  <a:ext uri="{FF2B5EF4-FFF2-40B4-BE49-F238E27FC236}">
                    <a16:creationId xmlns:a16="http://schemas.microsoft.com/office/drawing/2014/main" id="{39A6496C-750A-4C5D-95CA-F3648A43F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105"/>
                <a:ext cx="16" cy="16"/>
              </a:xfrm>
              <a:custGeom>
                <a:avLst/>
                <a:gdLst>
                  <a:gd name="T0" fmla="*/ 0 w 16"/>
                  <a:gd name="T1" fmla="*/ 8 h 16"/>
                  <a:gd name="T2" fmla="*/ 0 w 16"/>
                  <a:gd name="T3" fmla="*/ 0 h 16"/>
                  <a:gd name="T4" fmla="*/ 16 w 16"/>
                  <a:gd name="T5" fmla="*/ 12 h 16"/>
                  <a:gd name="T6" fmla="*/ 16 w 16"/>
                  <a:gd name="T7" fmla="*/ 16 h 16"/>
                  <a:gd name="T8" fmla="*/ 0 w 16"/>
                  <a:gd name="T9" fmla="*/ 8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6">
                    <a:moveTo>
                      <a:pt x="0" y="8"/>
                    </a:moveTo>
                    <a:lnTo>
                      <a:pt x="0" y="0"/>
                    </a:lnTo>
                    <a:lnTo>
                      <a:pt x="16" y="12"/>
                    </a:lnTo>
                    <a:lnTo>
                      <a:pt x="16" y="1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3C8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10" name="Freeform 192">
                <a:extLst>
                  <a:ext uri="{FF2B5EF4-FFF2-40B4-BE49-F238E27FC236}">
                    <a16:creationId xmlns:a16="http://schemas.microsoft.com/office/drawing/2014/main" id="{6D8D72A5-D8F4-40B3-9767-FAF831DDB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7" y="3212"/>
                <a:ext cx="68" cy="28"/>
              </a:xfrm>
              <a:custGeom>
                <a:avLst/>
                <a:gdLst>
                  <a:gd name="T0" fmla="*/ 2 w 17"/>
                  <a:gd name="T1" fmla="*/ 7 h 7"/>
                  <a:gd name="T2" fmla="*/ 4 w 17"/>
                  <a:gd name="T3" fmla="*/ 7 h 7"/>
                  <a:gd name="T4" fmla="*/ 5 w 17"/>
                  <a:gd name="T5" fmla="*/ 7 h 7"/>
                  <a:gd name="T6" fmla="*/ 17 w 17"/>
                  <a:gd name="T7" fmla="*/ 0 h 7"/>
                  <a:gd name="T8" fmla="*/ 12 w 17"/>
                  <a:gd name="T9" fmla="*/ 0 h 7"/>
                  <a:gd name="T10" fmla="*/ 0 w 17"/>
                  <a:gd name="T11" fmla="*/ 7 h 7"/>
                  <a:gd name="T12" fmla="*/ 1 w 17"/>
                  <a:gd name="T13" fmla="*/ 7 h 7"/>
                  <a:gd name="T14" fmla="*/ 2 w 17"/>
                  <a:gd name="T1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" h="7">
                    <a:moveTo>
                      <a:pt x="2" y="7"/>
                    </a:moveTo>
                    <a:cubicBezTo>
                      <a:pt x="3" y="7"/>
                      <a:pt x="3" y="7"/>
                      <a:pt x="4" y="7"/>
                    </a:cubicBezTo>
                    <a:cubicBezTo>
                      <a:pt x="4" y="7"/>
                      <a:pt x="5" y="7"/>
                      <a:pt x="5" y="7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1" y="7"/>
                      <a:pt x="1" y="7"/>
                    </a:cubicBezTo>
                    <a:cubicBezTo>
                      <a:pt x="1" y="7"/>
                      <a:pt x="2" y="6"/>
                      <a:pt x="2" y="7"/>
                    </a:cubicBezTo>
                    <a:close/>
                  </a:path>
                </a:pathLst>
              </a:custGeom>
              <a:solidFill>
                <a:srgbClr val="5859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11" name="Freeform 193">
                <a:extLst>
                  <a:ext uri="{FF2B5EF4-FFF2-40B4-BE49-F238E27FC236}">
                    <a16:creationId xmlns:a16="http://schemas.microsoft.com/office/drawing/2014/main" id="{E9D69BFD-2D21-46BE-938F-E72CE11F85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" y="3212"/>
                <a:ext cx="75" cy="96"/>
              </a:xfrm>
              <a:custGeom>
                <a:avLst/>
                <a:gdLst>
                  <a:gd name="T0" fmla="*/ 19 w 19"/>
                  <a:gd name="T1" fmla="*/ 12 h 24"/>
                  <a:gd name="T2" fmla="*/ 17 w 19"/>
                  <a:gd name="T3" fmla="*/ 5 h 24"/>
                  <a:gd name="T4" fmla="*/ 16 w 19"/>
                  <a:gd name="T5" fmla="*/ 4 h 24"/>
                  <a:gd name="T6" fmla="*/ 0 w 19"/>
                  <a:gd name="T7" fmla="*/ 7 h 24"/>
                  <a:gd name="T8" fmla="*/ 1 w 19"/>
                  <a:gd name="T9" fmla="*/ 8 h 24"/>
                  <a:gd name="T10" fmla="*/ 3 w 19"/>
                  <a:gd name="T11" fmla="*/ 10 h 24"/>
                  <a:gd name="T12" fmla="*/ 5 w 19"/>
                  <a:gd name="T13" fmla="*/ 13 h 24"/>
                  <a:gd name="T14" fmla="*/ 6 w 19"/>
                  <a:gd name="T15" fmla="*/ 14 h 24"/>
                  <a:gd name="T16" fmla="*/ 7 w 19"/>
                  <a:gd name="T17" fmla="*/ 16 h 24"/>
                  <a:gd name="T18" fmla="*/ 7 w 19"/>
                  <a:gd name="T19" fmla="*/ 18 h 24"/>
                  <a:gd name="T20" fmla="*/ 7 w 19"/>
                  <a:gd name="T21" fmla="*/ 20 h 24"/>
                  <a:gd name="T22" fmla="*/ 7 w 19"/>
                  <a:gd name="T23" fmla="*/ 21 h 24"/>
                  <a:gd name="T24" fmla="*/ 7 w 19"/>
                  <a:gd name="T25" fmla="*/ 23 h 24"/>
                  <a:gd name="T26" fmla="*/ 6 w 19"/>
                  <a:gd name="T27" fmla="*/ 23 h 24"/>
                  <a:gd name="T28" fmla="*/ 5 w 19"/>
                  <a:gd name="T29" fmla="*/ 24 h 24"/>
                  <a:gd name="T30" fmla="*/ 17 w 19"/>
                  <a:gd name="T31" fmla="*/ 17 h 24"/>
                  <a:gd name="T32" fmla="*/ 18 w 19"/>
                  <a:gd name="T33" fmla="*/ 16 h 24"/>
                  <a:gd name="T34" fmla="*/ 19 w 19"/>
                  <a:gd name="T35" fmla="*/ 15 h 24"/>
                  <a:gd name="T36" fmla="*/ 19 w 19"/>
                  <a:gd name="T37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24">
                    <a:moveTo>
                      <a:pt x="19" y="12"/>
                    </a:moveTo>
                    <a:cubicBezTo>
                      <a:pt x="17" y="5"/>
                      <a:pt x="17" y="5"/>
                      <a:pt x="17" y="5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2" y="0"/>
                      <a:pt x="0" y="7"/>
                      <a:pt x="0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2" y="9"/>
                      <a:pt x="2" y="9"/>
                      <a:pt x="3" y="10"/>
                    </a:cubicBezTo>
                    <a:cubicBezTo>
                      <a:pt x="4" y="11"/>
                      <a:pt x="4" y="12"/>
                      <a:pt x="5" y="13"/>
                    </a:cubicBezTo>
                    <a:cubicBezTo>
                      <a:pt x="5" y="13"/>
                      <a:pt x="6" y="14"/>
                      <a:pt x="6" y="14"/>
                    </a:cubicBezTo>
                    <a:cubicBezTo>
                      <a:pt x="6" y="15"/>
                      <a:pt x="6" y="16"/>
                      <a:pt x="7" y="16"/>
                    </a:cubicBezTo>
                    <a:cubicBezTo>
                      <a:pt x="7" y="17"/>
                      <a:pt x="7" y="17"/>
                      <a:pt x="7" y="18"/>
                    </a:cubicBezTo>
                    <a:cubicBezTo>
                      <a:pt x="7" y="19"/>
                      <a:pt x="7" y="19"/>
                      <a:pt x="7" y="20"/>
                    </a:cubicBezTo>
                    <a:cubicBezTo>
                      <a:pt x="7" y="20"/>
                      <a:pt x="7" y="21"/>
                      <a:pt x="7" y="21"/>
                    </a:cubicBezTo>
                    <a:cubicBezTo>
                      <a:pt x="7" y="22"/>
                      <a:pt x="7" y="22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4"/>
                      <a:pt x="5" y="24"/>
                      <a:pt x="5" y="24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7"/>
                      <a:pt x="18" y="17"/>
                      <a:pt x="18" y="16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19" y="13"/>
                      <a:pt x="19" y="12"/>
                      <a:pt x="19" y="12"/>
                    </a:cubicBezTo>
                    <a:close/>
                  </a:path>
                </a:pathLst>
              </a:custGeom>
              <a:solidFill>
                <a:srgbClr val="2F3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12" name="Freeform 194">
                <a:extLst>
                  <a:ext uri="{FF2B5EF4-FFF2-40B4-BE49-F238E27FC236}">
                    <a16:creationId xmlns:a16="http://schemas.microsoft.com/office/drawing/2014/main" id="{D1D52736-8A7D-4A8B-A294-FA21758E0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3232"/>
                <a:ext cx="56" cy="84"/>
              </a:xfrm>
              <a:custGeom>
                <a:avLst/>
                <a:gdLst>
                  <a:gd name="T0" fmla="*/ 7 w 14"/>
                  <a:gd name="T1" fmla="*/ 2 h 21"/>
                  <a:gd name="T2" fmla="*/ 14 w 14"/>
                  <a:gd name="T3" fmla="*/ 15 h 21"/>
                  <a:gd name="T4" fmla="*/ 7 w 14"/>
                  <a:gd name="T5" fmla="*/ 19 h 21"/>
                  <a:gd name="T6" fmla="*/ 0 w 14"/>
                  <a:gd name="T7" fmla="*/ 7 h 21"/>
                  <a:gd name="T8" fmla="*/ 7 w 14"/>
                  <a:gd name="T9" fmla="*/ 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1">
                    <a:moveTo>
                      <a:pt x="7" y="2"/>
                    </a:moveTo>
                    <a:cubicBezTo>
                      <a:pt x="11" y="5"/>
                      <a:pt x="14" y="10"/>
                      <a:pt x="14" y="15"/>
                    </a:cubicBezTo>
                    <a:cubicBezTo>
                      <a:pt x="14" y="19"/>
                      <a:pt x="11" y="21"/>
                      <a:pt x="7" y="19"/>
                    </a:cubicBezTo>
                    <a:cubicBezTo>
                      <a:pt x="3" y="17"/>
                      <a:pt x="0" y="11"/>
                      <a:pt x="0" y="7"/>
                    </a:cubicBezTo>
                    <a:cubicBezTo>
                      <a:pt x="0" y="2"/>
                      <a:pt x="3" y="0"/>
                      <a:pt x="7" y="2"/>
                    </a:cubicBezTo>
                    <a:close/>
                  </a:path>
                </a:pathLst>
              </a:custGeom>
              <a:solidFill>
                <a:srgbClr val="CECC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13" name="Freeform 195">
                <a:extLst>
                  <a:ext uri="{FF2B5EF4-FFF2-40B4-BE49-F238E27FC236}">
                    <a16:creationId xmlns:a16="http://schemas.microsoft.com/office/drawing/2014/main" id="{C6467392-EBF8-4DE2-AA32-076658BB9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3081"/>
                <a:ext cx="12" cy="40"/>
              </a:xfrm>
              <a:custGeom>
                <a:avLst/>
                <a:gdLst>
                  <a:gd name="T0" fmla="*/ 3 w 3"/>
                  <a:gd name="T1" fmla="*/ 8 h 10"/>
                  <a:gd name="T2" fmla="*/ 3 w 3"/>
                  <a:gd name="T3" fmla="*/ 0 h 10"/>
                  <a:gd name="T4" fmla="*/ 1 w 3"/>
                  <a:gd name="T5" fmla="*/ 2 h 10"/>
                  <a:gd name="T6" fmla="*/ 0 w 3"/>
                  <a:gd name="T7" fmla="*/ 3 h 10"/>
                  <a:gd name="T8" fmla="*/ 3 w 3"/>
                  <a:gd name="T9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0">
                    <a:moveTo>
                      <a:pt x="3" y="8"/>
                    </a:moveTo>
                    <a:cubicBezTo>
                      <a:pt x="3" y="1"/>
                      <a:pt x="3" y="0"/>
                      <a:pt x="3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0"/>
                      <a:pt x="3" y="8"/>
                      <a:pt x="3" y="8"/>
                    </a:cubicBez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14" name="Freeform 196">
                <a:extLst>
                  <a:ext uri="{FF2B5EF4-FFF2-40B4-BE49-F238E27FC236}">
                    <a16:creationId xmlns:a16="http://schemas.microsoft.com/office/drawing/2014/main" id="{8355ED12-AF26-4DF6-A9CE-25A0B7233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2" y="3113"/>
                <a:ext cx="36" cy="20"/>
              </a:xfrm>
              <a:custGeom>
                <a:avLst/>
                <a:gdLst>
                  <a:gd name="T0" fmla="*/ 8 w 9"/>
                  <a:gd name="T1" fmla="*/ 4 h 5"/>
                  <a:gd name="T2" fmla="*/ 8 w 9"/>
                  <a:gd name="T3" fmla="*/ 4 h 5"/>
                  <a:gd name="T4" fmla="*/ 7 w 9"/>
                  <a:gd name="T5" fmla="*/ 4 h 5"/>
                  <a:gd name="T6" fmla="*/ 6 w 9"/>
                  <a:gd name="T7" fmla="*/ 3 h 5"/>
                  <a:gd name="T8" fmla="*/ 3 w 9"/>
                  <a:gd name="T9" fmla="*/ 1 h 5"/>
                  <a:gd name="T10" fmla="*/ 2 w 9"/>
                  <a:gd name="T11" fmla="*/ 0 h 5"/>
                  <a:gd name="T12" fmla="*/ 0 w 9"/>
                  <a:gd name="T13" fmla="*/ 2 h 5"/>
                  <a:gd name="T14" fmla="*/ 0 w 9"/>
                  <a:gd name="T15" fmla="*/ 2 h 5"/>
                  <a:gd name="T16" fmla="*/ 0 w 9"/>
                  <a:gd name="T17" fmla="*/ 3 h 5"/>
                  <a:gd name="T18" fmla="*/ 9 w 9"/>
                  <a:gd name="T19" fmla="*/ 4 h 5"/>
                  <a:gd name="T20" fmla="*/ 8 w 9"/>
                  <a:gd name="T21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5">
                    <a:moveTo>
                      <a:pt x="8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6" y="5"/>
                      <a:pt x="9" y="4"/>
                      <a:pt x="9" y="4"/>
                    </a:cubicBezTo>
                    <a:lnTo>
                      <a:pt x="8" y="4"/>
                    </a:lnTo>
                    <a:close/>
                  </a:path>
                </a:pathLst>
              </a:custGeom>
              <a:solidFill>
                <a:srgbClr val="E75E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15" name="Freeform 197">
                <a:extLst>
                  <a:ext uri="{FF2B5EF4-FFF2-40B4-BE49-F238E27FC236}">
                    <a16:creationId xmlns:a16="http://schemas.microsoft.com/office/drawing/2014/main" id="{143631A4-8513-48E2-9B48-94EA575A7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2" y="3049"/>
                <a:ext cx="12" cy="36"/>
              </a:xfrm>
              <a:custGeom>
                <a:avLst/>
                <a:gdLst>
                  <a:gd name="T0" fmla="*/ 3 w 3"/>
                  <a:gd name="T1" fmla="*/ 7 h 9"/>
                  <a:gd name="T2" fmla="*/ 3 w 3"/>
                  <a:gd name="T3" fmla="*/ 0 h 9"/>
                  <a:gd name="T4" fmla="*/ 0 w 3"/>
                  <a:gd name="T5" fmla="*/ 2 h 9"/>
                  <a:gd name="T6" fmla="*/ 0 w 3"/>
                  <a:gd name="T7" fmla="*/ 2 h 9"/>
                  <a:gd name="T8" fmla="*/ 3 w 3"/>
                  <a:gd name="T9" fmla="*/ 8 h 9"/>
                  <a:gd name="T10" fmla="*/ 3 w 3"/>
                  <a:gd name="T11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9">
                    <a:moveTo>
                      <a:pt x="3" y="7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9"/>
                      <a:pt x="3" y="8"/>
                      <a:pt x="3" y="8"/>
                    </a:cubicBezTo>
                    <a:lnTo>
                      <a:pt x="3" y="7"/>
                    </a:ln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16" name="Freeform 198">
                <a:extLst>
                  <a:ext uri="{FF2B5EF4-FFF2-40B4-BE49-F238E27FC236}">
                    <a16:creationId xmlns:a16="http://schemas.microsoft.com/office/drawing/2014/main" id="{66B1E1DA-B279-4FA5-AF1A-90EF0E781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6" y="3081"/>
                <a:ext cx="36" cy="20"/>
              </a:xfrm>
              <a:custGeom>
                <a:avLst/>
                <a:gdLst>
                  <a:gd name="T0" fmla="*/ 8 w 9"/>
                  <a:gd name="T1" fmla="*/ 4 h 5"/>
                  <a:gd name="T2" fmla="*/ 7 w 9"/>
                  <a:gd name="T3" fmla="*/ 4 h 5"/>
                  <a:gd name="T4" fmla="*/ 7 w 9"/>
                  <a:gd name="T5" fmla="*/ 4 h 5"/>
                  <a:gd name="T6" fmla="*/ 6 w 9"/>
                  <a:gd name="T7" fmla="*/ 3 h 5"/>
                  <a:gd name="T8" fmla="*/ 3 w 9"/>
                  <a:gd name="T9" fmla="*/ 0 h 5"/>
                  <a:gd name="T10" fmla="*/ 2 w 9"/>
                  <a:gd name="T11" fmla="*/ 0 h 5"/>
                  <a:gd name="T12" fmla="*/ 0 w 9"/>
                  <a:gd name="T13" fmla="*/ 1 h 5"/>
                  <a:gd name="T14" fmla="*/ 0 w 9"/>
                  <a:gd name="T15" fmla="*/ 2 h 5"/>
                  <a:gd name="T16" fmla="*/ 0 w 9"/>
                  <a:gd name="T17" fmla="*/ 2 h 5"/>
                  <a:gd name="T18" fmla="*/ 9 w 9"/>
                  <a:gd name="T19" fmla="*/ 4 h 5"/>
                  <a:gd name="T20" fmla="*/ 8 w 9"/>
                  <a:gd name="T21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5">
                    <a:moveTo>
                      <a:pt x="8" y="4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3" y="1"/>
                      <a:pt x="3" y="1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6" y="5"/>
                      <a:pt x="9" y="4"/>
                      <a:pt x="9" y="4"/>
                    </a:cubicBezTo>
                    <a:lnTo>
                      <a:pt x="8" y="4"/>
                    </a:lnTo>
                    <a:close/>
                  </a:path>
                </a:pathLst>
              </a:custGeom>
              <a:solidFill>
                <a:srgbClr val="E75E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17" name="Freeform 199">
                <a:extLst>
                  <a:ext uri="{FF2B5EF4-FFF2-40B4-BE49-F238E27FC236}">
                    <a16:creationId xmlns:a16="http://schemas.microsoft.com/office/drawing/2014/main" id="{AFE99AB5-69A0-4E30-8C7B-3659E1A4B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" y="3113"/>
                <a:ext cx="12" cy="40"/>
              </a:xfrm>
              <a:custGeom>
                <a:avLst/>
                <a:gdLst>
                  <a:gd name="T0" fmla="*/ 3 w 3"/>
                  <a:gd name="T1" fmla="*/ 8 h 10"/>
                  <a:gd name="T2" fmla="*/ 3 w 3"/>
                  <a:gd name="T3" fmla="*/ 0 h 10"/>
                  <a:gd name="T4" fmla="*/ 1 w 3"/>
                  <a:gd name="T5" fmla="*/ 2 h 10"/>
                  <a:gd name="T6" fmla="*/ 0 w 3"/>
                  <a:gd name="T7" fmla="*/ 3 h 10"/>
                  <a:gd name="T8" fmla="*/ 3 w 3"/>
                  <a:gd name="T9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0">
                    <a:moveTo>
                      <a:pt x="3" y="8"/>
                    </a:moveTo>
                    <a:cubicBezTo>
                      <a:pt x="3" y="1"/>
                      <a:pt x="3" y="1"/>
                      <a:pt x="3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0"/>
                      <a:pt x="3" y="8"/>
                      <a:pt x="3" y="8"/>
                    </a:cubicBez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18" name="Freeform 200">
                <a:extLst>
                  <a:ext uri="{FF2B5EF4-FFF2-40B4-BE49-F238E27FC236}">
                    <a16:creationId xmlns:a16="http://schemas.microsoft.com/office/drawing/2014/main" id="{DCEF6DB6-53E8-4627-B883-CD98F7241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3145"/>
                <a:ext cx="36" cy="24"/>
              </a:xfrm>
              <a:custGeom>
                <a:avLst/>
                <a:gdLst>
                  <a:gd name="T0" fmla="*/ 8 w 9"/>
                  <a:gd name="T1" fmla="*/ 4 h 6"/>
                  <a:gd name="T2" fmla="*/ 8 w 9"/>
                  <a:gd name="T3" fmla="*/ 4 h 6"/>
                  <a:gd name="T4" fmla="*/ 7 w 9"/>
                  <a:gd name="T5" fmla="*/ 4 h 6"/>
                  <a:gd name="T6" fmla="*/ 6 w 9"/>
                  <a:gd name="T7" fmla="*/ 4 h 6"/>
                  <a:gd name="T8" fmla="*/ 3 w 9"/>
                  <a:gd name="T9" fmla="*/ 1 h 6"/>
                  <a:gd name="T10" fmla="*/ 2 w 9"/>
                  <a:gd name="T11" fmla="*/ 0 h 6"/>
                  <a:gd name="T12" fmla="*/ 0 w 9"/>
                  <a:gd name="T13" fmla="*/ 2 h 6"/>
                  <a:gd name="T14" fmla="*/ 0 w 9"/>
                  <a:gd name="T15" fmla="*/ 2 h 6"/>
                  <a:gd name="T16" fmla="*/ 0 w 9"/>
                  <a:gd name="T17" fmla="*/ 3 h 6"/>
                  <a:gd name="T18" fmla="*/ 9 w 9"/>
                  <a:gd name="T19" fmla="*/ 4 h 6"/>
                  <a:gd name="T20" fmla="*/ 8 w 9"/>
                  <a:gd name="T21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6">
                    <a:moveTo>
                      <a:pt x="8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6" y="6"/>
                      <a:pt x="9" y="4"/>
                      <a:pt x="9" y="4"/>
                    </a:cubicBezTo>
                    <a:lnTo>
                      <a:pt x="8" y="4"/>
                    </a:lnTo>
                    <a:close/>
                  </a:path>
                </a:pathLst>
              </a:custGeom>
              <a:solidFill>
                <a:srgbClr val="E75E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19" name="Freeform 201">
                <a:extLst>
                  <a:ext uri="{FF2B5EF4-FFF2-40B4-BE49-F238E27FC236}">
                    <a16:creationId xmlns:a16="http://schemas.microsoft.com/office/drawing/2014/main" id="{7B9702DA-9208-49D0-BAA1-7F8824DEC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3145"/>
                <a:ext cx="15" cy="39"/>
              </a:xfrm>
              <a:custGeom>
                <a:avLst/>
                <a:gdLst>
                  <a:gd name="T0" fmla="*/ 3 w 4"/>
                  <a:gd name="T1" fmla="*/ 8 h 10"/>
                  <a:gd name="T2" fmla="*/ 3 w 4"/>
                  <a:gd name="T3" fmla="*/ 0 h 10"/>
                  <a:gd name="T4" fmla="*/ 1 w 4"/>
                  <a:gd name="T5" fmla="*/ 2 h 10"/>
                  <a:gd name="T6" fmla="*/ 0 w 4"/>
                  <a:gd name="T7" fmla="*/ 3 h 10"/>
                  <a:gd name="T8" fmla="*/ 4 w 4"/>
                  <a:gd name="T9" fmla="*/ 8 h 10"/>
                  <a:gd name="T10" fmla="*/ 3 w 4"/>
                  <a:gd name="T11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0">
                    <a:moveTo>
                      <a:pt x="3" y="8"/>
                    </a:moveTo>
                    <a:cubicBezTo>
                      <a:pt x="3" y="1"/>
                      <a:pt x="3" y="1"/>
                      <a:pt x="3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0"/>
                      <a:pt x="4" y="8"/>
                      <a:pt x="4" y="8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20" name="Freeform 202">
                <a:extLst>
                  <a:ext uri="{FF2B5EF4-FFF2-40B4-BE49-F238E27FC236}">
                    <a16:creationId xmlns:a16="http://schemas.microsoft.com/office/drawing/2014/main" id="{66F0EEDC-9C9F-4261-AD89-F1745309C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3" y="3176"/>
                <a:ext cx="36" cy="24"/>
              </a:xfrm>
              <a:custGeom>
                <a:avLst/>
                <a:gdLst>
                  <a:gd name="T0" fmla="*/ 9 w 9"/>
                  <a:gd name="T1" fmla="*/ 4 h 6"/>
                  <a:gd name="T2" fmla="*/ 8 w 9"/>
                  <a:gd name="T3" fmla="*/ 4 h 6"/>
                  <a:gd name="T4" fmla="*/ 7 w 9"/>
                  <a:gd name="T5" fmla="*/ 4 h 6"/>
                  <a:gd name="T6" fmla="*/ 6 w 9"/>
                  <a:gd name="T7" fmla="*/ 4 h 6"/>
                  <a:gd name="T8" fmla="*/ 3 w 9"/>
                  <a:gd name="T9" fmla="*/ 1 h 6"/>
                  <a:gd name="T10" fmla="*/ 3 w 9"/>
                  <a:gd name="T11" fmla="*/ 0 h 6"/>
                  <a:gd name="T12" fmla="*/ 0 w 9"/>
                  <a:gd name="T13" fmla="*/ 2 h 6"/>
                  <a:gd name="T14" fmla="*/ 0 w 9"/>
                  <a:gd name="T15" fmla="*/ 2 h 6"/>
                  <a:gd name="T16" fmla="*/ 0 w 9"/>
                  <a:gd name="T17" fmla="*/ 3 h 6"/>
                  <a:gd name="T18" fmla="*/ 9 w 9"/>
                  <a:gd name="T19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6">
                    <a:moveTo>
                      <a:pt x="9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6" y="6"/>
                      <a:pt x="9" y="4"/>
                      <a:pt x="9" y="4"/>
                    </a:cubicBezTo>
                    <a:close/>
                  </a:path>
                </a:pathLst>
              </a:custGeom>
              <a:solidFill>
                <a:srgbClr val="E75E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21" name="Freeform 203">
                <a:extLst>
                  <a:ext uri="{FF2B5EF4-FFF2-40B4-BE49-F238E27FC236}">
                    <a16:creationId xmlns:a16="http://schemas.microsoft.com/office/drawing/2014/main" id="{2FF213AB-7A00-49ED-BD8A-9C77D652B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3180"/>
                <a:ext cx="16" cy="36"/>
              </a:xfrm>
              <a:custGeom>
                <a:avLst/>
                <a:gdLst>
                  <a:gd name="T0" fmla="*/ 3 w 4"/>
                  <a:gd name="T1" fmla="*/ 7 h 9"/>
                  <a:gd name="T2" fmla="*/ 4 w 4"/>
                  <a:gd name="T3" fmla="*/ 0 h 9"/>
                  <a:gd name="T4" fmla="*/ 1 w 4"/>
                  <a:gd name="T5" fmla="*/ 1 h 9"/>
                  <a:gd name="T6" fmla="*/ 0 w 4"/>
                  <a:gd name="T7" fmla="*/ 2 h 9"/>
                  <a:gd name="T8" fmla="*/ 4 w 4"/>
                  <a:gd name="T9" fmla="*/ 7 h 9"/>
                  <a:gd name="T10" fmla="*/ 3 w 4"/>
                  <a:gd name="T11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9">
                    <a:moveTo>
                      <a:pt x="3" y="7"/>
                    </a:moveTo>
                    <a:cubicBezTo>
                      <a:pt x="3" y="0"/>
                      <a:pt x="3" y="0"/>
                      <a:pt x="4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9"/>
                      <a:pt x="4" y="7"/>
                      <a:pt x="4" y="7"/>
                    </a:cubicBezTo>
                    <a:lnTo>
                      <a:pt x="3" y="7"/>
                    </a:lnTo>
                    <a:close/>
                  </a:path>
                </a:pathLst>
              </a:custGeom>
              <a:solidFill>
                <a:srgbClr val="BB2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22" name="Freeform 204">
                <a:extLst>
                  <a:ext uri="{FF2B5EF4-FFF2-40B4-BE49-F238E27FC236}">
                    <a16:creationId xmlns:a16="http://schemas.microsoft.com/office/drawing/2014/main" id="{D6C6B621-12C1-486C-BFB6-E7BF119B50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9" y="3208"/>
                <a:ext cx="36" cy="24"/>
              </a:xfrm>
              <a:custGeom>
                <a:avLst/>
                <a:gdLst>
                  <a:gd name="T0" fmla="*/ 9 w 9"/>
                  <a:gd name="T1" fmla="*/ 4 h 6"/>
                  <a:gd name="T2" fmla="*/ 8 w 9"/>
                  <a:gd name="T3" fmla="*/ 5 h 6"/>
                  <a:gd name="T4" fmla="*/ 7 w 9"/>
                  <a:gd name="T5" fmla="*/ 4 h 6"/>
                  <a:gd name="T6" fmla="*/ 6 w 9"/>
                  <a:gd name="T7" fmla="*/ 4 h 6"/>
                  <a:gd name="T8" fmla="*/ 3 w 9"/>
                  <a:gd name="T9" fmla="*/ 1 h 6"/>
                  <a:gd name="T10" fmla="*/ 3 w 9"/>
                  <a:gd name="T11" fmla="*/ 0 h 6"/>
                  <a:gd name="T12" fmla="*/ 0 w 9"/>
                  <a:gd name="T13" fmla="*/ 2 h 6"/>
                  <a:gd name="T14" fmla="*/ 0 w 9"/>
                  <a:gd name="T15" fmla="*/ 3 h 6"/>
                  <a:gd name="T16" fmla="*/ 1 w 9"/>
                  <a:gd name="T17" fmla="*/ 3 h 6"/>
                  <a:gd name="T18" fmla="*/ 9 w 9"/>
                  <a:gd name="T19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6">
                    <a:moveTo>
                      <a:pt x="9" y="4"/>
                    </a:moveTo>
                    <a:cubicBezTo>
                      <a:pt x="8" y="5"/>
                      <a:pt x="8" y="5"/>
                      <a:pt x="8" y="5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7" y="6"/>
                      <a:pt x="9" y="4"/>
                      <a:pt x="9" y="4"/>
                    </a:cubicBezTo>
                    <a:close/>
                  </a:path>
                </a:pathLst>
              </a:custGeom>
              <a:solidFill>
                <a:srgbClr val="E75E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8" name="Freeform 206">
              <a:extLst>
                <a:ext uri="{FF2B5EF4-FFF2-40B4-BE49-F238E27FC236}">
                  <a16:creationId xmlns:a16="http://schemas.microsoft.com/office/drawing/2014/main" id="{3E93F6CB-1B40-46A0-A270-28849B9DB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3212"/>
              <a:ext cx="16" cy="36"/>
            </a:xfrm>
            <a:custGeom>
              <a:avLst/>
              <a:gdLst>
                <a:gd name="T0" fmla="*/ 3 w 4"/>
                <a:gd name="T1" fmla="*/ 7 h 9"/>
                <a:gd name="T2" fmla="*/ 4 w 4"/>
                <a:gd name="T3" fmla="*/ 0 h 9"/>
                <a:gd name="T4" fmla="*/ 1 w 4"/>
                <a:gd name="T5" fmla="*/ 1 h 9"/>
                <a:gd name="T6" fmla="*/ 0 w 4"/>
                <a:gd name="T7" fmla="*/ 2 h 9"/>
                <a:gd name="T8" fmla="*/ 4 w 4"/>
                <a:gd name="T9" fmla="*/ 8 h 9"/>
                <a:gd name="T10" fmla="*/ 3 w 4"/>
                <a:gd name="T11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9">
                  <a:moveTo>
                    <a:pt x="3" y="7"/>
                  </a:moveTo>
                  <a:cubicBezTo>
                    <a:pt x="3" y="0"/>
                    <a:pt x="3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9"/>
                    <a:pt x="4" y="8"/>
                    <a:pt x="4" y="8"/>
                  </a:cubicBezTo>
                  <a:lnTo>
                    <a:pt x="3" y="7"/>
                  </a:lnTo>
                  <a:close/>
                </a:path>
              </a:pathLst>
            </a:custGeom>
            <a:solidFill>
              <a:srgbClr val="BB2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207">
              <a:extLst>
                <a:ext uri="{FF2B5EF4-FFF2-40B4-BE49-F238E27FC236}">
                  <a16:creationId xmlns:a16="http://schemas.microsoft.com/office/drawing/2014/main" id="{D0ADFC0A-76DA-4BFF-8536-CD3A5B36C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3244"/>
              <a:ext cx="36" cy="20"/>
            </a:xfrm>
            <a:custGeom>
              <a:avLst/>
              <a:gdLst>
                <a:gd name="T0" fmla="*/ 9 w 9"/>
                <a:gd name="T1" fmla="*/ 4 h 5"/>
                <a:gd name="T2" fmla="*/ 8 w 9"/>
                <a:gd name="T3" fmla="*/ 4 h 5"/>
                <a:gd name="T4" fmla="*/ 7 w 9"/>
                <a:gd name="T5" fmla="*/ 3 h 5"/>
                <a:gd name="T6" fmla="*/ 6 w 9"/>
                <a:gd name="T7" fmla="*/ 3 h 5"/>
                <a:gd name="T8" fmla="*/ 3 w 9"/>
                <a:gd name="T9" fmla="*/ 0 h 5"/>
                <a:gd name="T10" fmla="*/ 3 w 9"/>
                <a:gd name="T11" fmla="*/ 0 h 5"/>
                <a:gd name="T12" fmla="*/ 0 w 9"/>
                <a:gd name="T13" fmla="*/ 1 h 5"/>
                <a:gd name="T14" fmla="*/ 0 w 9"/>
                <a:gd name="T15" fmla="*/ 2 h 5"/>
                <a:gd name="T16" fmla="*/ 1 w 9"/>
                <a:gd name="T17" fmla="*/ 2 h 5"/>
                <a:gd name="T18" fmla="*/ 9 w 9"/>
                <a:gd name="T19" fmla="*/ 3 h 5"/>
                <a:gd name="T20" fmla="*/ 9 w 9"/>
                <a:gd name="T2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9" y="4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7" y="5"/>
                    <a:pt x="9" y="3"/>
                    <a:pt x="9" y="3"/>
                  </a:cubicBezTo>
                  <a:lnTo>
                    <a:pt x="9" y="4"/>
                  </a:lnTo>
                  <a:close/>
                </a:path>
              </a:pathLst>
            </a:custGeom>
            <a:solidFill>
              <a:srgbClr val="E75E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208">
              <a:extLst>
                <a:ext uri="{FF2B5EF4-FFF2-40B4-BE49-F238E27FC236}">
                  <a16:creationId xmlns:a16="http://schemas.microsoft.com/office/drawing/2014/main" id="{FD4846AC-D416-4F7C-AC3D-13590D5B5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3244"/>
              <a:ext cx="16" cy="36"/>
            </a:xfrm>
            <a:custGeom>
              <a:avLst/>
              <a:gdLst>
                <a:gd name="T0" fmla="*/ 4 w 4"/>
                <a:gd name="T1" fmla="*/ 7 h 9"/>
                <a:gd name="T2" fmla="*/ 4 w 4"/>
                <a:gd name="T3" fmla="*/ 0 h 9"/>
                <a:gd name="T4" fmla="*/ 1 w 4"/>
                <a:gd name="T5" fmla="*/ 1 h 9"/>
                <a:gd name="T6" fmla="*/ 0 w 4"/>
                <a:gd name="T7" fmla="*/ 2 h 9"/>
                <a:gd name="T8" fmla="*/ 4 w 4"/>
                <a:gd name="T9" fmla="*/ 8 h 9"/>
                <a:gd name="T10" fmla="*/ 4 w 4"/>
                <a:gd name="T11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9">
                  <a:moveTo>
                    <a:pt x="4" y="7"/>
                  </a:moveTo>
                  <a:cubicBezTo>
                    <a:pt x="3" y="0"/>
                    <a:pt x="3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9"/>
                    <a:pt x="4" y="8"/>
                    <a:pt x="4" y="8"/>
                  </a:cubicBezTo>
                  <a:lnTo>
                    <a:pt x="4" y="7"/>
                  </a:lnTo>
                  <a:close/>
                </a:path>
              </a:pathLst>
            </a:custGeom>
            <a:solidFill>
              <a:srgbClr val="BB2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209">
              <a:extLst>
                <a:ext uri="{FF2B5EF4-FFF2-40B4-BE49-F238E27FC236}">
                  <a16:creationId xmlns:a16="http://schemas.microsoft.com/office/drawing/2014/main" id="{3CCCC6E9-FE7B-4448-A014-E4E10FFFE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3276"/>
              <a:ext cx="36" cy="20"/>
            </a:xfrm>
            <a:custGeom>
              <a:avLst/>
              <a:gdLst>
                <a:gd name="T0" fmla="*/ 9 w 9"/>
                <a:gd name="T1" fmla="*/ 4 h 5"/>
                <a:gd name="T2" fmla="*/ 8 w 9"/>
                <a:gd name="T3" fmla="*/ 4 h 5"/>
                <a:gd name="T4" fmla="*/ 7 w 9"/>
                <a:gd name="T5" fmla="*/ 4 h 5"/>
                <a:gd name="T6" fmla="*/ 6 w 9"/>
                <a:gd name="T7" fmla="*/ 3 h 5"/>
                <a:gd name="T8" fmla="*/ 3 w 9"/>
                <a:gd name="T9" fmla="*/ 0 h 5"/>
                <a:gd name="T10" fmla="*/ 3 w 9"/>
                <a:gd name="T11" fmla="*/ 0 h 5"/>
                <a:gd name="T12" fmla="*/ 0 w 9"/>
                <a:gd name="T13" fmla="*/ 1 h 5"/>
                <a:gd name="T14" fmla="*/ 0 w 9"/>
                <a:gd name="T15" fmla="*/ 2 h 5"/>
                <a:gd name="T16" fmla="*/ 1 w 9"/>
                <a:gd name="T17" fmla="*/ 2 h 5"/>
                <a:gd name="T18" fmla="*/ 9 w 9"/>
                <a:gd name="T19" fmla="*/ 3 h 5"/>
                <a:gd name="T20" fmla="*/ 9 w 9"/>
                <a:gd name="T2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9" y="4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7" y="5"/>
                    <a:pt x="9" y="3"/>
                    <a:pt x="9" y="3"/>
                  </a:cubicBezTo>
                  <a:lnTo>
                    <a:pt x="9" y="4"/>
                  </a:lnTo>
                  <a:close/>
                </a:path>
              </a:pathLst>
            </a:custGeom>
            <a:solidFill>
              <a:srgbClr val="F4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10">
              <a:extLst>
                <a:ext uri="{FF2B5EF4-FFF2-40B4-BE49-F238E27FC236}">
                  <a16:creationId xmlns:a16="http://schemas.microsoft.com/office/drawing/2014/main" id="{406C431B-F48E-4D78-8E61-AC4B7FCCC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3021"/>
              <a:ext cx="419" cy="239"/>
            </a:xfrm>
            <a:custGeom>
              <a:avLst/>
              <a:gdLst>
                <a:gd name="T0" fmla="*/ 0 w 419"/>
                <a:gd name="T1" fmla="*/ 4 h 239"/>
                <a:gd name="T2" fmla="*/ 12 w 419"/>
                <a:gd name="T3" fmla="*/ 0 h 239"/>
                <a:gd name="T4" fmla="*/ 419 w 419"/>
                <a:gd name="T5" fmla="*/ 231 h 239"/>
                <a:gd name="T6" fmla="*/ 407 w 419"/>
                <a:gd name="T7" fmla="*/ 239 h 239"/>
                <a:gd name="T8" fmla="*/ 0 w 419"/>
                <a:gd name="T9" fmla="*/ 4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" h="239">
                  <a:moveTo>
                    <a:pt x="0" y="4"/>
                  </a:moveTo>
                  <a:lnTo>
                    <a:pt x="12" y="0"/>
                  </a:lnTo>
                  <a:lnTo>
                    <a:pt x="419" y="231"/>
                  </a:lnTo>
                  <a:lnTo>
                    <a:pt x="407" y="239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86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11">
              <a:extLst>
                <a:ext uri="{FF2B5EF4-FFF2-40B4-BE49-F238E27FC236}">
                  <a16:creationId xmlns:a16="http://schemas.microsoft.com/office/drawing/2014/main" id="{6C45A124-0820-4BB1-B9D8-A4F567F92C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2" y="3025"/>
              <a:ext cx="407" cy="299"/>
            </a:xfrm>
            <a:custGeom>
              <a:avLst/>
              <a:gdLst>
                <a:gd name="T0" fmla="*/ 0 w 102"/>
                <a:gd name="T1" fmla="*/ 0 h 75"/>
                <a:gd name="T2" fmla="*/ 102 w 102"/>
                <a:gd name="T3" fmla="*/ 59 h 75"/>
                <a:gd name="T4" fmla="*/ 102 w 102"/>
                <a:gd name="T5" fmla="*/ 75 h 75"/>
                <a:gd name="T6" fmla="*/ 0 w 102"/>
                <a:gd name="T7" fmla="*/ 17 h 75"/>
                <a:gd name="T8" fmla="*/ 0 w 102"/>
                <a:gd name="T9" fmla="*/ 0 h 75"/>
                <a:gd name="T10" fmla="*/ 65 w 102"/>
                <a:gd name="T11" fmla="*/ 51 h 75"/>
                <a:gd name="T12" fmla="*/ 70 w 102"/>
                <a:gd name="T13" fmla="*/ 49 h 75"/>
                <a:gd name="T14" fmla="*/ 65 w 102"/>
                <a:gd name="T15" fmla="*/ 41 h 75"/>
                <a:gd name="T16" fmla="*/ 60 w 102"/>
                <a:gd name="T17" fmla="*/ 43 h 75"/>
                <a:gd name="T18" fmla="*/ 65 w 102"/>
                <a:gd name="T19" fmla="*/ 51 h 75"/>
                <a:gd name="T20" fmla="*/ 93 w 102"/>
                <a:gd name="T21" fmla="*/ 68 h 75"/>
                <a:gd name="T22" fmla="*/ 98 w 102"/>
                <a:gd name="T23" fmla="*/ 65 h 75"/>
                <a:gd name="T24" fmla="*/ 93 w 102"/>
                <a:gd name="T25" fmla="*/ 57 h 75"/>
                <a:gd name="T26" fmla="*/ 89 w 102"/>
                <a:gd name="T27" fmla="*/ 59 h 75"/>
                <a:gd name="T28" fmla="*/ 93 w 102"/>
                <a:gd name="T29" fmla="*/ 68 h 75"/>
                <a:gd name="T30" fmla="*/ 51 w 102"/>
                <a:gd name="T31" fmla="*/ 43 h 75"/>
                <a:gd name="T32" fmla="*/ 56 w 102"/>
                <a:gd name="T33" fmla="*/ 41 h 75"/>
                <a:gd name="T34" fmla="*/ 51 w 102"/>
                <a:gd name="T35" fmla="*/ 32 h 75"/>
                <a:gd name="T36" fmla="*/ 46 w 102"/>
                <a:gd name="T37" fmla="*/ 35 h 75"/>
                <a:gd name="T38" fmla="*/ 51 w 102"/>
                <a:gd name="T39" fmla="*/ 43 h 75"/>
                <a:gd name="T40" fmla="*/ 23 w 102"/>
                <a:gd name="T41" fmla="*/ 27 h 75"/>
                <a:gd name="T42" fmla="*/ 28 w 102"/>
                <a:gd name="T43" fmla="*/ 24 h 75"/>
                <a:gd name="T44" fmla="*/ 23 w 102"/>
                <a:gd name="T45" fmla="*/ 16 h 75"/>
                <a:gd name="T46" fmla="*/ 18 w 102"/>
                <a:gd name="T47" fmla="*/ 19 h 75"/>
                <a:gd name="T48" fmla="*/ 23 w 102"/>
                <a:gd name="T49" fmla="*/ 27 h 75"/>
                <a:gd name="T50" fmla="*/ 79 w 102"/>
                <a:gd name="T51" fmla="*/ 60 h 75"/>
                <a:gd name="T52" fmla="*/ 84 w 102"/>
                <a:gd name="T53" fmla="*/ 57 h 75"/>
                <a:gd name="T54" fmla="*/ 79 w 102"/>
                <a:gd name="T55" fmla="*/ 49 h 75"/>
                <a:gd name="T56" fmla="*/ 75 w 102"/>
                <a:gd name="T57" fmla="*/ 51 h 75"/>
                <a:gd name="T58" fmla="*/ 79 w 102"/>
                <a:gd name="T59" fmla="*/ 60 h 75"/>
                <a:gd name="T60" fmla="*/ 9 w 102"/>
                <a:gd name="T61" fmla="*/ 19 h 75"/>
                <a:gd name="T62" fmla="*/ 14 w 102"/>
                <a:gd name="T63" fmla="*/ 16 h 75"/>
                <a:gd name="T64" fmla="*/ 9 w 102"/>
                <a:gd name="T65" fmla="*/ 8 h 75"/>
                <a:gd name="T66" fmla="*/ 4 w 102"/>
                <a:gd name="T67" fmla="*/ 11 h 75"/>
                <a:gd name="T68" fmla="*/ 9 w 102"/>
                <a:gd name="T69" fmla="*/ 19 h 75"/>
                <a:gd name="T70" fmla="*/ 37 w 102"/>
                <a:gd name="T71" fmla="*/ 35 h 75"/>
                <a:gd name="T72" fmla="*/ 42 w 102"/>
                <a:gd name="T73" fmla="*/ 32 h 75"/>
                <a:gd name="T74" fmla="*/ 37 w 102"/>
                <a:gd name="T75" fmla="*/ 24 h 75"/>
                <a:gd name="T76" fmla="*/ 32 w 102"/>
                <a:gd name="T77" fmla="*/ 27 h 75"/>
                <a:gd name="T78" fmla="*/ 37 w 102"/>
                <a:gd name="T79" fmla="*/ 3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2" h="75">
                  <a:moveTo>
                    <a:pt x="0" y="0"/>
                  </a:moveTo>
                  <a:cubicBezTo>
                    <a:pt x="102" y="59"/>
                    <a:pt x="102" y="59"/>
                    <a:pt x="102" y="59"/>
                  </a:cubicBezTo>
                  <a:cubicBezTo>
                    <a:pt x="102" y="75"/>
                    <a:pt x="102" y="75"/>
                    <a:pt x="102" y="75"/>
                  </a:cubicBezTo>
                  <a:cubicBezTo>
                    <a:pt x="0" y="17"/>
                    <a:pt x="0" y="17"/>
                    <a:pt x="0" y="17"/>
                  </a:cubicBezTo>
                  <a:lnTo>
                    <a:pt x="0" y="0"/>
                  </a:lnTo>
                  <a:close/>
                  <a:moveTo>
                    <a:pt x="65" y="51"/>
                  </a:moveTo>
                  <a:cubicBezTo>
                    <a:pt x="68" y="53"/>
                    <a:pt x="70" y="52"/>
                    <a:pt x="70" y="49"/>
                  </a:cubicBezTo>
                  <a:cubicBezTo>
                    <a:pt x="70" y="46"/>
                    <a:pt x="68" y="42"/>
                    <a:pt x="65" y="41"/>
                  </a:cubicBezTo>
                  <a:cubicBezTo>
                    <a:pt x="63" y="39"/>
                    <a:pt x="60" y="40"/>
                    <a:pt x="60" y="43"/>
                  </a:cubicBezTo>
                  <a:cubicBezTo>
                    <a:pt x="60" y="46"/>
                    <a:pt x="63" y="50"/>
                    <a:pt x="65" y="51"/>
                  </a:cubicBezTo>
                  <a:close/>
                  <a:moveTo>
                    <a:pt x="93" y="68"/>
                  </a:moveTo>
                  <a:cubicBezTo>
                    <a:pt x="96" y="69"/>
                    <a:pt x="98" y="68"/>
                    <a:pt x="98" y="65"/>
                  </a:cubicBezTo>
                  <a:cubicBezTo>
                    <a:pt x="98" y="62"/>
                    <a:pt x="96" y="58"/>
                    <a:pt x="93" y="57"/>
                  </a:cubicBezTo>
                  <a:cubicBezTo>
                    <a:pt x="91" y="55"/>
                    <a:pt x="89" y="56"/>
                    <a:pt x="89" y="59"/>
                  </a:cubicBezTo>
                  <a:cubicBezTo>
                    <a:pt x="89" y="63"/>
                    <a:pt x="91" y="66"/>
                    <a:pt x="93" y="68"/>
                  </a:cubicBezTo>
                  <a:close/>
                  <a:moveTo>
                    <a:pt x="51" y="43"/>
                  </a:moveTo>
                  <a:cubicBezTo>
                    <a:pt x="54" y="45"/>
                    <a:pt x="56" y="44"/>
                    <a:pt x="56" y="41"/>
                  </a:cubicBezTo>
                  <a:cubicBezTo>
                    <a:pt x="56" y="38"/>
                    <a:pt x="54" y="34"/>
                    <a:pt x="51" y="32"/>
                  </a:cubicBezTo>
                  <a:cubicBezTo>
                    <a:pt x="49" y="31"/>
                    <a:pt x="46" y="32"/>
                    <a:pt x="46" y="35"/>
                  </a:cubicBezTo>
                  <a:cubicBezTo>
                    <a:pt x="46" y="38"/>
                    <a:pt x="48" y="42"/>
                    <a:pt x="51" y="43"/>
                  </a:cubicBezTo>
                  <a:close/>
                  <a:moveTo>
                    <a:pt x="23" y="27"/>
                  </a:moveTo>
                  <a:cubicBezTo>
                    <a:pt x="26" y="29"/>
                    <a:pt x="28" y="27"/>
                    <a:pt x="28" y="24"/>
                  </a:cubicBezTo>
                  <a:cubicBezTo>
                    <a:pt x="28" y="21"/>
                    <a:pt x="26" y="18"/>
                    <a:pt x="23" y="16"/>
                  </a:cubicBezTo>
                  <a:cubicBezTo>
                    <a:pt x="20" y="15"/>
                    <a:pt x="18" y="16"/>
                    <a:pt x="18" y="19"/>
                  </a:cubicBezTo>
                  <a:cubicBezTo>
                    <a:pt x="18" y="22"/>
                    <a:pt x="20" y="26"/>
                    <a:pt x="23" y="27"/>
                  </a:cubicBezTo>
                  <a:close/>
                  <a:moveTo>
                    <a:pt x="79" y="60"/>
                  </a:moveTo>
                  <a:cubicBezTo>
                    <a:pt x="82" y="61"/>
                    <a:pt x="84" y="60"/>
                    <a:pt x="84" y="57"/>
                  </a:cubicBezTo>
                  <a:cubicBezTo>
                    <a:pt x="84" y="54"/>
                    <a:pt x="82" y="50"/>
                    <a:pt x="79" y="49"/>
                  </a:cubicBezTo>
                  <a:cubicBezTo>
                    <a:pt x="77" y="47"/>
                    <a:pt x="75" y="48"/>
                    <a:pt x="75" y="51"/>
                  </a:cubicBezTo>
                  <a:cubicBezTo>
                    <a:pt x="75" y="54"/>
                    <a:pt x="77" y="58"/>
                    <a:pt x="79" y="60"/>
                  </a:cubicBezTo>
                  <a:close/>
                  <a:moveTo>
                    <a:pt x="9" y="19"/>
                  </a:moveTo>
                  <a:cubicBezTo>
                    <a:pt x="11" y="20"/>
                    <a:pt x="14" y="19"/>
                    <a:pt x="14" y="16"/>
                  </a:cubicBezTo>
                  <a:cubicBezTo>
                    <a:pt x="14" y="13"/>
                    <a:pt x="11" y="9"/>
                    <a:pt x="9" y="8"/>
                  </a:cubicBezTo>
                  <a:cubicBezTo>
                    <a:pt x="6" y="6"/>
                    <a:pt x="4" y="8"/>
                    <a:pt x="4" y="11"/>
                  </a:cubicBezTo>
                  <a:cubicBezTo>
                    <a:pt x="4" y="14"/>
                    <a:pt x="6" y="17"/>
                    <a:pt x="9" y="19"/>
                  </a:cubicBezTo>
                  <a:close/>
                  <a:moveTo>
                    <a:pt x="37" y="35"/>
                  </a:moveTo>
                  <a:cubicBezTo>
                    <a:pt x="40" y="37"/>
                    <a:pt x="42" y="35"/>
                    <a:pt x="42" y="32"/>
                  </a:cubicBezTo>
                  <a:cubicBezTo>
                    <a:pt x="42" y="29"/>
                    <a:pt x="40" y="26"/>
                    <a:pt x="37" y="24"/>
                  </a:cubicBezTo>
                  <a:cubicBezTo>
                    <a:pt x="34" y="23"/>
                    <a:pt x="32" y="24"/>
                    <a:pt x="32" y="27"/>
                  </a:cubicBezTo>
                  <a:cubicBezTo>
                    <a:pt x="32" y="30"/>
                    <a:pt x="34" y="34"/>
                    <a:pt x="37" y="35"/>
                  </a:cubicBezTo>
                  <a:close/>
                </a:path>
              </a:pathLst>
            </a:custGeom>
            <a:solidFill>
              <a:srgbClr val="E63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12">
              <a:extLst>
                <a:ext uri="{FF2B5EF4-FFF2-40B4-BE49-F238E27FC236}">
                  <a16:creationId xmlns:a16="http://schemas.microsoft.com/office/drawing/2014/main" id="{D472B558-C709-415C-A6FB-991578E36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3252"/>
              <a:ext cx="12" cy="72"/>
            </a:xfrm>
            <a:custGeom>
              <a:avLst/>
              <a:gdLst>
                <a:gd name="T0" fmla="*/ 0 w 12"/>
                <a:gd name="T1" fmla="*/ 8 h 72"/>
                <a:gd name="T2" fmla="*/ 12 w 12"/>
                <a:gd name="T3" fmla="*/ 0 h 72"/>
                <a:gd name="T4" fmla="*/ 12 w 12"/>
                <a:gd name="T5" fmla="*/ 68 h 72"/>
                <a:gd name="T6" fmla="*/ 0 w 12"/>
                <a:gd name="T7" fmla="*/ 72 h 72"/>
                <a:gd name="T8" fmla="*/ 0 w 12"/>
                <a:gd name="T9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2">
                  <a:moveTo>
                    <a:pt x="0" y="8"/>
                  </a:moveTo>
                  <a:lnTo>
                    <a:pt x="12" y="0"/>
                  </a:lnTo>
                  <a:lnTo>
                    <a:pt x="12" y="68"/>
                  </a:lnTo>
                  <a:lnTo>
                    <a:pt x="0" y="72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B2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13">
              <a:extLst>
                <a:ext uri="{FF2B5EF4-FFF2-40B4-BE49-F238E27FC236}">
                  <a16:creationId xmlns:a16="http://schemas.microsoft.com/office/drawing/2014/main" id="{3B906071-BF46-4A6F-980E-B30F751F5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3240"/>
              <a:ext cx="36" cy="12"/>
            </a:xfrm>
            <a:custGeom>
              <a:avLst/>
              <a:gdLst>
                <a:gd name="T0" fmla="*/ 2 w 9"/>
                <a:gd name="T1" fmla="*/ 2 h 3"/>
                <a:gd name="T2" fmla="*/ 3 w 9"/>
                <a:gd name="T3" fmla="*/ 2 h 3"/>
                <a:gd name="T4" fmla="*/ 5 w 9"/>
                <a:gd name="T5" fmla="*/ 3 h 3"/>
                <a:gd name="T6" fmla="*/ 9 w 9"/>
                <a:gd name="T7" fmla="*/ 0 h 3"/>
                <a:gd name="T8" fmla="*/ 4 w 9"/>
                <a:gd name="T9" fmla="*/ 0 h 3"/>
                <a:gd name="T10" fmla="*/ 0 w 9"/>
                <a:gd name="T11" fmla="*/ 3 h 3"/>
                <a:gd name="T12" fmla="*/ 1 w 9"/>
                <a:gd name="T13" fmla="*/ 2 h 3"/>
                <a:gd name="T14" fmla="*/ 2 w 9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3">
                  <a:moveTo>
                    <a:pt x="2" y="2"/>
                  </a:moveTo>
                  <a:cubicBezTo>
                    <a:pt x="2" y="2"/>
                    <a:pt x="3" y="2"/>
                    <a:pt x="3" y="2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5859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14">
              <a:extLst>
                <a:ext uri="{FF2B5EF4-FFF2-40B4-BE49-F238E27FC236}">
                  <a16:creationId xmlns:a16="http://schemas.microsoft.com/office/drawing/2014/main" id="{62650C5E-A597-4D19-B2F6-1EC715A4F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3240"/>
              <a:ext cx="44" cy="80"/>
            </a:xfrm>
            <a:custGeom>
              <a:avLst/>
              <a:gdLst>
                <a:gd name="T0" fmla="*/ 11 w 11"/>
                <a:gd name="T1" fmla="*/ 12 h 20"/>
                <a:gd name="T2" fmla="*/ 8 w 11"/>
                <a:gd name="T3" fmla="*/ 5 h 20"/>
                <a:gd name="T4" fmla="*/ 8 w 11"/>
                <a:gd name="T5" fmla="*/ 4 h 20"/>
                <a:gd name="T6" fmla="*/ 0 w 11"/>
                <a:gd name="T7" fmla="*/ 3 h 20"/>
                <a:gd name="T8" fmla="*/ 1 w 11"/>
                <a:gd name="T9" fmla="*/ 4 h 20"/>
                <a:gd name="T10" fmla="*/ 2 w 11"/>
                <a:gd name="T11" fmla="*/ 5 h 20"/>
                <a:gd name="T12" fmla="*/ 4 w 11"/>
                <a:gd name="T13" fmla="*/ 7 h 20"/>
                <a:gd name="T14" fmla="*/ 5 w 11"/>
                <a:gd name="T15" fmla="*/ 8 h 20"/>
                <a:gd name="T16" fmla="*/ 6 w 11"/>
                <a:gd name="T17" fmla="*/ 10 h 20"/>
                <a:gd name="T18" fmla="*/ 6 w 11"/>
                <a:gd name="T19" fmla="*/ 12 h 20"/>
                <a:gd name="T20" fmla="*/ 7 w 11"/>
                <a:gd name="T21" fmla="*/ 14 h 20"/>
                <a:gd name="T22" fmla="*/ 7 w 11"/>
                <a:gd name="T23" fmla="*/ 15 h 20"/>
                <a:gd name="T24" fmla="*/ 7 w 11"/>
                <a:gd name="T25" fmla="*/ 17 h 20"/>
                <a:gd name="T26" fmla="*/ 6 w 11"/>
                <a:gd name="T27" fmla="*/ 18 h 20"/>
                <a:gd name="T28" fmla="*/ 6 w 11"/>
                <a:gd name="T29" fmla="*/ 19 h 20"/>
                <a:gd name="T30" fmla="*/ 5 w 11"/>
                <a:gd name="T31" fmla="*/ 20 h 20"/>
                <a:gd name="T32" fmla="*/ 9 w 11"/>
                <a:gd name="T33" fmla="*/ 17 h 20"/>
                <a:gd name="T34" fmla="*/ 10 w 11"/>
                <a:gd name="T35" fmla="*/ 16 h 20"/>
                <a:gd name="T36" fmla="*/ 11 w 11"/>
                <a:gd name="T37" fmla="*/ 16 h 20"/>
                <a:gd name="T38" fmla="*/ 11 w 11"/>
                <a:gd name="T39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20">
                  <a:moveTo>
                    <a:pt x="11" y="12"/>
                  </a:moveTo>
                  <a:cubicBezTo>
                    <a:pt x="9" y="5"/>
                    <a:pt x="9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0" y="3"/>
                    <a:pt x="0" y="3"/>
                  </a:cubicBezTo>
                  <a:cubicBezTo>
                    <a:pt x="0" y="3"/>
                    <a:pt x="1" y="4"/>
                    <a:pt x="1" y="4"/>
                  </a:cubicBezTo>
                  <a:cubicBezTo>
                    <a:pt x="2" y="4"/>
                    <a:pt x="2" y="5"/>
                    <a:pt x="2" y="5"/>
                  </a:cubicBezTo>
                  <a:cubicBezTo>
                    <a:pt x="3" y="6"/>
                    <a:pt x="3" y="6"/>
                    <a:pt x="4" y="7"/>
                  </a:cubicBezTo>
                  <a:cubicBezTo>
                    <a:pt x="4" y="7"/>
                    <a:pt x="4" y="8"/>
                    <a:pt x="5" y="8"/>
                  </a:cubicBezTo>
                  <a:cubicBezTo>
                    <a:pt x="5" y="9"/>
                    <a:pt x="5" y="9"/>
                    <a:pt x="6" y="10"/>
                  </a:cubicBezTo>
                  <a:cubicBezTo>
                    <a:pt x="6" y="11"/>
                    <a:pt x="6" y="11"/>
                    <a:pt x="6" y="12"/>
                  </a:cubicBezTo>
                  <a:cubicBezTo>
                    <a:pt x="6" y="12"/>
                    <a:pt x="6" y="13"/>
                    <a:pt x="7" y="14"/>
                  </a:cubicBezTo>
                  <a:cubicBezTo>
                    <a:pt x="7" y="14"/>
                    <a:pt x="7" y="15"/>
                    <a:pt x="7" y="15"/>
                  </a:cubicBezTo>
                  <a:cubicBezTo>
                    <a:pt x="7" y="16"/>
                    <a:pt x="7" y="16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19"/>
                    <a:pt x="5" y="20"/>
                    <a:pt x="5" y="20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10" y="17"/>
                    <a:pt x="10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3"/>
                    <a:pt x="11" y="13"/>
                    <a:pt x="11" y="12"/>
                  </a:cubicBezTo>
                  <a:close/>
                </a:path>
              </a:pathLst>
            </a:custGeom>
            <a:solidFill>
              <a:srgbClr val="2F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5">
              <a:extLst>
                <a:ext uri="{FF2B5EF4-FFF2-40B4-BE49-F238E27FC236}">
                  <a16:creationId xmlns:a16="http://schemas.microsoft.com/office/drawing/2014/main" id="{4C41E0DD-837F-4FC0-8DA3-DC0C15628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3244"/>
              <a:ext cx="56" cy="84"/>
            </a:xfrm>
            <a:custGeom>
              <a:avLst/>
              <a:gdLst>
                <a:gd name="T0" fmla="*/ 7 w 14"/>
                <a:gd name="T1" fmla="*/ 2 h 21"/>
                <a:gd name="T2" fmla="*/ 14 w 14"/>
                <a:gd name="T3" fmla="*/ 14 h 21"/>
                <a:gd name="T4" fmla="*/ 7 w 14"/>
                <a:gd name="T5" fmla="*/ 18 h 21"/>
                <a:gd name="T6" fmla="*/ 0 w 14"/>
                <a:gd name="T7" fmla="*/ 6 h 21"/>
                <a:gd name="T8" fmla="*/ 7 w 14"/>
                <a:gd name="T9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1">
                  <a:moveTo>
                    <a:pt x="7" y="2"/>
                  </a:moveTo>
                  <a:cubicBezTo>
                    <a:pt x="11" y="4"/>
                    <a:pt x="14" y="10"/>
                    <a:pt x="14" y="14"/>
                  </a:cubicBezTo>
                  <a:cubicBezTo>
                    <a:pt x="14" y="19"/>
                    <a:pt x="11" y="21"/>
                    <a:pt x="7" y="18"/>
                  </a:cubicBezTo>
                  <a:cubicBezTo>
                    <a:pt x="3" y="16"/>
                    <a:pt x="0" y="11"/>
                    <a:pt x="0" y="6"/>
                  </a:cubicBezTo>
                  <a:cubicBezTo>
                    <a:pt x="0" y="2"/>
                    <a:pt x="3" y="0"/>
                    <a:pt x="7" y="2"/>
                  </a:cubicBezTo>
                  <a:close/>
                </a:path>
              </a:pathLst>
            </a:custGeom>
            <a:solidFill>
              <a:srgbClr val="5051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17">
              <a:extLst>
                <a:ext uri="{FF2B5EF4-FFF2-40B4-BE49-F238E27FC236}">
                  <a16:creationId xmlns:a16="http://schemas.microsoft.com/office/drawing/2014/main" id="{B0C0C82C-43C0-4565-9288-01F83FF65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2197"/>
              <a:ext cx="355" cy="820"/>
            </a:xfrm>
            <a:custGeom>
              <a:avLst/>
              <a:gdLst>
                <a:gd name="T0" fmla="*/ 71 w 89"/>
                <a:gd name="T1" fmla="*/ 193 h 206"/>
                <a:gd name="T2" fmla="*/ 56 w 89"/>
                <a:gd name="T3" fmla="*/ 201 h 206"/>
                <a:gd name="T4" fmla="*/ 19 w 89"/>
                <a:gd name="T5" fmla="*/ 194 h 206"/>
                <a:gd name="T6" fmla="*/ 18 w 89"/>
                <a:gd name="T7" fmla="*/ 187 h 206"/>
                <a:gd name="T8" fmla="*/ 16 w 89"/>
                <a:gd name="T9" fmla="*/ 82 h 206"/>
                <a:gd name="T10" fmla="*/ 15 w 89"/>
                <a:gd name="T11" fmla="*/ 0 h 206"/>
                <a:gd name="T12" fmla="*/ 87 w 89"/>
                <a:gd name="T13" fmla="*/ 26 h 206"/>
                <a:gd name="T14" fmla="*/ 88 w 89"/>
                <a:gd name="T15" fmla="*/ 41 h 206"/>
                <a:gd name="T16" fmla="*/ 71 w 89"/>
                <a:gd name="T17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206">
                  <a:moveTo>
                    <a:pt x="71" y="193"/>
                  </a:moveTo>
                  <a:cubicBezTo>
                    <a:pt x="69" y="196"/>
                    <a:pt x="64" y="199"/>
                    <a:pt x="56" y="201"/>
                  </a:cubicBezTo>
                  <a:cubicBezTo>
                    <a:pt x="42" y="205"/>
                    <a:pt x="23" y="206"/>
                    <a:pt x="19" y="194"/>
                  </a:cubicBezTo>
                  <a:cubicBezTo>
                    <a:pt x="19" y="192"/>
                    <a:pt x="18" y="190"/>
                    <a:pt x="18" y="187"/>
                  </a:cubicBezTo>
                  <a:cubicBezTo>
                    <a:pt x="14" y="159"/>
                    <a:pt x="16" y="82"/>
                    <a:pt x="16" y="82"/>
                  </a:cubicBezTo>
                  <a:cubicBezTo>
                    <a:pt x="0" y="49"/>
                    <a:pt x="15" y="0"/>
                    <a:pt x="15" y="0"/>
                  </a:cubicBezTo>
                  <a:cubicBezTo>
                    <a:pt x="87" y="26"/>
                    <a:pt x="87" y="26"/>
                    <a:pt x="87" y="26"/>
                  </a:cubicBezTo>
                  <a:cubicBezTo>
                    <a:pt x="88" y="30"/>
                    <a:pt x="88" y="35"/>
                    <a:pt x="88" y="41"/>
                  </a:cubicBezTo>
                  <a:cubicBezTo>
                    <a:pt x="89" y="87"/>
                    <a:pt x="74" y="187"/>
                    <a:pt x="71" y="193"/>
                  </a:cubicBezTo>
                </a:path>
              </a:pathLst>
            </a:custGeom>
            <a:solidFill>
              <a:srgbClr val="9DB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18">
              <a:extLst>
                <a:ext uri="{FF2B5EF4-FFF2-40B4-BE49-F238E27FC236}">
                  <a16:creationId xmlns:a16="http://schemas.microsoft.com/office/drawing/2014/main" id="{8708BA52-B34E-478B-B7A9-79EBDE16E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" y="3555"/>
              <a:ext cx="314" cy="231"/>
            </a:xfrm>
            <a:custGeom>
              <a:avLst/>
              <a:gdLst>
                <a:gd name="T0" fmla="*/ 78 w 79"/>
                <a:gd name="T1" fmla="*/ 18 h 58"/>
                <a:gd name="T2" fmla="*/ 76 w 79"/>
                <a:gd name="T3" fmla="*/ 23 h 58"/>
                <a:gd name="T4" fmla="*/ 74 w 79"/>
                <a:gd name="T5" fmla="*/ 26 h 58"/>
                <a:gd name="T6" fmla="*/ 69 w 79"/>
                <a:gd name="T7" fmla="*/ 29 h 58"/>
                <a:gd name="T8" fmla="*/ 21 w 79"/>
                <a:gd name="T9" fmla="*/ 56 h 58"/>
                <a:gd name="T10" fmla="*/ 2 w 79"/>
                <a:gd name="T11" fmla="*/ 51 h 58"/>
                <a:gd name="T12" fmla="*/ 1 w 79"/>
                <a:gd name="T13" fmla="*/ 47 h 58"/>
                <a:gd name="T14" fmla="*/ 1 w 79"/>
                <a:gd name="T15" fmla="*/ 44 h 58"/>
                <a:gd name="T16" fmla="*/ 1 w 79"/>
                <a:gd name="T17" fmla="*/ 43 h 58"/>
                <a:gd name="T18" fmla="*/ 4 w 79"/>
                <a:gd name="T19" fmla="*/ 26 h 58"/>
                <a:gd name="T20" fmla="*/ 5 w 79"/>
                <a:gd name="T21" fmla="*/ 24 h 58"/>
                <a:gd name="T22" fmla="*/ 26 w 79"/>
                <a:gd name="T23" fmla="*/ 19 h 58"/>
                <a:gd name="T24" fmla="*/ 28 w 79"/>
                <a:gd name="T25" fmla="*/ 19 h 58"/>
                <a:gd name="T26" fmla="*/ 36 w 79"/>
                <a:gd name="T27" fmla="*/ 14 h 58"/>
                <a:gd name="T28" fmla="*/ 43 w 79"/>
                <a:gd name="T29" fmla="*/ 10 h 58"/>
                <a:gd name="T30" fmla="*/ 53 w 79"/>
                <a:gd name="T31" fmla="*/ 6 h 58"/>
                <a:gd name="T32" fmla="*/ 55 w 79"/>
                <a:gd name="T33" fmla="*/ 5 h 58"/>
                <a:gd name="T34" fmla="*/ 61 w 79"/>
                <a:gd name="T35" fmla="*/ 2 h 58"/>
                <a:gd name="T36" fmla="*/ 74 w 79"/>
                <a:gd name="T37" fmla="*/ 4 h 58"/>
                <a:gd name="T38" fmla="*/ 78 w 79"/>
                <a:gd name="T39" fmla="*/ 9 h 58"/>
                <a:gd name="T40" fmla="*/ 78 w 79"/>
                <a:gd name="T41" fmla="*/ 1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9" h="58">
                  <a:moveTo>
                    <a:pt x="78" y="18"/>
                  </a:moveTo>
                  <a:cubicBezTo>
                    <a:pt x="77" y="20"/>
                    <a:pt x="77" y="22"/>
                    <a:pt x="76" y="23"/>
                  </a:cubicBezTo>
                  <a:cubicBezTo>
                    <a:pt x="76" y="24"/>
                    <a:pt x="75" y="25"/>
                    <a:pt x="74" y="26"/>
                  </a:cubicBezTo>
                  <a:cubicBezTo>
                    <a:pt x="73" y="27"/>
                    <a:pt x="71" y="28"/>
                    <a:pt x="69" y="29"/>
                  </a:cubicBezTo>
                  <a:cubicBezTo>
                    <a:pt x="56" y="37"/>
                    <a:pt x="28" y="53"/>
                    <a:pt x="21" y="56"/>
                  </a:cubicBezTo>
                  <a:cubicBezTo>
                    <a:pt x="13" y="58"/>
                    <a:pt x="6" y="53"/>
                    <a:pt x="2" y="51"/>
                  </a:cubicBezTo>
                  <a:cubicBezTo>
                    <a:pt x="1" y="50"/>
                    <a:pt x="1" y="49"/>
                    <a:pt x="1" y="47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0" y="35"/>
                    <a:pt x="2" y="29"/>
                    <a:pt x="4" y="26"/>
                  </a:cubicBezTo>
                  <a:cubicBezTo>
                    <a:pt x="5" y="25"/>
                    <a:pt x="5" y="24"/>
                    <a:pt x="5" y="24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5" y="5"/>
                    <a:pt x="55" y="5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67" y="0"/>
                    <a:pt x="71" y="1"/>
                    <a:pt x="74" y="4"/>
                  </a:cubicBezTo>
                  <a:cubicBezTo>
                    <a:pt x="76" y="5"/>
                    <a:pt x="77" y="7"/>
                    <a:pt x="78" y="9"/>
                  </a:cubicBezTo>
                  <a:cubicBezTo>
                    <a:pt x="79" y="11"/>
                    <a:pt x="78" y="15"/>
                    <a:pt x="78" y="18"/>
                  </a:cubicBezTo>
                </a:path>
              </a:pathLst>
            </a:custGeom>
            <a:solidFill>
              <a:srgbClr val="E63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9">
              <a:extLst>
                <a:ext uri="{FF2B5EF4-FFF2-40B4-BE49-F238E27FC236}">
                  <a16:creationId xmlns:a16="http://schemas.microsoft.com/office/drawing/2014/main" id="{D94CC141-3747-4EB3-8C24-F22D77FF7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3587"/>
              <a:ext cx="120" cy="75"/>
            </a:xfrm>
            <a:custGeom>
              <a:avLst/>
              <a:gdLst>
                <a:gd name="T0" fmla="*/ 29 w 30"/>
                <a:gd name="T1" fmla="*/ 4 h 19"/>
                <a:gd name="T2" fmla="*/ 0 w 30"/>
                <a:gd name="T3" fmla="*/ 19 h 19"/>
                <a:gd name="T4" fmla="*/ 4 w 30"/>
                <a:gd name="T5" fmla="*/ 8 h 19"/>
                <a:gd name="T6" fmla="*/ 11 w 30"/>
                <a:gd name="T7" fmla="*/ 4 h 19"/>
                <a:gd name="T8" fmla="*/ 21 w 30"/>
                <a:gd name="T9" fmla="*/ 0 h 19"/>
                <a:gd name="T10" fmla="*/ 29 w 30"/>
                <a:gd name="T11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9">
                  <a:moveTo>
                    <a:pt x="29" y="4"/>
                  </a:moveTo>
                  <a:cubicBezTo>
                    <a:pt x="28" y="5"/>
                    <a:pt x="0" y="19"/>
                    <a:pt x="0" y="1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4" y="0"/>
                    <a:pt x="30" y="3"/>
                    <a:pt x="29" y="4"/>
                  </a:cubicBezTo>
                </a:path>
              </a:pathLst>
            </a:custGeom>
            <a:solidFill>
              <a:srgbClr val="F6F7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0">
              <a:extLst>
                <a:ext uri="{FF2B5EF4-FFF2-40B4-BE49-F238E27FC236}">
                  <a16:creationId xmlns:a16="http://schemas.microsoft.com/office/drawing/2014/main" id="{11B217EA-53C9-4717-8D90-1C79105E1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3571"/>
              <a:ext cx="47" cy="99"/>
            </a:xfrm>
            <a:custGeom>
              <a:avLst/>
              <a:gdLst>
                <a:gd name="T0" fmla="*/ 11 w 12"/>
                <a:gd name="T1" fmla="*/ 14 h 25"/>
                <a:gd name="T2" fmla="*/ 9 w 12"/>
                <a:gd name="T3" fmla="*/ 19 h 25"/>
                <a:gd name="T4" fmla="*/ 7 w 12"/>
                <a:gd name="T5" fmla="*/ 22 h 25"/>
                <a:gd name="T6" fmla="*/ 2 w 12"/>
                <a:gd name="T7" fmla="*/ 25 h 25"/>
                <a:gd name="T8" fmla="*/ 0 w 12"/>
                <a:gd name="T9" fmla="*/ 10 h 25"/>
                <a:gd name="T10" fmla="*/ 7 w 12"/>
                <a:gd name="T11" fmla="*/ 0 h 25"/>
                <a:gd name="T12" fmla="*/ 11 w 12"/>
                <a:gd name="T13" fmla="*/ 5 h 25"/>
                <a:gd name="T14" fmla="*/ 11 w 12"/>
                <a:gd name="T15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5">
                  <a:moveTo>
                    <a:pt x="11" y="14"/>
                  </a:moveTo>
                  <a:cubicBezTo>
                    <a:pt x="10" y="16"/>
                    <a:pt x="10" y="18"/>
                    <a:pt x="9" y="19"/>
                  </a:cubicBezTo>
                  <a:cubicBezTo>
                    <a:pt x="9" y="20"/>
                    <a:pt x="8" y="21"/>
                    <a:pt x="7" y="22"/>
                  </a:cubicBezTo>
                  <a:cubicBezTo>
                    <a:pt x="6" y="23"/>
                    <a:pt x="4" y="24"/>
                    <a:pt x="2" y="25"/>
                  </a:cubicBezTo>
                  <a:cubicBezTo>
                    <a:pt x="3" y="20"/>
                    <a:pt x="2" y="14"/>
                    <a:pt x="0" y="10"/>
                  </a:cubicBezTo>
                  <a:cubicBezTo>
                    <a:pt x="4" y="7"/>
                    <a:pt x="6" y="3"/>
                    <a:pt x="7" y="0"/>
                  </a:cubicBezTo>
                  <a:cubicBezTo>
                    <a:pt x="9" y="1"/>
                    <a:pt x="10" y="3"/>
                    <a:pt x="11" y="5"/>
                  </a:cubicBezTo>
                  <a:cubicBezTo>
                    <a:pt x="12" y="7"/>
                    <a:pt x="11" y="11"/>
                    <a:pt x="11" y="14"/>
                  </a:cubicBezTo>
                  <a:close/>
                </a:path>
              </a:pathLst>
            </a:custGeom>
            <a:solidFill>
              <a:srgbClr val="E5EA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1">
              <a:extLst>
                <a:ext uri="{FF2B5EF4-FFF2-40B4-BE49-F238E27FC236}">
                  <a16:creationId xmlns:a16="http://schemas.microsoft.com/office/drawing/2014/main" id="{FB41C131-8F92-4631-AD63-BAFDB7E84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3563"/>
              <a:ext cx="80" cy="95"/>
            </a:xfrm>
            <a:custGeom>
              <a:avLst/>
              <a:gdLst>
                <a:gd name="T0" fmla="*/ 6 w 20"/>
                <a:gd name="T1" fmla="*/ 24 h 24"/>
                <a:gd name="T2" fmla="*/ 15 w 20"/>
                <a:gd name="T3" fmla="*/ 19 h 24"/>
                <a:gd name="T4" fmla="*/ 19 w 20"/>
                <a:gd name="T5" fmla="*/ 11 h 24"/>
                <a:gd name="T6" fmla="*/ 17 w 20"/>
                <a:gd name="T7" fmla="*/ 5 h 24"/>
                <a:gd name="T8" fmla="*/ 9 w 20"/>
                <a:gd name="T9" fmla="*/ 0 h 24"/>
                <a:gd name="T10" fmla="*/ 1 w 20"/>
                <a:gd name="T11" fmla="*/ 1 h 24"/>
                <a:gd name="T12" fmla="*/ 0 w 20"/>
                <a:gd name="T13" fmla="*/ 16 h 24"/>
                <a:gd name="T14" fmla="*/ 6 w 20"/>
                <a:gd name="T1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24">
                  <a:moveTo>
                    <a:pt x="6" y="24"/>
                  </a:moveTo>
                  <a:cubicBezTo>
                    <a:pt x="6" y="24"/>
                    <a:pt x="14" y="21"/>
                    <a:pt x="15" y="19"/>
                  </a:cubicBezTo>
                  <a:cubicBezTo>
                    <a:pt x="17" y="17"/>
                    <a:pt x="19" y="14"/>
                    <a:pt x="19" y="11"/>
                  </a:cubicBezTo>
                  <a:cubicBezTo>
                    <a:pt x="20" y="9"/>
                    <a:pt x="18" y="6"/>
                    <a:pt x="17" y="5"/>
                  </a:cubicBezTo>
                  <a:cubicBezTo>
                    <a:pt x="15" y="3"/>
                    <a:pt x="11" y="0"/>
                    <a:pt x="9" y="0"/>
                  </a:cubicBezTo>
                  <a:cubicBezTo>
                    <a:pt x="5" y="0"/>
                    <a:pt x="1" y="1"/>
                    <a:pt x="1" y="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24"/>
                    <a:pt x="6" y="24"/>
                    <a:pt x="6" y="24"/>
                  </a:cubicBezTo>
                </a:path>
              </a:pathLst>
            </a:custGeom>
            <a:solidFill>
              <a:srgbClr val="D3DB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22">
              <a:extLst>
                <a:ext uri="{FF2B5EF4-FFF2-40B4-BE49-F238E27FC236}">
                  <a16:creationId xmlns:a16="http://schemas.microsoft.com/office/drawing/2014/main" id="{8DBA6B83-158F-428E-8982-C545CCF36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3575"/>
              <a:ext cx="64" cy="75"/>
            </a:xfrm>
            <a:custGeom>
              <a:avLst/>
              <a:gdLst>
                <a:gd name="T0" fmla="*/ 6 w 16"/>
                <a:gd name="T1" fmla="*/ 19 h 19"/>
                <a:gd name="T2" fmla="*/ 14 w 16"/>
                <a:gd name="T3" fmla="*/ 6 h 19"/>
                <a:gd name="T4" fmla="*/ 7 w 16"/>
                <a:gd name="T5" fmla="*/ 1 h 19"/>
                <a:gd name="T6" fmla="*/ 3 w 16"/>
                <a:gd name="T7" fmla="*/ 0 h 19"/>
                <a:gd name="T8" fmla="*/ 0 w 16"/>
                <a:gd name="T9" fmla="*/ 12 h 19"/>
                <a:gd name="T10" fmla="*/ 6 w 16"/>
                <a:gd name="T1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9">
                  <a:moveTo>
                    <a:pt x="6" y="19"/>
                  </a:moveTo>
                  <a:cubicBezTo>
                    <a:pt x="6" y="19"/>
                    <a:pt x="16" y="10"/>
                    <a:pt x="14" y="6"/>
                  </a:cubicBezTo>
                  <a:cubicBezTo>
                    <a:pt x="13" y="2"/>
                    <a:pt x="7" y="1"/>
                    <a:pt x="7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6" y="19"/>
                    <a:pt x="6" y="19"/>
                    <a:pt x="6" y="19"/>
                  </a:cubicBezTo>
                </a:path>
              </a:pathLst>
            </a:custGeom>
            <a:solidFill>
              <a:srgbClr val="A2AF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3">
              <a:extLst>
                <a:ext uri="{FF2B5EF4-FFF2-40B4-BE49-F238E27FC236}">
                  <a16:creationId xmlns:a16="http://schemas.microsoft.com/office/drawing/2014/main" id="{88EDF83F-3828-4E07-BBBC-2F5177C02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" y="3611"/>
              <a:ext cx="279" cy="175"/>
            </a:xfrm>
            <a:custGeom>
              <a:avLst/>
              <a:gdLst>
                <a:gd name="T0" fmla="*/ 69 w 70"/>
                <a:gd name="T1" fmla="*/ 15 h 44"/>
                <a:gd name="T2" fmla="*/ 21 w 70"/>
                <a:gd name="T3" fmla="*/ 42 h 44"/>
                <a:gd name="T4" fmla="*/ 2 w 70"/>
                <a:gd name="T5" fmla="*/ 37 h 44"/>
                <a:gd name="T6" fmla="*/ 1 w 70"/>
                <a:gd name="T7" fmla="*/ 33 h 44"/>
                <a:gd name="T8" fmla="*/ 1 w 70"/>
                <a:gd name="T9" fmla="*/ 30 h 44"/>
                <a:gd name="T10" fmla="*/ 1 w 70"/>
                <a:gd name="T11" fmla="*/ 29 h 44"/>
                <a:gd name="T12" fmla="*/ 4 w 70"/>
                <a:gd name="T13" fmla="*/ 12 h 44"/>
                <a:gd name="T14" fmla="*/ 28 w 70"/>
                <a:gd name="T15" fmla="*/ 19 h 44"/>
                <a:gd name="T16" fmla="*/ 66 w 70"/>
                <a:gd name="T17" fmla="*/ 1 h 44"/>
                <a:gd name="T18" fmla="*/ 67 w 70"/>
                <a:gd name="T19" fmla="*/ 0 h 44"/>
                <a:gd name="T20" fmla="*/ 69 w 70"/>
                <a:gd name="T21" fmla="*/ 1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0" h="44">
                  <a:moveTo>
                    <a:pt x="69" y="15"/>
                  </a:moveTo>
                  <a:cubicBezTo>
                    <a:pt x="56" y="23"/>
                    <a:pt x="28" y="39"/>
                    <a:pt x="21" y="42"/>
                  </a:cubicBezTo>
                  <a:cubicBezTo>
                    <a:pt x="13" y="44"/>
                    <a:pt x="6" y="39"/>
                    <a:pt x="2" y="37"/>
                  </a:cubicBezTo>
                  <a:cubicBezTo>
                    <a:pt x="1" y="36"/>
                    <a:pt x="1" y="35"/>
                    <a:pt x="1" y="33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1"/>
                    <a:pt x="2" y="15"/>
                    <a:pt x="4" y="12"/>
                  </a:cubicBezTo>
                  <a:cubicBezTo>
                    <a:pt x="5" y="20"/>
                    <a:pt x="22" y="21"/>
                    <a:pt x="28" y="19"/>
                  </a:cubicBezTo>
                  <a:cubicBezTo>
                    <a:pt x="39" y="14"/>
                    <a:pt x="59" y="5"/>
                    <a:pt x="66" y="1"/>
                  </a:cubicBezTo>
                  <a:cubicBezTo>
                    <a:pt x="66" y="1"/>
                    <a:pt x="67" y="1"/>
                    <a:pt x="67" y="0"/>
                  </a:cubicBezTo>
                  <a:cubicBezTo>
                    <a:pt x="69" y="4"/>
                    <a:pt x="70" y="10"/>
                    <a:pt x="69" y="15"/>
                  </a:cubicBezTo>
                  <a:close/>
                </a:path>
              </a:pathLst>
            </a:custGeom>
            <a:solidFill>
              <a:srgbClr val="BB2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4">
              <a:extLst>
                <a:ext uri="{FF2B5EF4-FFF2-40B4-BE49-F238E27FC236}">
                  <a16:creationId xmlns:a16="http://schemas.microsoft.com/office/drawing/2014/main" id="{71ACA70A-8B7A-4F3C-80BF-5F11C5480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3555"/>
              <a:ext cx="75" cy="56"/>
            </a:xfrm>
            <a:custGeom>
              <a:avLst/>
              <a:gdLst>
                <a:gd name="T0" fmla="*/ 19 w 19"/>
                <a:gd name="T1" fmla="*/ 4 h 14"/>
                <a:gd name="T2" fmla="*/ 12 w 19"/>
                <a:gd name="T3" fmla="*/ 14 h 14"/>
                <a:gd name="T4" fmla="*/ 10 w 19"/>
                <a:gd name="T5" fmla="*/ 9 h 14"/>
                <a:gd name="T6" fmla="*/ 0 w 19"/>
                <a:gd name="T7" fmla="*/ 5 h 14"/>
                <a:gd name="T8" fmla="*/ 6 w 19"/>
                <a:gd name="T9" fmla="*/ 2 h 14"/>
                <a:gd name="T10" fmla="*/ 19 w 19"/>
                <a:gd name="T11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9" y="4"/>
                  </a:moveTo>
                  <a:cubicBezTo>
                    <a:pt x="18" y="7"/>
                    <a:pt x="16" y="11"/>
                    <a:pt x="12" y="14"/>
                  </a:cubicBezTo>
                  <a:cubicBezTo>
                    <a:pt x="11" y="12"/>
                    <a:pt x="11" y="11"/>
                    <a:pt x="10" y="9"/>
                  </a:cubicBezTo>
                  <a:cubicBezTo>
                    <a:pt x="7" y="6"/>
                    <a:pt x="3" y="5"/>
                    <a:pt x="0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12" y="0"/>
                    <a:pt x="16" y="1"/>
                    <a:pt x="19" y="4"/>
                  </a:cubicBezTo>
                  <a:close/>
                </a:path>
              </a:pathLst>
            </a:custGeom>
            <a:solidFill>
              <a:srgbClr val="F6F7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25">
              <a:extLst>
                <a:ext uri="{FF2B5EF4-FFF2-40B4-BE49-F238E27FC236}">
                  <a16:creationId xmlns:a16="http://schemas.microsoft.com/office/drawing/2014/main" id="{32B0AC7A-EDC2-43A1-BBB2-26E8C9F5F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3627"/>
              <a:ext cx="306" cy="159"/>
            </a:xfrm>
            <a:custGeom>
              <a:avLst/>
              <a:gdLst>
                <a:gd name="T0" fmla="*/ 77 w 77"/>
                <a:gd name="T1" fmla="*/ 0 h 40"/>
                <a:gd name="T2" fmla="*/ 75 w 77"/>
                <a:gd name="T3" fmla="*/ 5 h 40"/>
                <a:gd name="T4" fmla="*/ 73 w 77"/>
                <a:gd name="T5" fmla="*/ 8 h 40"/>
                <a:gd name="T6" fmla="*/ 20 w 77"/>
                <a:gd name="T7" fmla="*/ 38 h 40"/>
                <a:gd name="T8" fmla="*/ 1 w 77"/>
                <a:gd name="T9" fmla="*/ 33 h 40"/>
                <a:gd name="T10" fmla="*/ 0 w 77"/>
                <a:gd name="T11" fmla="*/ 29 h 40"/>
                <a:gd name="T12" fmla="*/ 0 w 77"/>
                <a:gd name="T13" fmla="*/ 26 h 40"/>
                <a:gd name="T14" fmla="*/ 16 w 77"/>
                <a:gd name="T15" fmla="*/ 33 h 40"/>
                <a:gd name="T16" fmla="*/ 42 w 77"/>
                <a:gd name="T17" fmla="*/ 22 h 40"/>
                <a:gd name="T18" fmla="*/ 77 w 77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40">
                  <a:moveTo>
                    <a:pt x="77" y="0"/>
                  </a:moveTo>
                  <a:cubicBezTo>
                    <a:pt x="76" y="2"/>
                    <a:pt x="76" y="4"/>
                    <a:pt x="75" y="5"/>
                  </a:cubicBezTo>
                  <a:cubicBezTo>
                    <a:pt x="75" y="6"/>
                    <a:pt x="74" y="7"/>
                    <a:pt x="73" y="8"/>
                  </a:cubicBezTo>
                  <a:cubicBezTo>
                    <a:pt x="65" y="13"/>
                    <a:pt x="29" y="35"/>
                    <a:pt x="20" y="38"/>
                  </a:cubicBezTo>
                  <a:cubicBezTo>
                    <a:pt x="12" y="40"/>
                    <a:pt x="5" y="35"/>
                    <a:pt x="1" y="33"/>
                  </a:cubicBezTo>
                  <a:cubicBezTo>
                    <a:pt x="0" y="32"/>
                    <a:pt x="0" y="31"/>
                    <a:pt x="0" y="2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30"/>
                    <a:pt x="10" y="35"/>
                    <a:pt x="16" y="33"/>
                  </a:cubicBezTo>
                  <a:cubicBezTo>
                    <a:pt x="23" y="32"/>
                    <a:pt x="42" y="22"/>
                    <a:pt x="42" y="22"/>
                  </a:cubicBezTo>
                  <a:cubicBezTo>
                    <a:pt x="42" y="22"/>
                    <a:pt x="69" y="7"/>
                    <a:pt x="77" y="0"/>
                  </a:cubicBezTo>
                  <a:close/>
                </a:path>
              </a:pathLst>
            </a:custGeom>
            <a:solidFill>
              <a:srgbClr val="A2AF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226">
              <a:extLst>
                <a:ext uri="{FF2B5EF4-FFF2-40B4-BE49-F238E27FC236}">
                  <a16:creationId xmlns:a16="http://schemas.microsoft.com/office/drawing/2014/main" id="{2B8F0551-EFEC-4CBD-AD68-7D70463AC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3670"/>
              <a:ext cx="35" cy="80"/>
            </a:xfrm>
            <a:custGeom>
              <a:avLst/>
              <a:gdLst>
                <a:gd name="T0" fmla="*/ 9 w 9"/>
                <a:gd name="T1" fmla="*/ 4 h 20"/>
                <a:gd name="T2" fmla="*/ 6 w 9"/>
                <a:gd name="T3" fmla="*/ 20 h 20"/>
                <a:gd name="T4" fmla="*/ 1 w 9"/>
                <a:gd name="T5" fmla="*/ 17 h 20"/>
                <a:gd name="T6" fmla="*/ 3 w 9"/>
                <a:gd name="T7" fmla="*/ 0 h 20"/>
                <a:gd name="T8" fmla="*/ 9 w 9"/>
                <a:gd name="T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20">
                  <a:moveTo>
                    <a:pt x="9" y="4"/>
                  </a:moveTo>
                  <a:cubicBezTo>
                    <a:pt x="9" y="4"/>
                    <a:pt x="5" y="13"/>
                    <a:pt x="6" y="20"/>
                  </a:cubicBezTo>
                  <a:cubicBezTo>
                    <a:pt x="6" y="20"/>
                    <a:pt x="1" y="19"/>
                    <a:pt x="1" y="17"/>
                  </a:cubicBezTo>
                  <a:cubicBezTo>
                    <a:pt x="0" y="14"/>
                    <a:pt x="0" y="6"/>
                    <a:pt x="3" y="0"/>
                  </a:cubicBezTo>
                  <a:cubicBezTo>
                    <a:pt x="3" y="0"/>
                    <a:pt x="5" y="2"/>
                    <a:pt x="9" y="4"/>
                  </a:cubicBezTo>
                  <a:close/>
                </a:path>
              </a:pathLst>
            </a:custGeom>
            <a:solidFill>
              <a:srgbClr val="F6F7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227">
              <a:extLst>
                <a:ext uri="{FF2B5EF4-FFF2-40B4-BE49-F238E27FC236}">
                  <a16:creationId xmlns:a16="http://schemas.microsoft.com/office/drawing/2014/main" id="{626D1BA1-E46F-409F-A34E-6FD98D210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" y="3579"/>
              <a:ext cx="103" cy="99"/>
            </a:xfrm>
            <a:custGeom>
              <a:avLst/>
              <a:gdLst>
                <a:gd name="T0" fmla="*/ 0 w 26"/>
                <a:gd name="T1" fmla="*/ 8 h 25"/>
                <a:gd name="T2" fmla="*/ 0 w 26"/>
                <a:gd name="T3" fmla="*/ 19 h 25"/>
                <a:gd name="T4" fmla="*/ 14 w 26"/>
                <a:gd name="T5" fmla="*/ 25 h 25"/>
                <a:gd name="T6" fmla="*/ 25 w 26"/>
                <a:gd name="T7" fmla="*/ 18 h 25"/>
                <a:gd name="T8" fmla="*/ 25 w 26"/>
                <a:gd name="T9" fmla="*/ 7 h 25"/>
                <a:gd name="T10" fmla="*/ 0 w 26"/>
                <a:gd name="T11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5">
                  <a:moveTo>
                    <a:pt x="0" y="8"/>
                  </a:moveTo>
                  <a:cubicBezTo>
                    <a:pt x="0" y="8"/>
                    <a:pt x="1" y="11"/>
                    <a:pt x="0" y="19"/>
                  </a:cubicBezTo>
                  <a:cubicBezTo>
                    <a:pt x="0" y="23"/>
                    <a:pt x="9" y="25"/>
                    <a:pt x="14" y="25"/>
                  </a:cubicBezTo>
                  <a:cubicBezTo>
                    <a:pt x="18" y="24"/>
                    <a:pt x="25" y="19"/>
                    <a:pt x="25" y="18"/>
                  </a:cubicBezTo>
                  <a:cubicBezTo>
                    <a:pt x="25" y="17"/>
                    <a:pt x="24" y="14"/>
                    <a:pt x="25" y="7"/>
                  </a:cubicBezTo>
                  <a:cubicBezTo>
                    <a:pt x="26" y="0"/>
                    <a:pt x="0" y="8"/>
                    <a:pt x="0" y="8"/>
                  </a:cubicBezTo>
                </a:path>
              </a:pathLst>
            </a:custGeom>
            <a:solidFill>
              <a:srgbClr val="F8E4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8">
              <a:extLst>
                <a:ext uri="{FF2B5EF4-FFF2-40B4-BE49-F238E27FC236}">
                  <a16:creationId xmlns:a16="http://schemas.microsoft.com/office/drawing/2014/main" id="{26EA592D-2908-4908-B394-D97E37450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2818"/>
              <a:ext cx="279" cy="829"/>
            </a:xfrm>
            <a:custGeom>
              <a:avLst/>
              <a:gdLst>
                <a:gd name="T0" fmla="*/ 68 w 70"/>
                <a:gd name="T1" fmla="*/ 30 h 208"/>
                <a:gd name="T2" fmla="*/ 67 w 70"/>
                <a:gd name="T3" fmla="*/ 37 h 208"/>
                <a:gd name="T4" fmla="*/ 60 w 70"/>
                <a:gd name="T5" fmla="*/ 72 h 208"/>
                <a:gd name="T6" fmla="*/ 54 w 70"/>
                <a:gd name="T7" fmla="*/ 193 h 208"/>
                <a:gd name="T8" fmla="*/ 54 w 70"/>
                <a:gd name="T9" fmla="*/ 199 h 208"/>
                <a:gd name="T10" fmla="*/ 52 w 70"/>
                <a:gd name="T11" fmla="*/ 202 h 208"/>
                <a:gd name="T12" fmla="*/ 46 w 70"/>
                <a:gd name="T13" fmla="*/ 207 h 208"/>
                <a:gd name="T14" fmla="*/ 39 w 70"/>
                <a:gd name="T15" fmla="*/ 208 h 208"/>
                <a:gd name="T16" fmla="*/ 19 w 70"/>
                <a:gd name="T17" fmla="*/ 200 h 208"/>
                <a:gd name="T18" fmla="*/ 16 w 70"/>
                <a:gd name="T19" fmla="*/ 134 h 208"/>
                <a:gd name="T20" fmla="*/ 14 w 70"/>
                <a:gd name="T21" fmla="*/ 31 h 208"/>
                <a:gd name="T22" fmla="*/ 16 w 70"/>
                <a:gd name="T23" fmla="*/ 26 h 208"/>
                <a:gd name="T24" fmla="*/ 52 w 70"/>
                <a:gd name="T25" fmla="*/ 2 h 208"/>
                <a:gd name="T26" fmla="*/ 68 w 70"/>
                <a:gd name="T27" fmla="*/ 8 h 208"/>
                <a:gd name="T28" fmla="*/ 68 w 70"/>
                <a:gd name="T29" fmla="*/ 3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208">
                  <a:moveTo>
                    <a:pt x="68" y="30"/>
                  </a:moveTo>
                  <a:cubicBezTo>
                    <a:pt x="68" y="32"/>
                    <a:pt x="68" y="35"/>
                    <a:pt x="67" y="37"/>
                  </a:cubicBezTo>
                  <a:cubicBezTo>
                    <a:pt x="64" y="48"/>
                    <a:pt x="60" y="63"/>
                    <a:pt x="60" y="72"/>
                  </a:cubicBezTo>
                  <a:cubicBezTo>
                    <a:pt x="60" y="84"/>
                    <a:pt x="54" y="193"/>
                    <a:pt x="54" y="193"/>
                  </a:cubicBezTo>
                  <a:cubicBezTo>
                    <a:pt x="54" y="199"/>
                    <a:pt x="54" y="199"/>
                    <a:pt x="54" y="199"/>
                  </a:cubicBezTo>
                  <a:cubicBezTo>
                    <a:pt x="54" y="200"/>
                    <a:pt x="53" y="201"/>
                    <a:pt x="52" y="202"/>
                  </a:cubicBezTo>
                  <a:cubicBezTo>
                    <a:pt x="51" y="204"/>
                    <a:pt x="49" y="205"/>
                    <a:pt x="46" y="207"/>
                  </a:cubicBezTo>
                  <a:cubicBezTo>
                    <a:pt x="44" y="207"/>
                    <a:pt x="41" y="208"/>
                    <a:pt x="39" y="208"/>
                  </a:cubicBezTo>
                  <a:cubicBezTo>
                    <a:pt x="30" y="208"/>
                    <a:pt x="20" y="201"/>
                    <a:pt x="19" y="200"/>
                  </a:cubicBezTo>
                  <a:cubicBezTo>
                    <a:pt x="18" y="198"/>
                    <a:pt x="16" y="137"/>
                    <a:pt x="16" y="134"/>
                  </a:cubicBezTo>
                  <a:cubicBezTo>
                    <a:pt x="15" y="130"/>
                    <a:pt x="0" y="71"/>
                    <a:pt x="14" y="31"/>
                  </a:cubicBezTo>
                  <a:cubicBezTo>
                    <a:pt x="14" y="29"/>
                    <a:pt x="15" y="28"/>
                    <a:pt x="16" y="26"/>
                  </a:cubicBezTo>
                  <a:cubicBezTo>
                    <a:pt x="25" y="3"/>
                    <a:pt x="41" y="0"/>
                    <a:pt x="52" y="2"/>
                  </a:cubicBezTo>
                  <a:cubicBezTo>
                    <a:pt x="62" y="3"/>
                    <a:pt x="68" y="8"/>
                    <a:pt x="68" y="8"/>
                  </a:cubicBezTo>
                  <a:cubicBezTo>
                    <a:pt x="68" y="8"/>
                    <a:pt x="70" y="22"/>
                    <a:pt x="68" y="30"/>
                  </a:cubicBezTo>
                </a:path>
              </a:pathLst>
            </a:custGeom>
            <a:solidFill>
              <a:srgbClr val="9DB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229">
              <a:extLst>
                <a:ext uri="{FF2B5EF4-FFF2-40B4-BE49-F238E27FC236}">
                  <a16:creationId xmlns:a16="http://schemas.microsoft.com/office/drawing/2014/main" id="{279496C7-B9B9-43AF-95DC-BE226A506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3639"/>
              <a:ext cx="68" cy="35"/>
            </a:xfrm>
            <a:custGeom>
              <a:avLst/>
              <a:gdLst>
                <a:gd name="T0" fmla="*/ 17 w 17"/>
                <a:gd name="T1" fmla="*/ 0 h 9"/>
                <a:gd name="T2" fmla="*/ 2 w 17"/>
                <a:gd name="T3" fmla="*/ 8 h 9"/>
                <a:gd name="T4" fmla="*/ 11 w 17"/>
                <a:gd name="T5" fmla="*/ 2 h 9"/>
                <a:gd name="T6" fmla="*/ 17 w 17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9">
                  <a:moveTo>
                    <a:pt x="17" y="0"/>
                  </a:moveTo>
                  <a:cubicBezTo>
                    <a:pt x="17" y="0"/>
                    <a:pt x="11" y="7"/>
                    <a:pt x="2" y="8"/>
                  </a:cubicBezTo>
                  <a:cubicBezTo>
                    <a:pt x="0" y="9"/>
                    <a:pt x="9" y="4"/>
                    <a:pt x="11" y="2"/>
                  </a:cubicBezTo>
                  <a:cubicBezTo>
                    <a:pt x="13" y="0"/>
                    <a:pt x="17" y="0"/>
                    <a:pt x="17" y="0"/>
                  </a:cubicBezTo>
                </a:path>
              </a:pathLst>
            </a:custGeom>
            <a:solidFill>
              <a:srgbClr val="D3DB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230">
              <a:extLst>
                <a:ext uri="{FF2B5EF4-FFF2-40B4-BE49-F238E27FC236}">
                  <a16:creationId xmlns:a16="http://schemas.microsoft.com/office/drawing/2014/main" id="{A8D1D138-22D3-40F3-BFF2-83EBB4FB8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" y="2965"/>
              <a:ext cx="28" cy="140"/>
            </a:xfrm>
            <a:custGeom>
              <a:avLst/>
              <a:gdLst>
                <a:gd name="T0" fmla="*/ 7 w 7"/>
                <a:gd name="T1" fmla="*/ 0 h 35"/>
                <a:gd name="T2" fmla="*/ 7 w 7"/>
                <a:gd name="T3" fmla="*/ 0 h 35"/>
                <a:gd name="T4" fmla="*/ 7 w 7"/>
                <a:gd name="T5" fmla="*/ 0 h 35"/>
                <a:gd name="T6" fmla="*/ 0 w 7"/>
                <a:gd name="T7" fmla="*/ 35 h 35"/>
                <a:gd name="T8" fmla="*/ 7 w 7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5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10"/>
                    <a:pt x="0" y="26"/>
                    <a:pt x="0" y="35"/>
                  </a:cubicBezTo>
                  <a:cubicBezTo>
                    <a:pt x="0" y="26"/>
                    <a:pt x="4" y="10"/>
                    <a:pt x="7" y="0"/>
                  </a:cubicBezTo>
                </a:path>
              </a:pathLst>
            </a:custGeom>
            <a:solidFill>
              <a:srgbClr val="D2DB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231">
              <a:extLst>
                <a:ext uri="{FF2B5EF4-FFF2-40B4-BE49-F238E27FC236}">
                  <a16:creationId xmlns:a16="http://schemas.microsoft.com/office/drawing/2014/main" id="{5A8EBE39-13F5-483A-804F-16426BDF4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495"/>
              <a:ext cx="223" cy="470"/>
            </a:xfrm>
            <a:custGeom>
              <a:avLst/>
              <a:gdLst>
                <a:gd name="T0" fmla="*/ 31 w 56"/>
                <a:gd name="T1" fmla="*/ 0 h 118"/>
                <a:gd name="T2" fmla="*/ 17 w 56"/>
                <a:gd name="T3" fmla="*/ 8 h 118"/>
                <a:gd name="T4" fmla="*/ 2 w 56"/>
                <a:gd name="T5" fmla="*/ 6 h 118"/>
                <a:gd name="T6" fmla="*/ 2 w 56"/>
                <a:gd name="T7" fmla="*/ 6 h 118"/>
                <a:gd name="T8" fmla="*/ 39 w 56"/>
                <a:gd name="T9" fmla="*/ 35 h 118"/>
                <a:gd name="T10" fmla="*/ 44 w 56"/>
                <a:gd name="T11" fmla="*/ 84 h 118"/>
                <a:gd name="T12" fmla="*/ 54 w 56"/>
                <a:gd name="T13" fmla="*/ 89 h 118"/>
                <a:gd name="T14" fmla="*/ 54 w 56"/>
                <a:gd name="T15" fmla="*/ 111 h 118"/>
                <a:gd name="T16" fmla="*/ 53 w 56"/>
                <a:gd name="T17" fmla="*/ 118 h 118"/>
                <a:gd name="T18" fmla="*/ 53 w 56"/>
                <a:gd name="T19" fmla="*/ 118 h 118"/>
                <a:gd name="T20" fmla="*/ 53 w 56"/>
                <a:gd name="T21" fmla="*/ 118 h 118"/>
                <a:gd name="T22" fmla="*/ 56 w 56"/>
                <a:gd name="T23" fmla="*/ 101 h 118"/>
                <a:gd name="T24" fmla="*/ 46 w 56"/>
                <a:gd name="T25" fmla="*/ 29 h 118"/>
                <a:gd name="T26" fmla="*/ 31 w 56"/>
                <a:gd name="T27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18">
                  <a:moveTo>
                    <a:pt x="31" y="0"/>
                  </a:moveTo>
                  <a:cubicBezTo>
                    <a:pt x="31" y="3"/>
                    <a:pt x="28" y="8"/>
                    <a:pt x="17" y="8"/>
                  </a:cubicBezTo>
                  <a:cubicBezTo>
                    <a:pt x="13" y="8"/>
                    <a:pt x="8" y="8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6"/>
                    <a:pt x="37" y="22"/>
                    <a:pt x="39" y="35"/>
                  </a:cubicBezTo>
                  <a:cubicBezTo>
                    <a:pt x="41" y="54"/>
                    <a:pt x="44" y="68"/>
                    <a:pt x="44" y="84"/>
                  </a:cubicBezTo>
                  <a:cubicBezTo>
                    <a:pt x="50" y="86"/>
                    <a:pt x="54" y="89"/>
                    <a:pt x="54" y="89"/>
                  </a:cubicBezTo>
                  <a:cubicBezTo>
                    <a:pt x="54" y="89"/>
                    <a:pt x="56" y="103"/>
                    <a:pt x="54" y="111"/>
                  </a:cubicBezTo>
                  <a:cubicBezTo>
                    <a:pt x="54" y="113"/>
                    <a:pt x="54" y="116"/>
                    <a:pt x="53" y="118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4" y="117"/>
                    <a:pt x="55" y="110"/>
                    <a:pt x="56" y="101"/>
                  </a:cubicBezTo>
                  <a:cubicBezTo>
                    <a:pt x="51" y="68"/>
                    <a:pt x="46" y="29"/>
                    <a:pt x="46" y="29"/>
                  </a:cubicBezTo>
                  <a:cubicBezTo>
                    <a:pt x="38" y="21"/>
                    <a:pt x="34" y="11"/>
                    <a:pt x="31" y="0"/>
                  </a:cubicBezTo>
                </a:path>
              </a:pathLst>
            </a:custGeom>
            <a:solidFill>
              <a:srgbClr val="819D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232">
              <a:extLst>
                <a:ext uri="{FF2B5EF4-FFF2-40B4-BE49-F238E27FC236}">
                  <a16:creationId xmlns:a16="http://schemas.microsoft.com/office/drawing/2014/main" id="{DF290FCA-2CE5-49A6-A63C-111DE18A9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" y="2830"/>
              <a:ext cx="96" cy="813"/>
            </a:xfrm>
            <a:custGeom>
              <a:avLst/>
              <a:gdLst>
                <a:gd name="T0" fmla="*/ 12 w 24"/>
                <a:gd name="T1" fmla="*/ 0 h 204"/>
                <a:gd name="T2" fmla="*/ 12 w 24"/>
                <a:gd name="T3" fmla="*/ 0 h 204"/>
                <a:gd name="T4" fmla="*/ 6 w 24"/>
                <a:gd name="T5" fmla="*/ 42 h 204"/>
                <a:gd name="T6" fmla="*/ 4 w 24"/>
                <a:gd name="T7" fmla="*/ 57 h 204"/>
                <a:gd name="T8" fmla="*/ 0 w 24"/>
                <a:gd name="T9" fmla="*/ 204 h 204"/>
                <a:gd name="T10" fmla="*/ 6 w 24"/>
                <a:gd name="T11" fmla="*/ 199 h 204"/>
                <a:gd name="T12" fmla="*/ 8 w 24"/>
                <a:gd name="T13" fmla="*/ 196 h 204"/>
                <a:gd name="T14" fmla="*/ 8 w 24"/>
                <a:gd name="T15" fmla="*/ 190 h 204"/>
                <a:gd name="T16" fmla="*/ 8 w 24"/>
                <a:gd name="T17" fmla="*/ 190 h 204"/>
                <a:gd name="T18" fmla="*/ 14 w 24"/>
                <a:gd name="T19" fmla="*/ 69 h 204"/>
                <a:gd name="T20" fmla="*/ 14 w 24"/>
                <a:gd name="T21" fmla="*/ 69 h 204"/>
                <a:gd name="T22" fmla="*/ 21 w 24"/>
                <a:gd name="T23" fmla="*/ 34 h 204"/>
                <a:gd name="T24" fmla="*/ 21 w 24"/>
                <a:gd name="T25" fmla="*/ 34 h 204"/>
                <a:gd name="T26" fmla="*/ 22 w 24"/>
                <a:gd name="T27" fmla="*/ 27 h 204"/>
                <a:gd name="T28" fmla="*/ 22 w 24"/>
                <a:gd name="T29" fmla="*/ 5 h 204"/>
                <a:gd name="T30" fmla="*/ 12 w 24"/>
                <a:gd name="T31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204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8" y="28"/>
                    <a:pt x="6" y="42"/>
                  </a:cubicBezTo>
                  <a:cubicBezTo>
                    <a:pt x="6" y="47"/>
                    <a:pt x="5" y="52"/>
                    <a:pt x="4" y="57"/>
                  </a:cubicBezTo>
                  <a:cubicBezTo>
                    <a:pt x="4" y="57"/>
                    <a:pt x="8" y="176"/>
                    <a:pt x="0" y="204"/>
                  </a:cubicBezTo>
                  <a:cubicBezTo>
                    <a:pt x="3" y="202"/>
                    <a:pt x="5" y="201"/>
                    <a:pt x="6" y="199"/>
                  </a:cubicBezTo>
                  <a:cubicBezTo>
                    <a:pt x="7" y="198"/>
                    <a:pt x="8" y="197"/>
                    <a:pt x="8" y="196"/>
                  </a:cubicBezTo>
                  <a:cubicBezTo>
                    <a:pt x="8" y="190"/>
                    <a:pt x="8" y="190"/>
                    <a:pt x="8" y="190"/>
                  </a:cubicBezTo>
                  <a:cubicBezTo>
                    <a:pt x="8" y="190"/>
                    <a:pt x="8" y="190"/>
                    <a:pt x="8" y="190"/>
                  </a:cubicBezTo>
                  <a:cubicBezTo>
                    <a:pt x="8" y="190"/>
                    <a:pt x="14" y="81"/>
                    <a:pt x="14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4" y="60"/>
                    <a:pt x="18" y="4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2" y="32"/>
                    <a:pt x="22" y="29"/>
                    <a:pt x="22" y="27"/>
                  </a:cubicBezTo>
                  <a:cubicBezTo>
                    <a:pt x="24" y="19"/>
                    <a:pt x="22" y="5"/>
                    <a:pt x="22" y="5"/>
                  </a:cubicBezTo>
                  <a:cubicBezTo>
                    <a:pt x="22" y="5"/>
                    <a:pt x="18" y="2"/>
                    <a:pt x="12" y="0"/>
                  </a:cubicBezTo>
                </a:path>
              </a:pathLst>
            </a:custGeom>
            <a:solidFill>
              <a:srgbClr val="819D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233">
              <a:extLst>
                <a:ext uri="{FF2B5EF4-FFF2-40B4-BE49-F238E27FC236}">
                  <a16:creationId xmlns:a16="http://schemas.microsoft.com/office/drawing/2014/main" id="{5FEFF812-BA04-40A4-8127-B89BDBD9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3674"/>
              <a:ext cx="310" cy="231"/>
            </a:xfrm>
            <a:custGeom>
              <a:avLst/>
              <a:gdLst>
                <a:gd name="T0" fmla="*/ 77 w 78"/>
                <a:gd name="T1" fmla="*/ 18 h 58"/>
                <a:gd name="T2" fmla="*/ 76 w 78"/>
                <a:gd name="T3" fmla="*/ 23 h 58"/>
                <a:gd name="T4" fmla="*/ 74 w 78"/>
                <a:gd name="T5" fmla="*/ 26 h 58"/>
                <a:gd name="T6" fmla="*/ 68 w 78"/>
                <a:gd name="T7" fmla="*/ 29 h 58"/>
                <a:gd name="T8" fmla="*/ 21 w 78"/>
                <a:gd name="T9" fmla="*/ 56 h 58"/>
                <a:gd name="T10" fmla="*/ 2 w 78"/>
                <a:gd name="T11" fmla="*/ 51 h 58"/>
                <a:gd name="T12" fmla="*/ 1 w 78"/>
                <a:gd name="T13" fmla="*/ 47 h 58"/>
                <a:gd name="T14" fmla="*/ 1 w 78"/>
                <a:gd name="T15" fmla="*/ 44 h 58"/>
                <a:gd name="T16" fmla="*/ 1 w 78"/>
                <a:gd name="T17" fmla="*/ 43 h 58"/>
                <a:gd name="T18" fmla="*/ 3 w 78"/>
                <a:gd name="T19" fmla="*/ 26 h 58"/>
                <a:gd name="T20" fmla="*/ 5 w 78"/>
                <a:gd name="T21" fmla="*/ 24 h 58"/>
                <a:gd name="T22" fmla="*/ 26 w 78"/>
                <a:gd name="T23" fmla="*/ 19 h 58"/>
                <a:gd name="T24" fmla="*/ 28 w 78"/>
                <a:gd name="T25" fmla="*/ 19 h 58"/>
                <a:gd name="T26" fmla="*/ 36 w 78"/>
                <a:gd name="T27" fmla="*/ 14 h 58"/>
                <a:gd name="T28" fmla="*/ 43 w 78"/>
                <a:gd name="T29" fmla="*/ 10 h 58"/>
                <a:gd name="T30" fmla="*/ 52 w 78"/>
                <a:gd name="T31" fmla="*/ 6 h 58"/>
                <a:gd name="T32" fmla="*/ 54 w 78"/>
                <a:gd name="T33" fmla="*/ 5 h 58"/>
                <a:gd name="T34" fmla="*/ 60 w 78"/>
                <a:gd name="T35" fmla="*/ 2 h 58"/>
                <a:gd name="T36" fmla="*/ 74 w 78"/>
                <a:gd name="T37" fmla="*/ 4 h 58"/>
                <a:gd name="T38" fmla="*/ 77 w 78"/>
                <a:gd name="T39" fmla="*/ 9 h 58"/>
                <a:gd name="T40" fmla="*/ 77 w 78"/>
                <a:gd name="T41" fmla="*/ 1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8" h="58">
                  <a:moveTo>
                    <a:pt x="77" y="18"/>
                  </a:moveTo>
                  <a:cubicBezTo>
                    <a:pt x="77" y="20"/>
                    <a:pt x="76" y="22"/>
                    <a:pt x="76" y="23"/>
                  </a:cubicBezTo>
                  <a:cubicBezTo>
                    <a:pt x="76" y="24"/>
                    <a:pt x="75" y="25"/>
                    <a:pt x="74" y="26"/>
                  </a:cubicBezTo>
                  <a:cubicBezTo>
                    <a:pt x="72" y="27"/>
                    <a:pt x="71" y="28"/>
                    <a:pt x="68" y="29"/>
                  </a:cubicBezTo>
                  <a:cubicBezTo>
                    <a:pt x="55" y="37"/>
                    <a:pt x="28" y="53"/>
                    <a:pt x="21" y="56"/>
                  </a:cubicBezTo>
                  <a:cubicBezTo>
                    <a:pt x="13" y="58"/>
                    <a:pt x="5" y="53"/>
                    <a:pt x="2" y="51"/>
                  </a:cubicBezTo>
                  <a:cubicBezTo>
                    <a:pt x="1" y="50"/>
                    <a:pt x="0" y="49"/>
                    <a:pt x="1" y="47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0" y="34"/>
                    <a:pt x="2" y="29"/>
                    <a:pt x="3" y="26"/>
                  </a:cubicBezTo>
                  <a:cubicBezTo>
                    <a:pt x="4" y="24"/>
                    <a:pt x="5" y="24"/>
                    <a:pt x="5" y="24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5"/>
                    <a:pt x="54" y="5"/>
                    <a:pt x="54" y="5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6" y="0"/>
                    <a:pt x="71" y="1"/>
                    <a:pt x="74" y="4"/>
                  </a:cubicBezTo>
                  <a:cubicBezTo>
                    <a:pt x="75" y="5"/>
                    <a:pt x="77" y="7"/>
                    <a:pt x="77" y="9"/>
                  </a:cubicBezTo>
                  <a:cubicBezTo>
                    <a:pt x="78" y="11"/>
                    <a:pt x="78" y="15"/>
                    <a:pt x="77" y="18"/>
                  </a:cubicBezTo>
                </a:path>
              </a:pathLst>
            </a:custGeom>
            <a:solidFill>
              <a:srgbClr val="E63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234">
              <a:extLst>
                <a:ext uri="{FF2B5EF4-FFF2-40B4-BE49-F238E27FC236}">
                  <a16:creationId xmlns:a16="http://schemas.microsoft.com/office/drawing/2014/main" id="{AE9C90C4-3626-4FFC-A6BB-DFD117B9F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" y="3702"/>
              <a:ext cx="120" cy="80"/>
            </a:xfrm>
            <a:custGeom>
              <a:avLst/>
              <a:gdLst>
                <a:gd name="T0" fmla="*/ 29 w 30"/>
                <a:gd name="T1" fmla="*/ 5 h 20"/>
                <a:gd name="T2" fmla="*/ 0 w 30"/>
                <a:gd name="T3" fmla="*/ 20 h 20"/>
                <a:gd name="T4" fmla="*/ 5 w 30"/>
                <a:gd name="T5" fmla="*/ 9 h 20"/>
                <a:gd name="T6" fmla="*/ 12 w 30"/>
                <a:gd name="T7" fmla="*/ 5 h 20"/>
                <a:gd name="T8" fmla="*/ 21 w 30"/>
                <a:gd name="T9" fmla="*/ 0 h 20"/>
                <a:gd name="T10" fmla="*/ 29 w 30"/>
                <a:gd name="T11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20">
                  <a:moveTo>
                    <a:pt x="29" y="5"/>
                  </a:moveTo>
                  <a:cubicBezTo>
                    <a:pt x="28" y="6"/>
                    <a:pt x="0" y="20"/>
                    <a:pt x="0" y="2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4" y="0"/>
                    <a:pt x="30" y="4"/>
                    <a:pt x="29" y="5"/>
                  </a:cubicBezTo>
                </a:path>
              </a:pathLst>
            </a:custGeom>
            <a:solidFill>
              <a:srgbClr val="F6F7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235">
              <a:extLst>
                <a:ext uri="{FF2B5EF4-FFF2-40B4-BE49-F238E27FC236}">
                  <a16:creationId xmlns:a16="http://schemas.microsoft.com/office/drawing/2014/main" id="{54C4CB7C-F0F2-4813-A487-24161FD3F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" y="3690"/>
              <a:ext cx="43" cy="100"/>
            </a:xfrm>
            <a:custGeom>
              <a:avLst/>
              <a:gdLst>
                <a:gd name="T0" fmla="*/ 10 w 11"/>
                <a:gd name="T1" fmla="*/ 14 h 25"/>
                <a:gd name="T2" fmla="*/ 9 w 11"/>
                <a:gd name="T3" fmla="*/ 19 h 25"/>
                <a:gd name="T4" fmla="*/ 7 w 11"/>
                <a:gd name="T5" fmla="*/ 22 h 25"/>
                <a:gd name="T6" fmla="*/ 1 w 11"/>
                <a:gd name="T7" fmla="*/ 25 h 25"/>
                <a:gd name="T8" fmla="*/ 0 w 11"/>
                <a:gd name="T9" fmla="*/ 10 h 25"/>
                <a:gd name="T10" fmla="*/ 7 w 11"/>
                <a:gd name="T11" fmla="*/ 0 h 25"/>
                <a:gd name="T12" fmla="*/ 10 w 11"/>
                <a:gd name="T13" fmla="*/ 5 h 25"/>
                <a:gd name="T14" fmla="*/ 10 w 11"/>
                <a:gd name="T15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25">
                  <a:moveTo>
                    <a:pt x="10" y="14"/>
                  </a:moveTo>
                  <a:cubicBezTo>
                    <a:pt x="10" y="16"/>
                    <a:pt x="9" y="18"/>
                    <a:pt x="9" y="19"/>
                  </a:cubicBezTo>
                  <a:cubicBezTo>
                    <a:pt x="9" y="20"/>
                    <a:pt x="8" y="21"/>
                    <a:pt x="7" y="22"/>
                  </a:cubicBezTo>
                  <a:cubicBezTo>
                    <a:pt x="5" y="23"/>
                    <a:pt x="4" y="24"/>
                    <a:pt x="1" y="25"/>
                  </a:cubicBezTo>
                  <a:cubicBezTo>
                    <a:pt x="2" y="20"/>
                    <a:pt x="1" y="14"/>
                    <a:pt x="0" y="10"/>
                  </a:cubicBezTo>
                  <a:cubicBezTo>
                    <a:pt x="3" y="7"/>
                    <a:pt x="6" y="3"/>
                    <a:pt x="7" y="0"/>
                  </a:cubicBezTo>
                  <a:cubicBezTo>
                    <a:pt x="8" y="1"/>
                    <a:pt x="10" y="3"/>
                    <a:pt x="10" y="5"/>
                  </a:cubicBezTo>
                  <a:cubicBezTo>
                    <a:pt x="11" y="7"/>
                    <a:pt x="11" y="11"/>
                    <a:pt x="10" y="14"/>
                  </a:cubicBezTo>
                  <a:close/>
                </a:path>
              </a:pathLst>
            </a:custGeom>
            <a:solidFill>
              <a:srgbClr val="E5EA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236">
              <a:extLst>
                <a:ext uri="{FF2B5EF4-FFF2-40B4-BE49-F238E27FC236}">
                  <a16:creationId xmlns:a16="http://schemas.microsoft.com/office/drawing/2014/main" id="{EB8C0CFA-FD98-4504-B0C0-9F1D36BC8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" y="3682"/>
              <a:ext cx="76" cy="96"/>
            </a:xfrm>
            <a:custGeom>
              <a:avLst/>
              <a:gdLst>
                <a:gd name="T0" fmla="*/ 5 w 19"/>
                <a:gd name="T1" fmla="*/ 24 h 24"/>
                <a:gd name="T2" fmla="*/ 15 w 19"/>
                <a:gd name="T3" fmla="*/ 18 h 24"/>
                <a:gd name="T4" fmla="*/ 19 w 19"/>
                <a:gd name="T5" fmla="*/ 11 h 24"/>
                <a:gd name="T6" fmla="*/ 16 w 19"/>
                <a:gd name="T7" fmla="*/ 5 h 24"/>
                <a:gd name="T8" fmla="*/ 8 w 19"/>
                <a:gd name="T9" fmla="*/ 0 h 24"/>
                <a:gd name="T10" fmla="*/ 1 w 19"/>
                <a:gd name="T11" fmla="*/ 1 h 24"/>
                <a:gd name="T12" fmla="*/ 0 w 19"/>
                <a:gd name="T13" fmla="*/ 16 h 24"/>
                <a:gd name="T14" fmla="*/ 5 w 19"/>
                <a:gd name="T1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24">
                  <a:moveTo>
                    <a:pt x="5" y="24"/>
                  </a:moveTo>
                  <a:cubicBezTo>
                    <a:pt x="5" y="24"/>
                    <a:pt x="13" y="21"/>
                    <a:pt x="15" y="18"/>
                  </a:cubicBezTo>
                  <a:cubicBezTo>
                    <a:pt x="16" y="17"/>
                    <a:pt x="18" y="14"/>
                    <a:pt x="19" y="11"/>
                  </a:cubicBezTo>
                  <a:cubicBezTo>
                    <a:pt x="19" y="9"/>
                    <a:pt x="18" y="6"/>
                    <a:pt x="16" y="5"/>
                  </a:cubicBezTo>
                  <a:cubicBezTo>
                    <a:pt x="14" y="3"/>
                    <a:pt x="11" y="0"/>
                    <a:pt x="8" y="0"/>
                  </a:cubicBezTo>
                  <a:cubicBezTo>
                    <a:pt x="5" y="0"/>
                    <a:pt x="1" y="1"/>
                    <a:pt x="1" y="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5" y="24"/>
                    <a:pt x="5" y="24"/>
                    <a:pt x="5" y="24"/>
                  </a:cubicBezTo>
                </a:path>
              </a:pathLst>
            </a:custGeom>
            <a:solidFill>
              <a:srgbClr val="D3DB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237">
              <a:extLst>
                <a:ext uri="{FF2B5EF4-FFF2-40B4-BE49-F238E27FC236}">
                  <a16:creationId xmlns:a16="http://schemas.microsoft.com/office/drawing/2014/main" id="{50BFC97D-C3A8-4DB6-A6C6-6BF46C304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" y="3694"/>
              <a:ext cx="64" cy="76"/>
            </a:xfrm>
            <a:custGeom>
              <a:avLst/>
              <a:gdLst>
                <a:gd name="T0" fmla="*/ 6 w 16"/>
                <a:gd name="T1" fmla="*/ 19 h 19"/>
                <a:gd name="T2" fmla="*/ 14 w 16"/>
                <a:gd name="T3" fmla="*/ 6 h 19"/>
                <a:gd name="T4" fmla="*/ 6 w 16"/>
                <a:gd name="T5" fmla="*/ 1 h 19"/>
                <a:gd name="T6" fmla="*/ 3 w 16"/>
                <a:gd name="T7" fmla="*/ 0 h 19"/>
                <a:gd name="T8" fmla="*/ 0 w 16"/>
                <a:gd name="T9" fmla="*/ 12 h 19"/>
                <a:gd name="T10" fmla="*/ 6 w 16"/>
                <a:gd name="T1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9">
                  <a:moveTo>
                    <a:pt x="6" y="19"/>
                  </a:moveTo>
                  <a:cubicBezTo>
                    <a:pt x="6" y="19"/>
                    <a:pt x="16" y="10"/>
                    <a:pt x="14" y="6"/>
                  </a:cubicBezTo>
                  <a:cubicBezTo>
                    <a:pt x="13" y="2"/>
                    <a:pt x="6" y="1"/>
                    <a:pt x="6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6" y="19"/>
                    <a:pt x="6" y="19"/>
                    <a:pt x="6" y="19"/>
                  </a:cubicBezTo>
                </a:path>
              </a:pathLst>
            </a:custGeom>
            <a:solidFill>
              <a:srgbClr val="A2AF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238">
              <a:extLst>
                <a:ext uri="{FF2B5EF4-FFF2-40B4-BE49-F238E27FC236}">
                  <a16:creationId xmlns:a16="http://schemas.microsoft.com/office/drawing/2014/main" id="{361D636D-A5BE-432F-8DE7-C45103907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3730"/>
              <a:ext cx="275" cy="175"/>
            </a:xfrm>
            <a:custGeom>
              <a:avLst/>
              <a:gdLst>
                <a:gd name="T0" fmla="*/ 68 w 69"/>
                <a:gd name="T1" fmla="*/ 15 h 44"/>
                <a:gd name="T2" fmla="*/ 21 w 69"/>
                <a:gd name="T3" fmla="*/ 42 h 44"/>
                <a:gd name="T4" fmla="*/ 2 w 69"/>
                <a:gd name="T5" fmla="*/ 37 h 44"/>
                <a:gd name="T6" fmla="*/ 1 w 69"/>
                <a:gd name="T7" fmla="*/ 33 h 44"/>
                <a:gd name="T8" fmla="*/ 1 w 69"/>
                <a:gd name="T9" fmla="*/ 30 h 44"/>
                <a:gd name="T10" fmla="*/ 1 w 69"/>
                <a:gd name="T11" fmla="*/ 29 h 44"/>
                <a:gd name="T12" fmla="*/ 3 w 69"/>
                <a:gd name="T13" fmla="*/ 12 h 44"/>
                <a:gd name="T14" fmla="*/ 27 w 69"/>
                <a:gd name="T15" fmla="*/ 19 h 44"/>
                <a:gd name="T16" fmla="*/ 65 w 69"/>
                <a:gd name="T17" fmla="*/ 1 h 44"/>
                <a:gd name="T18" fmla="*/ 67 w 69"/>
                <a:gd name="T19" fmla="*/ 0 h 44"/>
                <a:gd name="T20" fmla="*/ 68 w 69"/>
                <a:gd name="T21" fmla="*/ 1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" h="44">
                  <a:moveTo>
                    <a:pt x="68" y="15"/>
                  </a:moveTo>
                  <a:cubicBezTo>
                    <a:pt x="55" y="23"/>
                    <a:pt x="28" y="39"/>
                    <a:pt x="21" y="42"/>
                  </a:cubicBezTo>
                  <a:cubicBezTo>
                    <a:pt x="13" y="44"/>
                    <a:pt x="5" y="39"/>
                    <a:pt x="2" y="37"/>
                  </a:cubicBezTo>
                  <a:cubicBezTo>
                    <a:pt x="1" y="36"/>
                    <a:pt x="0" y="35"/>
                    <a:pt x="1" y="33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0"/>
                    <a:pt x="2" y="15"/>
                    <a:pt x="3" y="12"/>
                  </a:cubicBezTo>
                  <a:cubicBezTo>
                    <a:pt x="4" y="20"/>
                    <a:pt x="21" y="21"/>
                    <a:pt x="27" y="19"/>
                  </a:cubicBezTo>
                  <a:cubicBezTo>
                    <a:pt x="39" y="13"/>
                    <a:pt x="59" y="5"/>
                    <a:pt x="65" y="1"/>
                  </a:cubicBezTo>
                  <a:cubicBezTo>
                    <a:pt x="66" y="1"/>
                    <a:pt x="66" y="0"/>
                    <a:pt x="67" y="0"/>
                  </a:cubicBezTo>
                  <a:cubicBezTo>
                    <a:pt x="68" y="4"/>
                    <a:pt x="69" y="10"/>
                    <a:pt x="68" y="15"/>
                  </a:cubicBezTo>
                  <a:close/>
                </a:path>
              </a:pathLst>
            </a:custGeom>
            <a:solidFill>
              <a:srgbClr val="BB2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239">
              <a:extLst>
                <a:ext uri="{FF2B5EF4-FFF2-40B4-BE49-F238E27FC236}">
                  <a16:creationId xmlns:a16="http://schemas.microsoft.com/office/drawing/2014/main" id="{3AEE7CCD-BFE7-47AD-B670-D187FA316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3674"/>
              <a:ext cx="79" cy="56"/>
            </a:xfrm>
            <a:custGeom>
              <a:avLst/>
              <a:gdLst>
                <a:gd name="T0" fmla="*/ 20 w 20"/>
                <a:gd name="T1" fmla="*/ 4 h 14"/>
                <a:gd name="T2" fmla="*/ 13 w 20"/>
                <a:gd name="T3" fmla="*/ 14 h 14"/>
                <a:gd name="T4" fmla="*/ 10 w 20"/>
                <a:gd name="T5" fmla="*/ 9 h 14"/>
                <a:gd name="T6" fmla="*/ 0 w 20"/>
                <a:gd name="T7" fmla="*/ 5 h 14"/>
                <a:gd name="T8" fmla="*/ 6 w 20"/>
                <a:gd name="T9" fmla="*/ 2 h 14"/>
                <a:gd name="T10" fmla="*/ 20 w 20"/>
                <a:gd name="T11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4">
                  <a:moveTo>
                    <a:pt x="20" y="4"/>
                  </a:moveTo>
                  <a:cubicBezTo>
                    <a:pt x="19" y="7"/>
                    <a:pt x="16" y="11"/>
                    <a:pt x="13" y="14"/>
                  </a:cubicBezTo>
                  <a:cubicBezTo>
                    <a:pt x="12" y="12"/>
                    <a:pt x="11" y="11"/>
                    <a:pt x="10" y="9"/>
                  </a:cubicBezTo>
                  <a:cubicBezTo>
                    <a:pt x="8" y="6"/>
                    <a:pt x="3" y="5"/>
                    <a:pt x="0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12" y="0"/>
                    <a:pt x="17" y="1"/>
                    <a:pt x="20" y="4"/>
                  </a:cubicBezTo>
                  <a:close/>
                </a:path>
              </a:pathLst>
            </a:custGeom>
            <a:solidFill>
              <a:srgbClr val="F6F7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240">
              <a:extLst>
                <a:ext uri="{FF2B5EF4-FFF2-40B4-BE49-F238E27FC236}">
                  <a16:creationId xmlns:a16="http://schemas.microsoft.com/office/drawing/2014/main" id="{EE393767-94B7-46A0-9D75-591FA2C63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3746"/>
              <a:ext cx="306" cy="159"/>
            </a:xfrm>
            <a:custGeom>
              <a:avLst/>
              <a:gdLst>
                <a:gd name="T0" fmla="*/ 77 w 77"/>
                <a:gd name="T1" fmla="*/ 0 h 40"/>
                <a:gd name="T2" fmla="*/ 76 w 77"/>
                <a:gd name="T3" fmla="*/ 5 h 40"/>
                <a:gd name="T4" fmla="*/ 74 w 77"/>
                <a:gd name="T5" fmla="*/ 8 h 40"/>
                <a:gd name="T6" fmla="*/ 21 w 77"/>
                <a:gd name="T7" fmla="*/ 38 h 40"/>
                <a:gd name="T8" fmla="*/ 2 w 77"/>
                <a:gd name="T9" fmla="*/ 33 h 40"/>
                <a:gd name="T10" fmla="*/ 1 w 77"/>
                <a:gd name="T11" fmla="*/ 29 h 40"/>
                <a:gd name="T12" fmla="*/ 1 w 77"/>
                <a:gd name="T13" fmla="*/ 26 h 40"/>
                <a:gd name="T14" fmla="*/ 17 w 77"/>
                <a:gd name="T15" fmla="*/ 33 h 40"/>
                <a:gd name="T16" fmla="*/ 42 w 77"/>
                <a:gd name="T17" fmla="*/ 22 h 40"/>
                <a:gd name="T18" fmla="*/ 77 w 77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40">
                  <a:moveTo>
                    <a:pt x="77" y="0"/>
                  </a:moveTo>
                  <a:cubicBezTo>
                    <a:pt x="77" y="2"/>
                    <a:pt x="76" y="4"/>
                    <a:pt x="76" y="5"/>
                  </a:cubicBezTo>
                  <a:cubicBezTo>
                    <a:pt x="76" y="6"/>
                    <a:pt x="75" y="7"/>
                    <a:pt x="74" y="8"/>
                  </a:cubicBezTo>
                  <a:cubicBezTo>
                    <a:pt x="65" y="13"/>
                    <a:pt x="29" y="35"/>
                    <a:pt x="21" y="38"/>
                  </a:cubicBezTo>
                  <a:cubicBezTo>
                    <a:pt x="13" y="40"/>
                    <a:pt x="5" y="35"/>
                    <a:pt x="2" y="33"/>
                  </a:cubicBezTo>
                  <a:cubicBezTo>
                    <a:pt x="1" y="32"/>
                    <a:pt x="0" y="31"/>
                    <a:pt x="1" y="2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4" y="30"/>
                    <a:pt x="11" y="34"/>
                    <a:pt x="17" y="33"/>
                  </a:cubicBezTo>
                  <a:cubicBezTo>
                    <a:pt x="24" y="32"/>
                    <a:pt x="42" y="22"/>
                    <a:pt x="42" y="22"/>
                  </a:cubicBezTo>
                  <a:cubicBezTo>
                    <a:pt x="42" y="22"/>
                    <a:pt x="70" y="7"/>
                    <a:pt x="77" y="0"/>
                  </a:cubicBezTo>
                  <a:close/>
                </a:path>
              </a:pathLst>
            </a:custGeom>
            <a:solidFill>
              <a:srgbClr val="A2AF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241">
              <a:extLst>
                <a:ext uri="{FF2B5EF4-FFF2-40B4-BE49-F238E27FC236}">
                  <a16:creationId xmlns:a16="http://schemas.microsoft.com/office/drawing/2014/main" id="{B1C0F2F0-872B-48F5-9BE6-404924A12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3790"/>
              <a:ext cx="31" cy="80"/>
            </a:xfrm>
            <a:custGeom>
              <a:avLst/>
              <a:gdLst>
                <a:gd name="T0" fmla="*/ 8 w 8"/>
                <a:gd name="T1" fmla="*/ 4 h 20"/>
                <a:gd name="T2" fmla="*/ 6 w 8"/>
                <a:gd name="T3" fmla="*/ 20 h 20"/>
                <a:gd name="T4" fmla="*/ 0 w 8"/>
                <a:gd name="T5" fmla="*/ 17 h 20"/>
                <a:gd name="T6" fmla="*/ 3 w 8"/>
                <a:gd name="T7" fmla="*/ 0 h 20"/>
                <a:gd name="T8" fmla="*/ 8 w 8"/>
                <a:gd name="T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0">
                  <a:moveTo>
                    <a:pt x="8" y="4"/>
                  </a:moveTo>
                  <a:cubicBezTo>
                    <a:pt x="8" y="4"/>
                    <a:pt x="5" y="13"/>
                    <a:pt x="6" y="20"/>
                  </a:cubicBezTo>
                  <a:cubicBezTo>
                    <a:pt x="6" y="20"/>
                    <a:pt x="0" y="19"/>
                    <a:pt x="0" y="17"/>
                  </a:cubicBezTo>
                  <a:cubicBezTo>
                    <a:pt x="0" y="14"/>
                    <a:pt x="0" y="6"/>
                    <a:pt x="3" y="0"/>
                  </a:cubicBezTo>
                  <a:cubicBezTo>
                    <a:pt x="3" y="0"/>
                    <a:pt x="5" y="2"/>
                    <a:pt x="8" y="4"/>
                  </a:cubicBezTo>
                  <a:close/>
                </a:path>
              </a:pathLst>
            </a:custGeom>
            <a:solidFill>
              <a:srgbClr val="F6F7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242">
              <a:extLst>
                <a:ext uri="{FF2B5EF4-FFF2-40B4-BE49-F238E27FC236}">
                  <a16:creationId xmlns:a16="http://schemas.microsoft.com/office/drawing/2014/main" id="{397648DA-A436-4148-9E66-2A4CFF6DE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3698"/>
              <a:ext cx="103" cy="100"/>
            </a:xfrm>
            <a:custGeom>
              <a:avLst/>
              <a:gdLst>
                <a:gd name="T0" fmla="*/ 1 w 26"/>
                <a:gd name="T1" fmla="*/ 8 h 25"/>
                <a:gd name="T2" fmla="*/ 1 w 26"/>
                <a:gd name="T3" fmla="*/ 19 h 25"/>
                <a:gd name="T4" fmla="*/ 14 w 26"/>
                <a:gd name="T5" fmla="*/ 25 h 25"/>
                <a:gd name="T6" fmla="*/ 26 w 26"/>
                <a:gd name="T7" fmla="*/ 18 h 25"/>
                <a:gd name="T8" fmla="*/ 26 w 26"/>
                <a:gd name="T9" fmla="*/ 7 h 25"/>
                <a:gd name="T10" fmla="*/ 1 w 26"/>
                <a:gd name="T11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5">
                  <a:moveTo>
                    <a:pt x="1" y="8"/>
                  </a:moveTo>
                  <a:cubicBezTo>
                    <a:pt x="1" y="8"/>
                    <a:pt x="2" y="11"/>
                    <a:pt x="1" y="19"/>
                  </a:cubicBezTo>
                  <a:cubicBezTo>
                    <a:pt x="0" y="23"/>
                    <a:pt x="9" y="25"/>
                    <a:pt x="14" y="25"/>
                  </a:cubicBezTo>
                  <a:cubicBezTo>
                    <a:pt x="19" y="24"/>
                    <a:pt x="26" y="19"/>
                    <a:pt x="26" y="18"/>
                  </a:cubicBezTo>
                  <a:cubicBezTo>
                    <a:pt x="26" y="17"/>
                    <a:pt x="25" y="13"/>
                    <a:pt x="26" y="7"/>
                  </a:cubicBezTo>
                  <a:cubicBezTo>
                    <a:pt x="26" y="0"/>
                    <a:pt x="1" y="8"/>
                    <a:pt x="1" y="8"/>
                  </a:cubicBezTo>
                </a:path>
              </a:pathLst>
            </a:custGeom>
            <a:solidFill>
              <a:srgbClr val="F8E4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43">
              <a:extLst>
                <a:ext uri="{FF2B5EF4-FFF2-40B4-BE49-F238E27FC236}">
                  <a16:creationId xmlns:a16="http://schemas.microsoft.com/office/drawing/2014/main" id="{06C02340-E5EE-4AB3-920D-C4479C028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" y="2332"/>
              <a:ext cx="427" cy="765"/>
            </a:xfrm>
            <a:custGeom>
              <a:avLst/>
              <a:gdLst>
                <a:gd name="T0" fmla="*/ 96 w 107"/>
                <a:gd name="T1" fmla="*/ 158 h 192"/>
                <a:gd name="T2" fmla="*/ 95 w 107"/>
                <a:gd name="T3" fmla="*/ 172 h 192"/>
                <a:gd name="T4" fmla="*/ 83 w 107"/>
                <a:gd name="T5" fmla="*/ 180 h 192"/>
                <a:gd name="T6" fmla="*/ 43 w 107"/>
                <a:gd name="T7" fmla="*/ 180 h 192"/>
                <a:gd name="T8" fmla="*/ 43 w 107"/>
                <a:gd name="T9" fmla="*/ 179 h 192"/>
                <a:gd name="T10" fmla="*/ 24 w 107"/>
                <a:gd name="T11" fmla="*/ 70 h 192"/>
                <a:gd name="T12" fmla="*/ 9 w 107"/>
                <a:gd name="T13" fmla="*/ 0 h 192"/>
                <a:gd name="T14" fmla="*/ 86 w 107"/>
                <a:gd name="T15" fmla="*/ 5 h 192"/>
                <a:gd name="T16" fmla="*/ 98 w 107"/>
                <a:gd name="T17" fmla="*/ 6 h 192"/>
                <a:gd name="T18" fmla="*/ 96 w 107"/>
                <a:gd name="T19" fmla="*/ 158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192">
                  <a:moveTo>
                    <a:pt x="96" y="158"/>
                  </a:moveTo>
                  <a:cubicBezTo>
                    <a:pt x="96" y="166"/>
                    <a:pt x="95" y="170"/>
                    <a:pt x="95" y="172"/>
                  </a:cubicBezTo>
                  <a:cubicBezTo>
                    <a:pt x="94" y="174"/>
                    <a:pt x="90" y="177"/>
                    <a:pt x="83" y="180"/>
                  </a:cubicBezTo>
                  <a:cubicBezTo>
                    <a:pt x="70" y="187"/>
                    <a:pt x="49" y="192"/>
                    <a:pt x="43" y="180"/>
                  </a:cubicBezTo>
                  <a:cubicBezTo>
                    <a:pt x="43" y="180"/>
                    <a:pt x="43" y="179"/>
                    <a:pt x="43" y="179"/>
                  </a:cubicBezTo>
                  <a:cubicBezTo>
                    <a:pt x="35" y="158"/>
                    <a:pt x="24" y="70"/>
                    <a:pt x="24" y="70"/>
                  </a:cubicBezTo>
                  <a:cubicBezTo>
                    <a:pt x="0" y="48"/>
                    <a:pt x="9" y="0"/>
                    <a:pt x="9" y="0"/>
                  </a:cubicBezTo>
                  <a:cubicBezTo>
                    <a:pt x="86" y="5"/>
                    <a:pt x="86" y="5"/>
                    <a:pt x="86" y="5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107" y="30"/>
                    <a:pt x="100" y="123"/>
                    <a:pt x="96" y="158"/>
                  </a:cubicBezTo>
                </a:path>
              </a:pathLst>
            </a:custGeom>
            <a:solidFill>
              <a:srgbClr val="9DB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244">
              <a:extLst>
                <a:ext uri="{FF2B5EF4-FFF2-40B4-BE49-F238E27FC236}">
                  <a16:creationId xmlns:a16="http://schemas.microsoft.com/office/drawing/2014/main" id="{126F32FF-1E38-4319-9822-6744AC1C2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" y="2926"/>
              <a:ext cx="283" cy="840"/>
            </a:xfrm>
            <a:custGeom>
              <a:avLst/>
              <a:gdLst>
                <a:gd name="T0" fmla="*/ 69 w 71"/>
                <a:gd name="T1" fmla="*/ 32 h 211"/>
                <a:gd name="T2" fmla="*/ 61 w 71"/>
                <a:gd name="T3" fmla="*/ 74 h 211"/>
                <a:gd name="T4" fmla="*/ 55 w 71"/>
                <a:gd name="T5" fmla="*/ 194 h 211"/>
                <a:gd name="T6" fmla="*/ 55 w 71"/>
                <a:gd name="T7" fmla="*/ 201 h 211"/>
                <a:gd name="T8" fmla="*/ 53 w 71"/>
                <a:gd name="T9" fmla="*/ 204 h 211"/>
                <a:gd name="T10" fmla="*/ 49 w 71"/>
                <a:gd name="T11" fmla="*/ 207 h 211"/>
                <a:gd name="T12" fmla="*/ 40 w 71"/>
                <a:gd name="T13" fmla="*/ 210 h 211"/>
                <a:gd name="T14" fmla="*/ 20 w 71"/>
                <a:gd name="T15" fmla="*/ 202 h 211"/>
                <a:gd name="T16" fmla="*/ 17 w 71"/>
                <a:gd name="T17" fmla="*/ 135 h 211"/>
                <a:gd name="T18" fmla="*/ 16 w 71"/>
                <a:gd name="T19" fmla="*/ 30 h 211"/>
                <a:gd name="T20" fmla="*/ 17 w 71"/>
                <a:gd name="T21" fmla="*/ 28 h 211"/>
                <a:gd name="T22" fmla="*/ 60 w 71"/>
                <a:gd name="T23" fmla="*/ 5 h 211"/>
                <a:gd name="T24" fmla="*/ 69 w 71"/>
                <a:gd name="T25" fmla="*/ 9 h 211"/>
                <a:gd name="T26" fmla="*/ 69 w 71"/>
                <a:gd name="T27" fmla="*/ 3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" h="211">
                  <a:moveTo>
                    <a:pt x="69" y="32"/>
                  </a:moveTo>
                  <a:cubicBezTo>
                    <a:pt x="68" y="41"/>
                    <a:pt x="61" y="63"/>
                    <a:pt x="61" y="74"/>
                  </a:cubicBezTo>
                  <a:cubicBezTo>
                    <a:pt x="61" y="85"/>
                    <a:pt x="55" y="194"/>
                    <a:pt x="55" y="194"/>
                  </a:cubicBezTo>
                  <a:cubicBezTo>
                    <a:pt x="55" y="201"/>
                    <a:pt x="55" y="201"/>
                    <a:pt x="55" y="201"/>
                  </a:cubicBezTo>
                  <a:cubicBezTo>
                    <a:pt x="55" y="202"/>
                    <a:pt x="54" y="203"/>
                    <a:pt x="53" y="204"/>
                  </a:cubicBezTo>
                  <a:cubicBezTo>
                    <a:pt x="52" y="205"/>
                    <a:pt x="51" y="206"/>
                    <a:pt x="49" y="207"/>
                  </a:cubicBezTo>
                  <a:cubicBezTo>
                    <a:pt x="47" y="208"/>
                    <a:pt x="44" y="209"/>
                    <a:pt x="40" y="210"/>
                  </a:cubicBezTo>
                  <a:cubicBezTo>
                    <a:pt x="28" y="211"/>
                    <a:pt x="21" y="203"/>
                    <a:pt x="20" y="202"/>
                  </a:cubicBezTo>
                  <a:cubicBezTo>
                    <a:pt x="19" y="200"/>
                    <a:pt x="17" y="139"/>
                    <a:pt x="17" y="135"/>
                  </a:cubicBezTo>
                  <a:cubicBezTo>
                    <a:pt x="16" y="132"/>
                    <a:pt x="0" y="70"/>
                    <a:pt x="16" y="30"/>
                  </a:cubicBezTo>
                  <a:cubicBezTo>
                    <a:pt x="16" y="29"/>
                    <a:pt x="16" y="28"/>
                    <a:pt x="17" y="28"/>
                  </a:cubicBezTo>
                  <a:cubicBezTo>
                    <a:pt x="28" y="0"/>
                    <a:pt x="49" y="2"/>
                    <a:pt x="60" y="5"/>
                  </a:cubicBezTo>
                  <a:cubicBezTo>
                    <a:pt x="66" y="7"/>
                    <a:pt x="69" y="9"/>
                    <a:pt x="69" y="9"/>
                  </a:cubicBezTo>
                  <a:cubicBezTo>
                    <a:pt x="69" y="10"/>
                    <a:pt x="71" y="24"/>
                    <a:pt x="69" y="32"/>
                  </a:cubicBezTo>
                </a:path>
              </a:pathLst>
            </a:custGeom>
            <a:solidFill>
              <a:srgbClr val="9DB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45">
              <a:extLst>
                <a:ext uri="{FF2B5EF4-FFF2-40B4-BE49-F238E27FC236}">
                  <a16:creationId xmlns:a16="http://schemas.microsoft.com/office/drawing/2014/main" id="{780BE574-D97E-4DB8-8511-07C957044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3754"/>
              <a:ext cx="68" cy="40"/>
            </a:xfrm>
            <a:custGeom>
              <a:avLst/>
              <a:gdLst>
                <a:gd name="T0" fmla="*/ 17 w 17"/>
                <a:gd name="T1" fmla="*/ 0 h 10"/>
                <a:gd name="T2" fmla="*/ 2 w 17"/>
                <a:gd name="T3" fmla="*/ 9 h 10"/>
                <a:gd name="T4" fmla="*/ 10 w 17"/>
                <a:gd name="T5" fmla="*/ 3 h 10"/>
                <a:gd name="T6" fmla="*/ 17 w 17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0">
                  <a:moveTo>
                    <a:pt x="17" y="0"/>
                  </a:moveTo>
                  <a:cubicBezTo>
                    <a:pt x="17" y="0"/>
                    <a:pt x="11" y="7"/>
                    <a:pt x="2" y="9"/>
                  </a:cubicBezTo>
                  <a:cubicBezTo>
                    <a:pt x="0" y="10"/>
                    <a:pt x="8" y="5"/>
                    <a:pt x="10" y="3"/>
                  </a:cubicBezTo>
                  <a:cubicBezTo>
                    <a:pt x="12" y="1"/>
                    <a:pt x="17" y="0"/>
                    <a:pt x="17" y="0"/>
                  </a:cubicBezTo>
                  <a:close/>
                </a:path>
              </a:pathLst>
            </a:custGeom>
            <a:solidFill>
              <a:srgbClr val="D3DB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246">
              <a:extLst>
                <a:ext uri="{FF2B5EF4-FFF2-40B4-BE49-F238E27FC236}">
                  <a16:creationId xmlns:a16="http://schemas.microsoft.com/office/drawing/2014/main" id="{59263FF1-7CAC-43F5-B928-EB8293AF5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" y="3017"/>
              <a:ext cx="0" cy="32"/>
            </a:xfrm>
            <a:custGeom>
              <a:avLst/>
              <a:gdLst>
                <a:gd name="T0" fmla="*/ 0 h 8"/>
                <a:gd name="T1" fmla="*/ 8 h 8"/>
                <a:gd name="T2" fmla="*/ 0 h 8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8">
                  <a:moveTo>
                    <a:pt x="0" y="0"/>
                  </a:moveTo>
                  <a:cubicBezTo>
                    <a:pt x="0" y="2"/>
                    <a:pt x="0" y="5"/>
                    <a:pt x="0" y="8"/>
                  </a:cubicBezTo>
                  <a:cubicBezTo>
                    <a:pt x="0" y="5"/>
                    <a:pt x="0" y="2"/>
                    <a:pt x="0" y="0"/>
                  </a:cubicBezTo>
                </a:path>
              </a:pathLst>
            </a:custGeom>
            <a:solidFill>
              <a:srgbClr val="D2DB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47">
              <a:extLst>
                <a:ext uri="{FF2B5EF4-FFF2-40B4-BE49-F238E27FC236}">
                  <a16:creationId xmlns:a16="http://schemas.microsoft.com/office/drawing/2014/main" id="{57190BAE-4126-413C-9C8D-E988DD8A4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2356"/>
              <a:ext cx="72" cy="605"/>
            </a:xfrm>
            <a:custGeom>
              <a:avLst/>
              <a:gdLst>
                <a:gd name="T0" fmla="*/ 14 w 18"/>
                <a:gd name="T1" fmla="*/ 0 h 152"/>
                <a:gd name="T2" fmla="*/ 0 w 18"/>
                <a:gd name="T3" fmla="*/ 9 h 152"/>
                <a:gd name="T4" fmla="*/ 0 w 18"/>
                <a:gd name="T5" fmla="*/ 9 h 152"/>
                <a:gd name="T6" fmla="*/ 3 w 18"/>
                <a:gd name="T7" fmla="*/ 148 h 152"/>
                <a:gd name="T8" fmla="*/ 3 w 18"/>
                <a:gd name="T9" fmla="*/ 148 h 152"/>
                <a:gd name="T10" fmla="*/ 3 w 18"/>
                <a:gd name="T11" fmla="*/ 148 h 152"/>
                <a:gd name="T12" fmla="*/ 12 w 18"/>
                <a:gd name="T13" fmla="*/ 152 h 152"/>
                <a:gd name="T14" fmla="*/ 12 w 18"/>
                <a:gd name="T15" fmla="*/ 152 h 152"/>
                <a:gd name="T16" fmla="*/ 18 w 18"/>
                <a:gd name="T17" fmla="*/ 46 h 152"/>
                <a:gd name="T18" fmla="*/ 18 w 18"/>
                <a:gd name="T19" fmla="*/ 41 h 152"/>
                <a:gd name="T20" fmla="*/ 18 w 18"/>
                <a:gd name="T21" fmla="*/ 25 h 152"/>
                <a:gd name="T22" fmla="*/ 18 w 18"/>
                <a:gd name="T23" fmla="*/ 25 h 152"/>
                <a:gd name="T24" fmla="*/ 16 w 18"/>
                <a:gd name="T25" fmla="*/ 9 h 152"/>
                <a:gd name="T26" fmla="*/ 14 w 18"/>
                <a:gd name="T27" fmla="*/ 0 h 152"/>
                <a:gd name="T28" fmla="*/ 14 w 18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152">
                  <a:moveTo>
                    <a:pt x="14" y="0"/>
                  </a:moveTo>
                  <a:cubicBezTo>
                    <a:pt x="14" y="0"/>
                    <a:pt x="7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5" y="104"/>
                    <a:pt x="3" y="148"/>
                  </a:cubicBezTo>
                  <a:cubicBezTo>
                    <a:pt x="3" y="148"/>
                    <a:pt x="3" y="148"/>
                    <a:pt x="3" y="148"/>
                  </a:cubicBezTo>
                  <a:cubicBezTo>
                    <a:pt x="3" y="148"/>
                    <a:pt x="3" y="148"/>
                    <a:pt x="3" y="148"/>
                  </a:cubicBezTo>
                  <a:cubicBezTo>
                    <a:pt x="9" y="150"/>
                    <a:pt x="12" y="152"/>
                    <a:pt x="12" y="152"/>
                  </a:cubicBezTo>
                  <a:cubicBezTo>
                    <a:pt x="12" y="152"/>
                    <a:pt x="12" y="152"/>
                    <a:pt x="12" y="152"/>
                  </a:cubicBezTo>
                  <a:cubicBezTo>
                    <a:pt x="15" y="130"/>
                    <a:pt x="18" y="83"/>
                    <a:pt x="18" y="46"/>
                  </a:cubicBezTo>
                  <a:cubicBezTo>
                    <a:pt x="18" y="44"/>
                    <a:pt x="18" y="42"/>
                    <a:pt x="18" y="41"/>
                  </a:cubicBezTo>
                  <a:cubicBezTo>
                    <a:pt x="18" y="35"/>
                    <a:pt x="18" y="30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19"/>
                    <a:pt x="17" y="14"/>
                    <a:pt x="16" y="9"/>
                  </a:cubicBezTo>
                  <a:cubicBezTo>
                    <a:pt x="16" y="6"/>
                    <a:pt x="15" y="2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819D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48">
              <a:extLst>
                <a:ext uri="{FF2B5EF4-FFF2-40B4-BE49-F238E27FC236}">
                  <a16:creationId xmlns:a16="http://schemas.microsoft.com/office/drawing/2014/main" id="{962AC2E2-DD67-45A1-A4E4-A490E59E6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2945"/>
              <a:ext cx="100" cy="805"/>
            </a:xfrm>
            <a:custGeom>
              <a:avLst/>
              <a:gdLst>
                <a:gd name="T0" fmla="*/ 15 w 25"/>
                <a:gd name="T1" fmla="*/ 0 h 202"/>
                <a:gd name="T2" fmla="*/ 13 w 25"/>
                <a:gd name="T3" fmla="*/ 19 h 202"/>
                <a:gd name="T4" fmla="*/ 11 w 25"/>
                <a:gd name="T5" fmla="*/ 26 h 202"/>
                <a:gd name="T6" fmla="*/ 1 w 25"/>
                <a:gd name="T7" fmla="*/ 94 h 202"/>
                <a:gd name="T8" fmla="*/ 4 w 25"/>
                <a:gd name="T9" fmla="*/ 202 h 202"/>
                <a:gd name="T10" fmla="*/ 8 w 25"/>
                <a:gd name="T11" fmla="*/ 199 h 202"/>
                <a:gd name="T12" fmla="*/ 10 w 25"/>
                <a:gd name="T13" fmla="*/ 196 h 202"/>
                <a:gd name="T14" fmla="*/ 10 w 25"/>
                <a:gd name="T15" fmla="*/ 189 h 202"/>
                <a:gd name="T16" fmla="*/ 10 w 25"/>
                <a:gd name="T17" fmla="*/ 189 h 202"/>
                <a:gd name="T18" fmla="*/ 16 w 25"/>
                <a:gd name="T19" fmla="*/ 69 h 202"/>
                <a:gd name="T20" fmla="*/ 24 w 25"/>
                <a:gd name="T21" fmla="*/ 27 h 202"/>
                <a:gd name="T22" fmla="*/ 25 w 25"/>
                <a:gd name="T23" fmla="*/ 26 h 202"/>
                <a:gd name="T24" fmla="*/ 25 w 25"/>
                <a:gd name="T25" fmla="*/ 18 h 202"/>
                <a:gd name="T26" fmla="*/ 24 w 25"/>
                <a:gd name="T27" fmla="*/ 4 h 202"/>
                <a:gd name="T28" fmla="*/ 24 w 25"/>
                <a:gd name="T29" fmla="*/ 4 h 202"/>
                <a:gd name="T30" fmla="*/ 24 w 25"/>
                <a:gd name="T31" fmla="*/ 4 h 202"/>
                <a:gd name="T32" fmla="*/ 15 w 25"/>
                <a:gd name="T33" fmla="*/ 0 h 202"/>
                <a:gd name="T34" fmla="*/ 15 w 25"/>
                <a:gd name="T35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02">
                  <a:moveTo>
                    <a:pt x="15" y="0"/>
                  </a:moveTo>
                  <a:cubicBezTo>
                    <a:pt x="15" y="9"/>
                    <a:pt x="14" y="15"/>
                    <a:pt x="13" y="19"/>
                  </a:cubicBezTo>
                  <a:cubicBezTo>
                    <a:pt x="13" y="22"/>
                    <a:pt x="12" y="24"/>
                    <a:pt x="11" y="26"/>
                  </a:cubicBezTo>
                  <a:cubicBezTo>
                    <a:pt x="6" y="47"/>
                    <a:pt x="2" y="58"/>
                    <a:pt x="1" y="94"/>
                  </a:cubicBezTo>
                  <a:cubicBezTo>
                    <a:pt x="0" y="134"/>
                    <a:pt x="2" y="198"/>
                    <a:pt x="4" y="202"/>
                  </a:cubicBezTo>
                  <a:cubicBezTo>
                    <a:pt x="6" y="201"/>
                    <a:pt x="7" y="200"/>
                    <a:pt x="8" y="199"/>
                  </a:cubicBezTo>
                  <a:cubicBezTo>
                    <a:pt x="9" y="198"/>
                    <a:pt x="10" y="197"/>
                    <a:pt x="10" y="196"/>
                  </a:cubicBezTo>
                  <a:cubicBezTo>
                    <a:pt x="10" y="189"/>
                    <a:pt x="10" y="189"/>
                    <a:pt x="10" y="189"/>
                  </a:cubicBezTo>
                  <a:cubicBezTo>
                    <a:pt x="10" y="189"/>
                    <a:pt x="10" y="189"/>
                    <a:pt x="10" y="189"/>
                  </a:cubicBezTo>
                  <a:cubicBezTo>
                    <a:pt x="10" y="189"/>
                    <a:pt x="16" y="80"/>
                    <a:pt x="16" y="69"/>
                  </a:cubicBezTo>
                  <a:cubicBezTo>
                    <a:pt x="16" y="58"/>
                    <a:pt x="23" y="36"/>
                    <a:pt x="24" y="27"/>
                  </a:cubicBezTo>
                  <a:cubicBezTo>
                    <a:pt x="24" y="27"/>
                    <a:pt x="25" y="26"/>
                    <a:pt x="25" y="26"/>
                  </a:cubicBezTo>
                  <a:cubicBezTo>
                    <a:pt x="25" y="23"/>
                    <a:pt x="25" y="20"/>
                    <a:pt x="25" y="18"/>
                  </a:cubicBezTo>
                  <a:cubicBezTo>
                    <a:pt x="25" y="11"/>
                    <a:pt x="24" y="5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1" y="2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819D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249">
              <a:extLst>
                <a:ext uri="{FF2B5EF4-FFF2-40B4-BE49-F238E27FC236}">
                  <a16:creationId xmlns:a16="http://schemas.microsoft.com/office/drawing/2014/main" id="{DA5A4380-D63B-49D1-BE2B-77C52A04C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" y="1456"/>
              <a:ext cx="398" cy="183"/>
            </a:xfrm>
            <a:custGeom>
              <a:avLst/>
              <a:gdLst>
                <a:gd name="T0" fmla="*/ 32 w 100"/>
                <a:gd name="T1" fmla="*/ 16 h 46"/>
                <a:gd name="T2" fmla="*/ 61 w 100"/>
                <a:gd name="T3" fmla="*/ 0 h 46"/>
                <a:gd name="T4" fmla="*/ 97 w 100"/>
                <a:gd name="T5" fmla="*/ 9 h 46"/>
                <a:gd name="T6" fmla="*/ 81 w 100"/>
                <a:gd name="T7" fmla="*/ 20 h 46"/>
                <a:gd name="T8" fmla="*/ 54 w 100"/>
                <a:gd name="T9" fmla="*/ 24 h 46"/>
                <a:gd name="T10" fmla="*/ 53 w 100"/>
                <a:gd name="T11" fmla="*/ 30 h 46"/>
                <a:gd name="T12" fmla="*/ 35 w 100"/>
                <a:gd name="T13" fmla="*/ 37 h 46"/>
                <a:gd name="T14" fmla="*/ 22 w 100"/>
                <a:gd name="T15" fmla="*/ 46 h 46"/>
                <a:gd name="T16" fmla="*/ 8 w 100"/>
                <a:gd name="T17" fmla="*/ 39 h 46"/>
                <a:gd name="T18" fmla="*/ 32 w 100"/>
                <a:gd name="T19" fmla="*/ 1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46">
                  <a:moveTo>
                    <a:pt x="32" y="16"/>
                  </a:moveTo>
                  <a:cubicBezTo>
                    <a:pt x="32" y="16"/>
                    <a:pt x="36" y="8"/>
                    <a:pt x="61" y="0"/>
                  </a:cubicBezTo>
                  <a:cubicBezTo>
                    <a:pt x="61" y="0"/>
                    <a:pt x="94" y="3"/>
                    <a:pt x="97" y="9"/>
                  </a:cubicBezTo>
                  <a:cubicBezTo>
                    <a:pt x="100" y="15"/>
                    <a:pt x="84" y="21"/>
                    <a:pt x="81" y="20"/>
                  </a:cubicBezTo>
                  <a:cubicBezTo>
                    <a:pt x="79" y="19"/>
                    <a:pt x="60" y="20"/>
                    <a:pt x="54" y="24"/>
                  </a:cubicBezTo>
                  <a:cubicBezTo>
                    <a:pt x="49" y="28"/>
                    <a:pt x="53" y="30"/>
                    <a:pt x="53" y="30"/>
                  </a:cubicBezTo>
                  <a:cubicBezTo>
                    <a:pt x="53" y="30"/>
                    <a:pt x="39" y="35"/>
                    <a:pt x="35" y="37"/>
                  </a:cubicBezTo>
                  <a:cubicBezTo>
                    <a:pt x="30" y="39"/>
                    <a:pt x="22" y="46"/>
                    <a:pt x="22" y="46"/>
                  </a:cubicBezTo>
                  <a:cubicBezTo>
                    <a:pt x="22" y="46"/>
                    <a:pt x="0" y="46"/>
                    <a:pt x="8" y="39"/>
                  </a:cubicBezTo>
                  <a:cubicBezTo>
                    <a:pt x="16" y="31"/>
                    <a:pt x="32" y="16"/>
                    <a:pt x="32" y="16"/>
                  </a:cubicBezTo>
                  <a:close/>
                </a:path>
              </a:pathLst>
            </a:custGeom>
            <a:solidFill>
              <a:srgbClr val="E69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250">
              <a:extLst>
                <a:ext uri="{FF2B5EF4-FFF2-40B4-BE49-F238E27FC236}">
                  <a16:creationId xmlns:a16="http://schemas.microsoft.com/office/drawing/2014/main" id="{C3CB376E-D2D5-4EC9-8D94-FF5EFFE98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1587"/>
              <a:ext cx="100" cy="132"/>
            </a:xfrm>
            <a:custGeom>
              <a:avLst/>
              <a:gdLst>
                <a:gd name="T0" fmla="*/ 17 w 25"/>
                <a:gd name="T1" fmla="*/ 0 h 33"/>
                <a:gd name="T2" fmla="*/ 4 w 25"/>
                <a:gd name="T3" fmla="*/ 10 h 33"/>
                <a:gd name="T4" fmla="*/ 0 w 25"/>
                <a:gd name="T5" fmla="*/ 29 h 33"/>
                <a:gd name="T6" fmla="*/ 6 w 25"/>
                <a:gd name="T7" fmla="*/ 32 h 33"/>
                <a:gd name="T8" fmla="*/ 25 w 25"/>
                <a:gd name="T9" fmla="*/ 22 h 33"/>
                <a:gd name="T10" fmla="*/ 22 w 25"/>
                <a:gd name="T11" fmla="*/ 6 h 33"/>
                <a:gd name="T12" fmla="*/ 17 w 25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33">
                  <a:moveTo>
                    <a:pt x="17" y="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0" y="28"/>
                    <a:pt x="0" y="29"/>
                  </a:cubicBezTo>
                  <a:cubicBezTo>
                    <a:pt x="0" y="30"/>
                    <a:pt x="3" y="33"/>
                    <a:pt x="6" y="32"/>
                  </a:cubicBezTo>
                  <a:cubicBezTo>
                    <a:pt x="9" y="31"/>
                    <a:pt x="24" y="25"/>
                    <a:pt x="25" y="22"/>
                  </a:cubicBezTo>
                  <a:cubicBezTo>
                    <a:pt x="25" y="19"/>
                    <a:pt x="23" y="7"/>
                    <a:pt x="22" y="6"/>
                  </a:cubicBezTo>
                  <a:cubicBezTo>
                    <a:pt x="22" y="5"/>
                    <a:pt x="17" y="0"/>
                    <a:pt x="17" y="0"/>
                  </a:cubicBezTo>
                  <a:close/>
                </a:path>
              </a:pathLst>
            </a:custGeom>
            <a:solidFill>
              <a:srgbClr val="E69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251">
              <a:extLst>
                <a:ext uri="{FF2B5EF4-FFF2-40B4-BE49-F238E27FC236}">
                  <a16:creationId xmlns:a16="http://schemas.microsoft.com/office/drawing/2014/main" id="{C3E30DB3-BBC2-49FF-99CE-20BF5CAB7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" y="1499"/>
              <a:ext cx="251" cy="367"/>
            </a:xfrm>
            <a:custGeom>
              <a:avLst/>
              <a:gdLst>
                <a:gd name="T0" fmla="*/ 4 w 251"/>
                <a:gd name="T1" fmla="*/ 144 h 367"/>
                <a:gd name="T2" fmla="*/ 251 w 251"/>
                <a:gd name="T3" fmla="*/ 0 h 367"/>
                <a:gd name="T4" fmla="*/ 251 w 251"/>
                <a:gd name="T5" fmla="*/ 224 h 367"/>
                <a:gd name="T6" fmla="*/ 0 w 251"/>
                <a:gd name="T7" fmla="*/ 367 h 367"/>
                <a:gd name="T8" fmla="*/ 4 w 251"/>
                <a:gd name="T9" fmla="*/ 144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" h="367">
                  <a:moveTo>
                    <a:pt x="4" y="144"/>
                  </a:moveTo>
                  <a:lnTo>
                    <a:pt x="251" y="0"/>
                  </a:lnTo>
                  <a:lnTo>
                    <a:pt x="251" y="224"/>
                  </a:lnTo>
                  <a:lnTo>
                    <a:pt x="0" y="367"/>
                  </a:lnTo>
                  <a:lnTo>
                    <a:pt x="4" y="144"/>
                  </a:lnTo>
                  <a:close/>
                </a:path>
              </a:pathLst>
            </a:custGeom>
            <a:solidFill>
              <a:srgbClr val="D4A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252">
              <a:extLst>
                <a:ext uri="{FF2B5EF4-FFF2-40B4-BE49-F238E27FC236}">
                  <a16:creationId xmlns:a16="http://schemas.microsoft.com/office/drawing/2014/main" id="{97A00A75-4CBE-4014-82EA-907584293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" y="1499"/>
              <a:ext cx="251" cy="367"/>
            </a:xfrm>
            <a:custGeom>
              <a:avLst/>
              <a:gdLst>
                <a:gd name="T0" fmla="*/ 4 w 251"/>
                <a:gd name="T1" fmla="*/ 144 h 367"/>
                <a:gd name="T2" fmla="*/ 251 w 251"/>
                <a:gd name="T3" fmla="*/ 0 h 367"/>
                <a:gd name="T4" fmla="*/ 251 w 251"/>
                <a:gd name="T5" fmla="*/ 224 h 367"/>
                <a:gd name="T6" fmla="*/ 0 w 251"/>
                <a:gd name="T7" fmla="*/ 367 h 367"/>
                <a:gd name="T8" fmla="*/ 4 w 251"/>
                <a:gd name="T9" fmla="*/ 144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" h="367">
                  <a:moveTo>
                    <a:pt x="4" y="144"/>
                  </a:moveTo>
                  <a:lnTo>
                    <a:pt x="251" y="0"/>
                  </a:lnTo>
                  <a:lnTo>
                    <a:pt x="251" y="224"/>
                  </a:lnTo>
                  <a:lnTo>
                    <a:pt x="0" y="367"/>
                  </a:lnTo>
                  <a:lnTo>
                    <a:pt x="4" y="14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253">
              <a:extLst>
                <a:ext uri="{FF2B5EF4-FFF2-40B4-BE49-F238E27FC236}">
                  <a16:creationId xmlns:a16="http://schemas.microsoft.com/office/drawing/2014/main" id="{E8F12E8A-F6A2-4F56-95BB-7A0C1C730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1360"/>
              <a:ext cx="486" cy="283"/>
            </a:xfrm>
            <a:custGeom>
              <a:avLst/>
              <a:gdLst>
                <a:gd name="T0" fmla="*/ 486 w 486"/>
                <a:gd name="T1" fmla="*/ 139 h 283"/>
                <a:gd name="T2" fmla="*/ 239 w 486"/>
                <a:gd name="T3" fmla="*/ 283 h 283"/>
                <a:gd name="T4" fmla="*/ 128 w 486"/>
                <a:gd name="T5" fmla="*/ 223 h 283"/>
                <a:gd name="T6" fmla="*/ 100 w 486"/>
                <a:gd name="T7" fmla="*/ 203 h 283"/>
                <a:gd name="T8" fmla="*/ 0 w 486"/>
                <a:gd name="T9" fmla="*/ 147 h 283"/>
                <a:gd name="T10" fmla="*/ 247 w 486"/>
                <a:gd name="T11" fmla="*/ 0 h 283"/>
                <a:gd name="T12" fmla="*/ 347 w 486"/>
                <a:gd name="T13" fmla="*/ 60 h 283"/>
                <a:gd name="T14" fmla="*/ 379 w 486"/>
                <a:gd name="T15" fmla="*/ 76 h 283"/>
                <a:gd name="T16" fmla="*/ 486 w 486"/>
                <a:gd name="T17" fmla="*/ 139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6" h="283">
                  <a:moveTo>
                    <a:pt x="486" y="139"/>
                  </a:moveTo>
                  <a:lnTo>
                    <a:pt x="239" y="283"/>
                  </a:lnTo>
                  <a:lnTo>
                    <a:pt x="128" y="223"/>
                  </a:lnTo>
                  <a:lnTo>
                    <a:pt x="100" y="203"/>
                  </a:lnTo>
                  <a:lnTo>
                    <a:pt x="0" y="147"/>
                  </a:lnTo>
                  <a:lnTo>
                    <a:pt x="247" y="0"/>
                  </a:lnTo>
                  <a:lnTo>
                    <a:pt x="347" y="60"/>
                  </a:lnTo>
                  <a:lnTo>
                    <a:pt x="379" y="76"/>
                  </a:lnTo>
                  <a:lnTo>
                    <a:pt x="486" y="139"/>
                  </a:lnTo>
                  <a:close/>
                </a:path>
              </a:pathLst>
            </a:custGeom>
            <a:solidFill>
              <a:srgbClr val="FF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254">
              <a:extLst>
                <a:ext uri="{FF2B5EF4-FFF2-40B4-BE49-F238E27FC236}">
                  <a16:creationId xmlns:a16="http://schemas.microsoft.com/office/drawing/2014/main" id="{B7A040F6-44C2-452E-ACD9-B5836C641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1507"/>
              <a:ext cx="243" cy="359"/>
            </a:xfrm>
            <a:custGeom>
              <a:avLst/>
              <a:gdLst>
                <a:gd name="T0" fmla="*/ 243 w 243"/>
                <a:gd name="T1" fmla="*/ 136 h 359"/>
                <a:gd name="T2" fmla="*/ 239 w 243"/>
                <a:gd name="T3" fmla="*/ 359 h 359"/>
                <a:gd name="T4" fmla="*/ 0 w 243"/>
                <a:gd name="T5" fmla="*/ 223 h 359"/>
                <a:gd name="T6" fmla="*/ 4 w 243"/>
                <a:gd name="T7" fmla="*/ 0 h 359"/>
                <a:gd name="T8" fmla="*/ 243 w 243"/>
                <a:gd name="T9" fmla="*/ 136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359">
                  <a:moveTo>
                    <a:pt x="243" y="136"/>
                  </a:moveTo>
                  <a:lnTo>
                    <a:pt x="239" y="359"/>
                  </a:lnTo>
                  <a:lnTo>
                    <a:pt x="0" y="223"/>
                  </a:lnTo>
                  <a:lnTo>
                    <a:pt x="4" y="0"/>
                  </a:lnTo>
                  <a:lnTo>
                    <a:pt x="243" y="136"/>
                  </a:lnTo>
                  <a:close/>
                </a:path>
              </a:pathLst>
            </a:custGeom>
            <a:solidFill>
              <a:srgbClr val="F3C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255">
              <a:extLst>
                <a:ext uri="{FF2B5EF4-FFF2-40B4-BE49-F238E27FC236}">
                  <a16:creationId xmlns:a16="http://schemas.microsoft.com/office/drawing/2014/main" id="{3356A63D-D86D-49C2-8458-4E3335F71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1507"/>
              <a:ext cx="243" cy="359"/>
            </a:xfrm>
            <a:custGeom>
              <a:avLst/>
              <a:gdLst>
                <a:gd name="T0" fmla="*/ 243 w 243"/>
                <a:gd name="T1" fmla="*/ 136 h 359"/>
                <a:gd name="T2" fmla="*/ 239 w 243"/>
                <a:gd name="T3" fmla="*/ 359 h 359"/>
                <a:gd name="T4" fmla="*/ 0 w 243"/>
                <a:gd name="T5" fmla="*/ 223 h 359"/>
                <a:gd name="T6" fmla="*/ 4 w 243"/>
                <a:gd name="T7" fmla="*/ 0 h 359"/>
                <a:gd name="T8" fmla="*/ 243 w 243"/>
                <a:gd name="T9" fmla="*/ 136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359">
                  <a:moveTo>
                    <a:pt x="243" y="136"/>
                  </a:moveTo>
                  <a:lnTo>
                    <a:pt x="239" y="359"/>
                  </a:lnTo>
                  <a:lnTo>
                    <a:pt x="0" y="223"/>
                  </a:lnTo>
                  <a:lnTo>
                    <a:pt x="4" y="0"/>
                  </a:lnTo>
                  <a:lnTo>
                    <a:pt x="243" y="1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256">
              <a:extLst>
                <a:ext uri="{FF2B5EF4-FFF2-40B4-BE49-F238E27FC236}">
                  <a16:creationId xmlns:a16="http://schemas.microsoft.com/office/drawing/2014/main" id="{09C14695-EA39-4DB7-9082-5C3BB163F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4" y="1420"/>
              <a:ext cx="279" cy="163"/>
            </a:xfrm>
            <a:custGeom>
              <a:avLst/>
              <a:gdLst>
                <a:gd name="T0" fmla="*/ 279 w 279"/>
                <a:gd name="T1" fmla="*/ 16 h 163"/>
                <a:gd name="T2" fmla="*/ 28 w 279"/>
                <a:gd name="T3" fmla="*/ 163 h 163"/>
                <a:gd name="T4" fmla="*/ 0 w 279"/>
                <a:gd name="T5" fmla="*/ 143 h 163"/>
                <a:gd name="T6" fmla="*/ 247 w 279"/>
                <a:gd name="T7" fmla="*/ 0 h 163"/>
                <a:gd name="T8" fmla="*/ 279 w 279"/>
                <a:gd name="T9" fmla="*/ 1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9" h="163">
                  <a:moveTo>
                    <a:pt x="279" y="16"/>
                  </a:moveTo>
                  <a:lnTo>
                    <a:pt x="28" y="163"/>
                  </a:lnTo>
                  <a:lnTo>
                    <a:pt x="0" y="143"/>
                  </a:lnTo>
                  <a:lnTo>
                    <a:pt x="247" y="0"/>
                  </a:lnTo>
                  <a:lnTo>
                    <a:pt x="279" y="16"/>
                  </a:lnTo>
                  <a:close/>
                </a:path>
              </a:pathLst>
            </a:custGeom>
            <a:solidFill>
              <a:srgbClr val="E85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257">
              <a:extLst>
                <a:ext uri="{FF2B5EF4-FFF2-40B4-BE49-F238E27FC236}">
                  <a16:creationId xmlns:a16="http://schemas.microsoft.com/office/drawing/2014/main" id="{1607D95C-9FCB-4AC5-842C-944CF672B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4" y="1563"/>
              <a:ext cx="28" cy="152"/>
            </a:xfrm>
            <a:custGeom>
              <a:avLst/>
              <a:gdLst>
                <a:gd name="T0" fmla="*/ 0 w 28"/>
                <a:gd name="T1" fmla="*/ 0 h 152"/>
                <a:gd name="T2" fmla="*/ 28 w 28"/>
                <a:gd name="T3" fmla="*/ 20 h 152"/>
                <a:gd name="T4" fmla="*/ 28 w 28"/>
                <a:gd name="T5" fmla="*/ 152 h 152"/>
                <a:gd name="T6" fmla="*/ 0 w 28"/>
                <a:gd name="T7" fmla="*/ 132 h 152"/>
                <a:gd name="T8" fmla="*/ 0 w 28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52">
                  <a:moveTo>
                    <a:pt x="0" y="0"/>
                  </a:moveTo>
                  <a:lnTo>
                    <a:pt x="28" y="20"/>
                  </a:lnTo>
                  <a:lnTo>
                    <a:pt x="28" y="15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5A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258">
              <a:extLst>
                <a:ext uri="{FF2B5EF4-FFF2-40B4-BE49-F238E27FC236}">
                  <a16:creationId xmlns:a16="http://schemas.microsoft.com/office/drawing/2014/main" id="{CFA4E89C-A05F-4C2F-972E-FB702E73B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754"/>
              <a:ext cx="40" cy="36"/>
            </a:xfrm>
            <a:custGeom>
              <a:avLst/>
              <a:gdLst>
                <a:gd name="T0" fmla="*/ 10 w 10"/>
                <a:gd name="T1" fmla="*/ 3 h 9"/>
                <a:gd name="T2" fmla="*/ 9 w 10"/>
                <a:gd name="T3" fmla="*/ 3 h 9"/>
                <a:gd name="T4" fmla="*/ 7 w 10"/>
                <a:gd name="T5" fmla="*/ 6 h 9"/>
                <a:gd name="T6" fmla="*/ 5 w 10"/>
                <a:gd name="T7" fmla="*/ 6 h 9"/>
                <a:gd name="T8" fmla="*/ 3 w 10"/>
                <a:gd name="T9" fmla="*/ 8 h 9"/>
                <a:gd name="T10" fmla="*/ 1 w 10"/>
                <a:gd name="T11" fmla="*/ 8 h 9"/>
                <a:gd name="T12" fmla="*/ 0 w 10"/>
                <a:gd name="T13" fmla="*/ 9 h 9"/>
                <a:gd name="T14" fmla="*/ 5 w 10"/>
                <a:gd name="T15" fmla="*/ 1 h 9"/>
                <a:gd name="T16" fmla="*/ 10 w 10"/>
                <a:gd name="T17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9">
                  <a:moveTo>
                    <a:pt x="10" y="3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8" y="4"/>
                    <a:pt x="7" y="5"/>
                    <a:pt x="7" y="6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4" y="6"/>
                    <a:pt x="3" y="7"/>
                    <a:pt x="3" y="8"/>
                  </a:cubicBezTo>
                  <a:cubicBezTo>
                    <a:pt x="2" y="8"/>
                    <a:pt x="2" y="7"/>
                    <a:pt x="1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6"/>
                    <a:pt x="2" y="2"/>
                    <a:pt x="5" y="1"/>
                  </a:cubicBezTo>
                  <a:cubicBezTo>
                    <a:pt x="7" y="0"/>
                    <a:pt x="9" y="0"/>
                    <a:pt x="10" y="3"/>
                  </a:cubicBezTo>
                  <a:close/>
                </a:path>
              </a:pathLst>
            </a:custGeom>
            <a:solidFill>
              <a:srgbClr val="C484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259">
              <a:extLst>
                <a:ext uri="{FF2B5EF4-FFF2-40B4-BE49-F238E27FC236}">
                  <a16:creationId xmlns:a16="http://schemas.microsoft.com/office/drawing/2014/main" id="{75059BFB-6FC5-407C-8012-F58FF2F49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770"/>
              <a:ext cx="8" cy="48"/>
            </a:xfrm>
            <a:custGeom>
              <a:avLst/>
              <a:gdLst>
                <a:gd name="T0" fmla="*/ 1 w 2"/>
                <a:gd name="T1" fmla="*/ 12 h 12"/>
                <a:gd name="T2" fmla="*/ 0 w 2"/>
                <a:gd name="T3" fmla="*/ 11 h 12"/>
                <a:gd name="T4" fmla="*/ 0 w 2"/>
                <a:gd name="T5" fmla="*/ 1 h 12"/>
                <a:gd name="T6" fmla="*/ 0 w 2"/>
                <a:gd name="T7" fmla="*/ 0 h 12"/>
                <a:gd name="T8" fmla="*/ 0 w 2"/>
                <a:gd name="T9" fmla="*/ 0 h 12"/>
                <a:gd name="T10" fmla="*/ 0 w 2"/>
                <a:gd name="T11" fmla="*/ 11 h 12"/>
                <a:gd name="T12" fmla="*/ 1 w 2"/>
                <a:gd name="T13" fmla="*/ 11 h 12"/>
                <a:gd name="T14" fmla="*/ 1 w 2"/>
                <a:gd name="T15" fmla="*/ 10 h 12"/>
                <a:gd name="T16" fmla="*/ 2 w 2"/>
                <a:gd name="T17" fmla="*/ 10 h 12"/>
                <a:gd name="T18" fmla="*/ 2 w 2"/>
                <a:gd name="T19" fmla="*/ 10 h 12"/>
                <a:gd name="T20" fmla="*/ 1 w 2"/>
                <a:gd name="T2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" h="12">
                  <a:moveTo>
                    <a:pt x="1" y="12"/>
                  </a:moveTo>
                  <a:cubicBezTo>
                    <a:pt x="0" y="12"/>
                    <a:pt x="0" y="12"/>
                    <a:pt x="0" y="1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0"/>
                    <a:pt x="1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1" y="12"/>
                  </a:cubicBezTo>
                  <a:close/>
                </a:path>
              </a:pathLst>
            </a:custGeom>
            <a:solidFill>
              <a:srgbClr val="C484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260">
              <a:extLst>
                <a:ext uri="{FF2B5EF4-FFF2-40B4-BE49-F238E27FC236}">
                  <a16:creationId xmlns:a16="http://schemas.microsoft.com/office/drawing/2014/main" id="{7A3CF941-6CC8-4DC3-90DA-F1CC08138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1726"/>
              <a:ext cx="28" cy="44"/>
            </a:xfrm>
            <a:custGeom>
              <a:avLst/>
              <a:gdLst>
                <a:gd name="T0" fmla="*/ 4 w 7"/>
                <a:gd name="T1" fmla="*/ 9 h 11"/>
                <a:gd name="T2" fmla="*/ 3 w 7"/>
                <a:gd name="T3" fmla="*/ 10 h 11"/>
                <a:gd name="T4" fmla="*/ 0 w 7"/>
                <a:gd name="T5" fmla="*/ 8 h 11"/>
                <a:gd name="T6" fmla="*/ 0 w 7"/>
                <a:gd name="T7" fmla="*/ 4 h 11"/>
                <a:gd name="T8" fmla="*/ 7 w 7"/>
                <a:gd name="T9" fmla="*/ 0 h 11"/>
                <a:gd name="T10" fmla="*/ 7 w 7"/>
                <a:gd name="T11" fmla="*/ 4 h 11"/>
                <a:gd name="T12" fmla="*/ 4 w 7"/>
                <a:gd name="T1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4" y="9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2" y="11"/>
                    <a:pt x="0" y="10"/>
                    <a:pt x="0" y="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6"/>
                    <a:pt x="6" y="8"/>
                    <a:pt x="4" y="9"/>
                  </a:cubicBezTo>
                  <a:close/>
                </a:path>
              </a:pathLst>
            </a:custGeom>
            <a:solidFill>
              <a:srgbClr val="C484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" name="Rectangle 261">
              <a:extLst>
                <a:ext uri="{FF2B5EF4-FFF2-40B4-BE49-F238E27FC236}">
                  <a16:creationId xmlns:a16="http://schemas.microsoft.com/office/drawing/2014/main" id="{FD0672C2-C8B2-42D8-8508-84FC96AE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3" y="1762"/>
              <a:ext cx="4" cy="28"/>
            </a:xfrm>
            <a:prstGeom prst="rect">
              <a:avLst/>
            </a:prstGeom>
            <a:solidFill>
              <a:srgbClr val="C484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262">
              <a:extLst>
                <a:ext uri="{FF2B5EF4-FFF2-40B4-BE49-F238E27FC236}">
                  <a16:creationId xmlns:a16="http://schemas.microsoft.com/office/drawing/2014/main" id="{6B15D2DA-84E3-428B-978F-70198A82B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1786"/>
              <a:ext cx="20" cy="12"/>
            </a:xfrm>
            <a:custGeom>
              <a:avLst/>
              <a:gdLst>
                <a:gd name="T0" fmla="*/ 20 w 20"/>
                <a:gd name="T1" fmla="*/ 0 h 12"/>
                <a:gd name="T2" fmla="*/ 4 w 20"/>
                <a:gd name="T3" fmla="*/ 12 h 12"/>
                <a:gd name="T4" fmla="*/ 0 w 20"/>
                <a:gd name="T5" fmla="*/ 12 h 12"/>
                <a:gd name="T6" fmla="*/ 4 w 20"/>
                <a:gd name="T7" fmla="*/ 8 h 12"/>
                <a:gd name="T8" fmla="*/ 20 w 20"/>
                <a:gd name="T9" fmla="*/ 0 h 12"/>
                <a:gd name="T10" fmla="*/ 20 w 20"/>
                <a:gd name="T11" fmla="*/ 0 h 12"/>
                <a:gd name="T12" fmla="*/ 20 w 20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2">
                  <a:moveTo>
                    <a:pt x="20" y="0"/>
                  </a:moveTo>
                  <a:lnTo>
                    <a:pt x="4" y="12"/>
                  </a:lnTo>
                  <a:lnTo>
                    <a:pt x="0" y="12"/>
                  </a:lnTo>
                  <a:lnTo>
                    <a:pt x="4" y="8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C484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263">
              <a:extLst>
                <a:ext uri="{FF2B5EF4-FFF2-40B4-BE49-F238E27FC236}">
                  <a16:creationId xmlns:a16="http://schemas.microsoft.com/office/drawing/2014/main" id="{738E15F7-3856-4EE7-BE51-B885B63B1F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703"/>
              <a:ext cx="55" cy="75"/>
            </a:xfrm>
            <a:custGeom>
              <a:avLst/>
              <a:gdLst>
                <a:gd name="T0" fmla="*/ 13 w 14"/>
                <a:gd name="T1" fmla="*/ 12 h 19"/>
                <a:gd name="T2" fmla="*/ 0 w 14"/>
                <a:gd name="T3" fmla="*/ 19 h 19"/>
                <a:gd name="T4" fmla="*/ 0 w 14"/>
                <a:gd name="T5" fmla="*/ 19 h 19"/>
                <a:gd name="T6" fmla="*/ 0 w 14"/>
                <a:gd name="T7" fmla="*/ 18 h 19"/>
                <a:gd name="T8" fmla="*/ 6 w 14"/>
                <a:gd name="T9" fmla="*/ 1 h 19"/>
                <a:gd name="T10" fmla="*/ 8 w 14"/>
                <a:gd name="T11" fmla="*/ 0 h 19"/>
                <a:gd name="T12" fmla="*/ 14 w 14"/>
                <a:gd name="T13" fmla="*/ 10 h 19"/>
                <a:gd name="T14" fmla="*/ 14 w 14"/>
                <a:gd name="T15" fmla="*/ 11 h 19"/>
                <a:gd name="T16" fmla="*/ 13 w 14"/>
                <a:gd name="T17" fmla="*/ 12 h 19"/>
                <a:gd name="T18" fmla="*/ 7 w 14"/>
                <a:gd name="T19" fmla="*/ 1 h 19"/>
                <a:gd name="T20" fmla="*/ 0 w 14"/>
                <a:gd name="T21" fmla="*/ 18 h 19"/>
                <a:gd name="T22" fmla="*/ 14 w 14"/>
                <a:gd name="T23" fmla="*/ 10 h 19"/>
                <a:gd name="T24" fmla="*/ 7 w 14"/>
                <a:gd name="T25" fmla="*/ 1 h 19"/>
                <a:gd name="T26" fmla="*/ 7 w 14"/>
                <a:gd name="T27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9">
                  <a:moveTo>
                    <a:pt x="13" y="12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8"/>
                    <a:pt x="0" y="18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0"/>
                    <a:pt x="14" y="10"/>
                    <a:pt x="14" y="11"/>
                  </a:cubicBezTo>
                  <a:cubicBezTo>
                    <a:pt x="14" y="11"/>
                    <a:pt x="14" y="11"/>
                    <a:pt x="13" y="12"/>
                  </a:cubicBezTo>
                  <a:moveTo>
                    <a:pt x="7" y="1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</a:path>
              </a:pathLst>
            </a:custGeom>
            <a:solidFill>
              <a:srgbClr val="C484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264">
              <a:extLst>
                <a:ext uri="{FF2B5EF4-FFF2-40B4-BE49-F238E27FC236}">
                  <a16:creationId xmlns:a16="http://schemas.microsoft.com/office/drawing/2014/main" id="{838EC6E7-D576-40FD-9D76-F621440E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5" y="1719"/>
              <a:ext cx="4" cy="35"/>
            </a:xfrm>
            <a:custGeom>
              <a:avLst/>
              <a:gdLst>
                <a:gd name="T0" fmla="*/ 0 w 4"/>
                <a:gd name="T1" fmla="*/ 19 h 35"/>
                <a:gd name="T2" fmla="*/ 0 w 4"/>
                <a:gd name="T3" fmla="*/ 4 h 35"/>
                <a:gd name="T4" fmla="*/ 4 w 4"/>
                <a:gd name="T5" fmla="*/ 0 h 35"/>
                <a:gd name="T6" fmla="*/ 4 w 4"/>
                <a:gd name="T7" fmla="*/ 19 h 35"/>
                <a:gd name="T8" fmla="*/ 4 w 4"/>
                <a:gd name="T9" fmla="*/ 23 h 35"/>
                <a:gd name="T10" fmla="*/ 0 w 4"/>
                <a:gd name="T11" fmla="*/ 27 h 35"/>
                <a:gd name="T12" fmla="*/ 0 w 4"/>
                <a:gd name="T13" fmla="*/ 19 h 35"/>
                <a:gd name="T14" fmla="*/ 0 w 4"/>
                <a:gd name="T15" fmla="*/ 35 h 35"/>
                <a:gd name="T16" fmla="*/ 0 w 4"/>
                <a:gd name="T17" fmla="*/ 31 h 35"/>
                <a:gd name="T18" fmla="*/ 4 w 4"/>
                <a:gd name="T19" fmla="*/ 27 h 35"/>
                <a:gd name="T20" fmla="*/ 4 w 4"/>
                <a:gd name="T21" fmla="*/ 31 h 35"/>
                <a:gd name="T22" fmla="*/ 0 w 4"/>
                <a:gd name="T23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35">
                  <a:moveTo>
                    <a:pt x="0" y="19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4" y="19"/>
                  </a:lnTo>
                  <a:lnTo>
                    <a:pt x="4" y="23"/>
                  </a:lnTo>
                  <a:lnTo>
                    <a:pt x="0" y="27"/>
                  </a:lnTo>
                  <a:lnTo>
                    <a:pt x="0" y="19"/>
                  </a:lnTo>
                  <a:close/>
                  <a:moveTo>
                    <a:pt x="0" y="35"/>
                  </a:moveTo>
                  <a:lnTo>
                    <a:pt x="0" y="31"/>
                  </a:lnTo>
                  <a:lnTo>
                    <a:pt x="4" y="27"/>
                  </a:lnTo>
                  <a:lnTo>
                    <a:pt x="4" y="31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C484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265">
              <a:extLst>
                <a:ext uri="{FF2B5EF4-FFF2-40B4-BE49-F238E27FC236}">
                  <a16:creationId xmlns:a16="http://schemas.microsoft.com/office/drawing/2014/main" id="{538B57BB-E459-4C33-BCC1-C32C5B582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5" y="1603"/>
              <a:ext cx="96" cy="127"/>
            </a:xfrm>
            <a:custGeom>
              <a:avLst/>
              <a:gdLst>
                <a:gd name="T0" fmla="*/ 96 w 96"/>
                <a:gd name="T1" fmla="*/ 72 h 127"/>
                <a:gd name="T2" fmla="*/ 0 w 96"/>
                <a:gd name="T3" fmla="*/ 127 h 127"/>
                <a:gd name="T4" fmla="*/ 0 w 96"/>
                <a:gd name="T5" fmla="*/ 56 h 127"/>
                <a:gd name="T6" fmla="*/ 96 w 96"/>
                <a:gd name="T7" fmla="*/ 0 h 127"/>
                <a:gd name="T8" fmla="*/ 96 w 96"/>
                <a:gd name="T9" fmla="*/ 72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127">
                  <a:moveTo>
                    <a:pt x="96" y="72"/>
                  </a:moveTo>
                  <a:lnTo>
                    <a:pt x="0" y="127"/>
                  </a:lnTo>
                  <a:lnTo>
                    <a:pt x="0" y="56"/>
                  </a:lnTo>
                  <a:lnTo>
                    <a:pt x="96" y="0"/>
                  </a:lnTo>
                  <a:lnTo>
                    <a:pt x="96" y="72"/>
                  </a:lnTo>
                  <a:close/>
                </a:path>
              </a:pathLst>
            </a:custGeom>
            <a:solidFill>
              <a:srgbClr val="EC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Freeform 266">
              <a:extLst>
                <a:ext uri="{FF2B5EF4-FFF2-40B4-BE49-F238E27FC236}">
                  <a16:creationId xmlns:a16="http://schemas.microsoft.com/office/drawing/2014/main" id="{8B9F2792-6FC5-4A1A-9DE6-2B11EFFC3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5" y="1671"/>
              <a:ext cx="60" cy="36"/>
            </a:xfrm>
            <a:custGeom>
              <a:avLst/>
              <a:gdLst>
                <a:gd name="T0" fmla="*/ 56 w 60"/>
                <a:gd name="T1" fmla="*/ 4 h 36"/>
                <a:gd name="T2" fmla="*/ 4 w 60"/>
                <a:gd name="T3" fmla="*/ 36 h 36"/>
                <a:gd name="T4" fmla="*/ 0 w 60"/>
                <a:gd name="T5" fmla="*/ 36 h 36"/>
                <a:gd name="T6" fmla="*/ 4 w 60"/>
                <a:gd name="T7" fmla="*/ 32 h 36"/>
                <a:gd name="T8" fmla="*/ 56 w 60"/>
                <a:gd name="T9" fmla="*/ 0 h 36"/>
                <a:gd name="T10" fmla="*/ 60 w 60"/>
                <a:gd name="T11" fmla="*/ 0 h 36"/>
                <a:gd name="T12" fmla="*/ 56 w 60"/>
                <a:gd name="T13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36">
                  <a:moveTo>
                    <a:pt x="56" y="4"/>
                  </a:moveTo>
                  <a:lnTo>
                    <a:pt x="4" y="36"/>
                  </a:lnTo>
                  <a:lnTo>
                    <a:pt x="0" y="36"/>
                  </a:lnTo>
                  <a:lnTo>
                    <a:pt x="4" y="32"/>
                  </a:lnTo>
                  <a:lnTo>
                    <a:pt x="56" y="0"/>
                  </a:lnTo>
                  <a:lnTo>
                    <a:pt x="60" y="0"/>
                  </a:lnTo>
                  <a:lnTo>
                    <a:pt x="56" y="4"/>
                  </a:lnTo>
                  <a:close/>
                </a:path>
              </a:pathLst>
            </a:custGeom>
            <a:solidFill>
              <a:srgbClr val="744B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Freeform 267">
              <a:extLst>
                <a:ext uri="{FF2B5EF4-FFF2-40B4-BE49-F238E27FC236}">
                  <a16:creationId xmlns:a16="http://schemas.microsoft.com/office/drawing/2014/main" id="{6B47D49F-42CC-40C5-A81B-E149E4137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5" y="1659"/>
              <a:ext cx="60" cy="36"/>
            </a:xfrm>
            <a:custGeom>
              <a:avLst/>
              <a:gdLst>
                <a:gd name="T0" fmla="*/ 56 w 60"/>
                <a:gd name="T1" fmla="*/ 4 h 36"/>
                <a:gd name="T2" fmla="*/ 4 w 60"/>
                <a:gd name="T3" fmla="*/ 36 h 36"/>
                <a:gd name="T4" fmla="*/ 0 w 60"/>
                <a:gd name="T5" fmla="*/ 32 h 36"/>
                <a:gd name="T6" fmla="*/ 4 w 60"/>
                <a:gd name="T7" fmla="*/ 28 h 36"/>
                <a:gd name="T8" fmla="*/ 56 w 60"/>
                <a:gd name="T9" fmla="*/ 0 h 36"/>
                <a:gd name="T10" fmla="*/ 60 w 60"/>
                <a:gd name="T11" fmla="*/ 0 h 36"/>
                <a:gd name="T12" fmla="*/ 56 w 60"/>
                <a:gd name="T13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36">
                  <a:moveTo>
                    <a:pt x="56" y="4"/>
                  </a:moveTo>
                  <a:lnTo>
                    <a:pt x="4" y="36"/>
                  </a:lnTo>
                  <a:lnTo>
                    <a:pt x="0" y="32"/>
                  </a:lnTo>
                  <a:lnTo>
                    <a:pt x="4" y="28"/>
                  </a:lnTo>
                  <a:lnTo>
                    <a:pt x="56" y="0"/>
                  </a:lnTo>
                  <a:lnTo>
                    <a:pt x="60" y="0"/>
                  </a:lnTo>
                  <a:lnTo>
                    <a:pt x="56" y="4"/>
                  </a:lnTo>
                  <a:close/>
                </a:path>
              </a:pathLst>
            </a:custGeom>
            <a:solidFill>
              <a:srgbClr val="744B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268">
              <a:extLst>
                <a:ext uri="{FF2B5EF4-FFF2-40B4-BE49-F238E27FC236}">
                  <a16:creationId xmlns:a16="http://schemas.microsoft.com/office/drawing/2014/main" id="{92985219-5841-4035-A03F-423BB2BB1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5" y="1643"/>
              <a:ext cx="60" cy="36"/>
            </a:xfrm>
            <a:custGeom>
              <a:avLst/>
              <a:gdLst>
                <a:gd name="T0" fmla="*/ 56 w 60"/>
                <a:gd name="T1" fmla="*/ 4 h 36"/>
                <a:gd name="T2" fmla="*/ 4 w 60"/>
                <a:gd name="T3" fmla="*/ 36 h 36"/>
                <a:gd name="T4" fmla="*/ 0 w 60"/>
                <a:gd name="T5" fmla="*/ 36 h 36"/>
                <a:gd name="T6" fmla="*/ 4 w 60"/>
                <a:gd name="T7" fmla="*/ 32 h 36"/>
                <a:gd name="T8" fmla="*/ 56 w 60"/>
                <a:gd name="T9" fmla="*/ 0 h 36"/>
                <a:gd name="T10" fmla="*/ 60 w 60"/>
                <a:gd name="T11" fmla="*/ 4 h 36"/>
                <a:gd name="T12" fmla="*/ 56 w 60"/>
                <a:gd name="T13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36">
                  <a:moveTo>
                    <a:pt x="56" y="4"/>
                  </a:moveTo>
                  <a:lnTo>
                    <a:pt x="4" y="36"/>
                  </a:lnTo>
                  <a:lnTo>
                    <a:pt x="0" y="36"/>
                  </a:lnTo>
                  <a:lnTo>
                    <a:pt x="4" y="32"/>
                  </a:lnTo>
                  <a:lnTo>
                    <a:pt x="56" y="0"/>
                  </a:lnTo>
                  <a:lnTo>
                    <a:pt x="60" y="4"/>
                  </a:lnTo>
                  <a:lnTo>
                    <a:pt x="56" y="4"/>
                  </a:lnTo>
                  <a:close/>
                </a:path>
              </a:pathLst>
            </a:custGeom>
            <a:solidFill>
              <a:srgbClr val="744B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269">
              <a:extLst>
                <a:ext uri="{FF2B5EF4-FFF2-40B4-BE49-F238E27FC236}">
                  <a16:creationId xmlns:a16="http://schemas.microsoft.com/office/drawing/2014/main" id="{BF38D0EE-FC1F-48BB-88EC-ADD75369B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5" y="1631"/>
              <a:ext cx="60" cy="36"/>
            </a:xfrm>
            <a:custGeom>
              <a:avLst/>
              <a:gdLst>
                <a:gd name="T0" fmla="*/ 56 w 60"/>
                <a:gd name="T1" fmla="*/ 4 h 36"/>
                <a:gd name="T2" fmla="*/ 4 w 60"/>
                <a:gd name="T3" fmla="*/ 36 h 36"/>
                <a:gd name="T4" fmla="*/ 0 w 60"/>
                <a:gd name="T5" fmla="*/ 36 h 36"/>
                <a:gd name="T6" fmla="*/ 4 w 60"/>
                <a:gd name="T7" fmla="*/ 32 h 36"/>
                <a:gd name="T8" fmla="*/ 56 w 60"/>
                <a:gd name="T9" fmla="*/ 0 h 36"/>
                <a:gd name="T10" fmla="*/ 60 w 60"/>
                <a:gd name="T11" fmla="*/ 0 h 36"/>
                <a:gd name="T12" fmla="*/ 56 w 60"/>
                <a:gd name="T13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36">
                  <a:moveTo>
                    <a:pt x="56" y="4"/>
                  </a:moveTo>
                  <a:lnTo>
                    <a:pt x="4" y="36"/>
                  </a:lnTo>
                  <a:lnTo>
                    <a:pt x="0" y="36"/>
                  </a:lnTo>
                  <a:lnTo>
                    <a:pt x="4" y="32"/>
                  </a:lnTo>
                  <a:lnTo>
                    <a:pt x="56" y="0"/>
                  </a:lnTo>
                  <a:lnTo>
                    <a:pt x="60" y="0"/>
                  </a:lnTo>
                  <a:lnTo>
                    <a:pt x="56" y="4"/>
                  </a:lnTo>
                  <a:close/>
                </a:path>
              </a:pathLst>
            </a:custGeom>
            <a:solidFill>
              <a:srgbClr val="744B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270">
              <a:extLst>
                <a:ext uri="{FF2B5EF4-FFF2-40B4-BE49-F238E27FC236}">
                  <a16:creationId xmlns:a16="http://schemas.microsoft.com/office/drawing/2014/main" id="{827BE0BD-88CE-4F1D-BD1D-5D952BB44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1472"/>
              <a:ext cx="204" cy="103"/>
            </a:xfrm>
            <a:custGeom>
              <a:avLst/>
              <a:gdLst>
                <a:gd name="T0" fmla="*/ 0 w 51"/>
                <a:gd name="T1" fmla="*/ 12 h 26"/>
                <a:gd name="T2" fmla="*/ 33 w 51"/>
                <a:gd name="T3" fmla="*/ 0 h 26"/>
                <a:gd name="T4" fmla="*/ 50 w 51"/>
                <a:gd name="T5" fmla="*/ 2 h 26"/>
                <a:gd name="T6" fmla="*/ 43 w 51"/>
                <a:gd name="T7" fmla="*/ 10 h 26"/>
                <a:gd name="T8" fmla="*/ 33 w 51"/>
                <a:gd name="T9" fmla="*/ 10 h 26"/>
                <a:gd name="T10" fmla="*/ 29 w 51"/>
                <a:gd name="T11" fmla="*/ 15 h 26"/>
                <a:gd name="T12" fmla="*/ 26 w 51"/>
                <a:gd name="T13" fmla="*/ 22 h 26"/>
                <a:gd name="T14" fmla="*/ 21 w 51"/>
                <a:gd name="T15" fmla="*/ 26 h 26"/>
                <a:gd name="T16" fmla="*/ 0 w 51"/>
                <a:gd name="T17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26">
                  <a:moveTo>
                    <a:pt x="0" y="12"/>
                  </a:moveTo>
                  <a:cubicBezTo>
                    <a:pt x="0" y="12"/>
                    <a:pt x="11" y="2"/>
                    <a:pt x="33" y="0"/>
                  </a:cubicBezTo>
                  <a:cubicBezTo>
                    <a:pt x="41" y="0"/>
                    <a:pt x="48" y="1"/>
                    <a:pt x="50" y="2"/>
                  </a:cubicBezTo>
                  <a:cubicBezTo>
                    <a:pt x="51" y="3"/>
                    <a:pt x="50" y="10"/>
                    <a:pt x="43" y="10"/>
                  </a:cubicBezTo>
                  <a:cubicBezTo>
                    <a:pt x="37" y="10"/>
                    <a:pt x="34" y="8"/>
                    <a:pt x="33" y="10"/>
                  </a:cubicBezTo>
                  <a:cubicBezTo>
                    <a:pt x="31" y="12"/>
                    <a:pt x="31" y="13"/>
                    <a:pt x="29" y="15"/>
                  </a:cubicBezTo>
                  <a:cubicBezTo>
                    <a:pt x="28" y="17"/>
                    <a:pt x="27" y="21"/>
                    <a:pt x="26" y="22"/>
                  </a:cubicBezTo>
                  <a:cubicBezTo>
                    <a:pt x="26" y="22"/>
                    <a:pt x="22" y="26"/>
                    <a:pt x="21" y="26"/>
                  </a:cubicBezTo>
                  <a:cubicBezTo>
                    <a:pt x="20" y="26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CC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271">
              <a:extLst>
                <a:ext uri="{FF2B5EF4-FFF2-40B4-BE49-F238E27FC236}">
                  <a16:creationId xmlns:a16="http://schemas.microsoft.com/office/drawing/2014/main" id="{9EFB5957-4D86-4E75-BEBA-ED92B894E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1559"/>
              <a:ext cx="203" cy="299"/>
            </a:xfrm>
            <a:custGeom>
              <a:avLst/>
              <a:gdLst>
                <a:gd name="T0" fmla="*/ 51 w 51"/>
                <a:gd name="T1" fmla="*/ 41 h 75"/>
                <a:gd name="T2" fmla="*/ 37 w 51"/>
                <a:gd name="T3" fmla="*/ 55 h 75"/>
                <a:gd name="T4" fmla="*/ 26 w 51"/>
                <a:gd name="T5" fmla="*/ 57 h 75"/>
                <a:gd name="T6" fmla="*/ 15 w 51"/>
                <a:gd name="T7" fmla="*/ 69 h 75"/>
                <a:gd name="T8" fmla="*/ 11 w 51"/>
                <a:gd name="T9" fmla="*/ 75 h 75"/>
                <a:gd name="T10" fmla="*/ 0 w 51"/>
                <a:gd name="T11" fmla="*/ 57 h 75"/>
                <a:gd name="T12" fmla="*/ 5 w 51"/>
                <a:gd name="T13" fmla="*/ 51 h 75"/>
                <a:gd name="T14" fmla="*/ 11 w 51"/>
                <a:gd name="T15" fmla="*/ 40 h 75"/>
                <a:gd name="T16" fmla="*/ 16 w 51"/>
                <a:gd name="T17" fmla="*/ 12 h 75"/>
                <a:gd name="T18" fmla="*/ 30 w 51"/>
                <a:gd name="T19" fmla="*/ 1 h 75"/>
                <a:gd name="T20" fmla="*/ 30 w 51"/>
                <a:gd name="T21" fmla="*/ 10 h 75"/>
                <a:gd name="T22" fmla="*/ 24 w 51"/>
                <a:gd name="T23" fmla="*/ 17 h 75"/>
                <a:gd name="T24" fmla="*/ 26 w 51"/>
                <a:gd name="T25" fmla="*/ 26 h 75"/>
                <a:gd name="T26" fmla="*/ 36 w 51"/>
                <a:gd name="T27" fmla="*/ 21 h 75"/>
                <a:gd name="T28" fmla="*/ 34 w 51"/>
                <a:gd name="T29" fmla="*/ 9 h 75"/>
                <a:gd name="T30" fmla="*/ 34 w 51"/>
                <a:gd name="T31" fmla="*/ 7 h 75"/>
                <a:gd name="T32" fmla="*/ 46 w 51"/>
                <a:gd name="T33" fmla="*/ 17 h 75"/>
                <a:gd name="T34" fmla="*/ 48 w 51"/>
                <a:gd name="T35" fmla="*/ 25 h 75"/>
                <a:gd name="T36" fmla="*/ 51 w 51"/>
                <a:gd name="T37" fmla="*/ 33 h 75"/>
                <a:gd name="T38" fmla="*/ 51 w 51"/>
                <a:gd name="T39" fmla="*/ 4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1" h="75">
                  <a:moveTo>
                    <a:pt x="51" y="41"/>
                  </a:moveTo>
                  <a:cubicBezTo>
                    <a:pt x="51" y="44"/>
                    <a:pt x="41" y="52"/>
                    <a:pt x="37" y="55"/>
                  </a:cubicBezTo>
                  <a:cubicBezTo>
                    <a:pt x="34" y="57"/>
                    <a:pt x="31" y="55"/>
                    <a:pt x="26" y="57"/>
                  </a:cubicBezTo>
                  <a:cubicBezTo>
                    <a:pt x="24" y="58"/>
                    <a:pt x="19" y="64"/>
                    <a:pt x="15" y="69"/>
                  </a:cubicBezTo>
                  <a:cubicBezTo>
                    <a:pt x="13" y="73"/>
                    <a:pt x="11" y="75"/>
                    <a:pt x="11" y="75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3" y="54"/>
                    <a:pt x="5" y="51"/>
                  </a:cubicBezTo>
                  <a:cubicBezTo>
                    <a:pt x="8" y="47"/>
                    <a:pt x="11" y="42"/>
                    <a:pt x="11" y="40"/>
                  </a:cubicBezTo>
                  <a:cubicBezTo>
                    <a:pt x="11" y="34"/>
                    <a:pt x="15" y="15"/>
                    <a:pt x="16" y="12"/>
                  </a:cubicBezTo>
                  <a:cubicBezTo>
                    <a:pt x="17" y="10"/>
                    <a:pt x="27" y="2"/>
                    <a:pt x="30" y="1"/>
                  </a:cubicBezTo>
                  <a:cubicBezTo>
                    <a:pt x="33" y="0"/>
                    <a:pt x="33" y="6"/>
                    <a:pt x="30" y="10"/>
                  </a:cubicBezTo>
                  <a:cubicBezTo>
                    <a:pt x="27" y="15"/>
                    <a:pt x="24" y="15"/>
                    <a:pt x="24" y="17"/>
                  </a:cubicBezTo>
                  <a:cubicBezTo>
                    <a:pt x="24" y="20"/>
                    <a:pt x="26" y="25"/>
                    <a:pt x="26" y="26"/>
                  </a:cubicBezTo>
                  <a:cubicBezTo>
                    <a:pt x="27" y="28"/>
                    <a:pt x="35" y="25"/>
                    <a:pt x="36" y="21"/>
                  </a:cubicBezTo>
                  <a:cubicBezTo>
                    <a:pt x="37" y="17"/>
                    <a:pt x="34" y="9"/>
                    <a:pt x="34" y="9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43" y="8"/>
                    <a:pt x="46" y="17"/>
                  </a:cubicBezTo>
                  <a:cubicBezTo>
                    <a:pt x="48" y="20"/>
                    <a:pt x="48" y="20"/>
                    <a:pt x="48" y="25"/>
                  </a:cubicBezTo>
                  <a:cubicBezTo>
                    <a:pt x="49" y="27"/>
                    <a:pt x="51" y="27"/>
                    <a:pt x="51" y="33"/>
                  </a:cubicBezTo>
                  <a:cubicBezTo>
                    <a:pt x="51" y="35"/>
                    <a:pt x="51" y="38"/>
                    <a:pt x="51" y="41"/>
                  </a:cubicBezTo>
                </a:path>
              </a:pathLst>
            </a:custGeom>
            <a:solidFill>
              <a:srgbClr val="FCC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272">
              <a:extLst>
                <a:ext uri="{FF2B5EF4-FFF2-40B4-BE49-F238E27FC236}">
                  <a16:creationId xmlns:a16="http://schemas.microsoft.com/office/drawing/2014/main" id="{EF4DB563-7FA5-4F72-B2E8-0F711DBE4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1372"/>
              <a:ext cx="243" cy="609"/>
            </a:xfrm>
            <a:custGeom>
              <a:avLst/>
              <a:gdLst>
                <a:gd name="T0" fmla="*/ 9 w 61"/>
                <a:gd name="T1" fmla="*/ 54 h 153"/>
                <a:gd name="T2" fmla="*/ 19 w 61"/>
                <a:gd name="T3" fmla="*/ 19 h 153"/>
                <a:gd name="T4" fmla="*/ 29 w 61"/>
                <a:gd name="T5" fmla="*/ 9 h 153"/>
                <a:gd name="T6" fmla="*/ 60 w 61"/>
                <a:gd name="T7" fmla="*/ 12 h 153"/>
                <a:gd name="T8" fmla="*/ 60 w 61"/>
                <a:gd name="T9" fmla="*/ 13 h 153"/>
                <a:gd name="T10" fmla="*/ 59 w 61"/>
                <a:gd name="T11" fmla="*/ 34 h 153"/>
                <a:gd name="T12" fmla="*/ 46 w 61"/>
                <a:gd name="T13" fmla="*/ 122 h 153"/>
                <a:gd name="T14" fmla="*/ 26 w 61"/>
                <a:gd name="T15" fmla="*/ 152 h 153"/>
                <a:gd name="T16" fmla="*/ 5 w 61"/>
                <a:gd name="T17" fmla="*/ 113 h 153"/>
                <a:gd name="T18" fmla="*/ 9 w 61"/>
                <a:gd name="T19" fmla="*/ 5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153">
                  <a:moveTo>
                    <a:pt x="9" y="54"/>
                  </a:moveTo>
                  <a:cubicBezTo>
                    <a:pt x="9" y="42"/>
                    <a:pt x="12" y="30"/>
                    <a:pt x="19" y="19"/>
                  </a:cubicBezTo>
                  <a:cubicBezTo>
                    <a:pt x="22" y="15"/>
                    <a:pt x="25" y="12"/>
                    <a:pt x="29" y="9"/>
                  </a:cubicBezTo>
                  <a:cubicBezTo>
                    <a:pt x="41" y="0"/>
                    <a:pt x="59" y="10"/>
                    <a:pt x="60" y="12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61" y="13"/>
                    <a:pt x="61" y="12"/>
                    <a:pt x="59" y="34"/>
                  </a:cubicBezTo>
                  <a:cubicBezTo>
                    <a:pt x="57" y="62"/>
                    <a:pt x="47" y="121"/>
                    <a:pt x="46" y="122"/>
                  </a:cubicBezTo>
                  <a:cubicBezTo>
                    <a:pt x="46" y="123"/>
                    <a:pt x="38" y="150"/>
                    <a:pt x="26" y="152"/>
                  </a:cubicBezTo>
                  <a:cubicBezTo>
                    <a:pt x="14" y="153"/>
                    <a:pt x="0" y="150"/>
                    <a:pt x="5" y="113"/>
                  </a:cubicBezTo>
                  <a:cubicBezTo>
                    <a:pt x="7" y="89"/>
                    <a:pt x="8" y="67"/>
                    <a:pt x="9" y="54"/>
                  </a:cubicBezTo>
                </a:path>
              </a:pathLst>
            </a:custGeom>
            <a:solidFill>
              <a:srgbClr val="512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274">
              <a:extLst>
                <a:ext uri="{FF2B5EF4-FFF2-40B4-BE49-F238E27FC236}">
                  <a16:creationId xmlns:a16="http://schemas.microsoft.com/office/drawing/2014/main" id="{BE8AD102-6CCD-49B2-828A-146CF1DCC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" y="1380"/>
              <a:ext cx="538" cy="1020"/>
            </a:xfrm>
            <a:custGeom>
              <a:avLst/>
              <a:gdLst>
                <a:gd name="T0" fmla="*/ 125 w 135"/>
                <a:gd name="T1" fmla="*/ 205 h 256"/>
                <a:gd name="T2" fmla="*/ 131 w 135"/>
                <a:gd name="T3" fmla="*/ 245 h 256"/>
                <a:gd name="T4" fmla="*/ 117 w 135"/>
                <a:gd name="T5" fmla="*/ 254 h 256"/>
                <a:gd name="T6" fmla="*/ 97 w 135"/>
                <a:gd name="T7" fmla="*/ 255 h 256"/>
                <a:gd name="T8" fmla="*/ 40 w 135"/>
                <a:gd name="T9" fmla="*/ 240 h 256"/>
                <a:gd name="T10" fmla="*/ 11 w 135"/>
                <a:gd name="T11" fmla="*/ 220 h 256"/>
                <a:gd name="T12" fmla="*/ 5 w 135"/>
                <a:gd name="T13" fmla="*/ 206 h 256"/>
                <a:gd name="T14" fmla="*/ 13 w 135"/>
                <a:gd name="T15" fmla="*/ 180 h 256"/>
                <a:gd name="T16" fmla="*/ 2 w 135"/>
                <a:gd name="T17" fmla="*/ 42 h 256"/>
                <a:gd name="T18" fmla="*/ 24 w 135"/>
                <a:gd name="T19" fmla="*/ 4 h 256"/>
                <a:gd name="T20" fmla="*/ 43 w 135"/>
                <a:gd name="T21" fmla="*/ 2 h 256"/>
                <a:gd name="T22" fmla="*/ 65 w 135"/>
                <a:gd name="T23" fmla="*/ 7 h 256"/>
                <a:gd name="T24" fmla="*/ 98 w 135"/>
                <a:gd name="T25" fmla="*/ 24 h 256"/>
                <a:gd name="T26" fmla="*/ 131 w 135"/>
                <a:gd name="T27" fmla="*/ 48 h 256"/>
                <a:gd name="T28" fmla="*/ 134 w 135"/>
                <a:gd name="T29" fmla="*/ 67 h 256"/>
                <a:gd name="T30" fmla="*/ 131 w 135"/>
                <a:gd name="T31" fmla="*/ 119 h 256"/>
                <a:gd name="T32" fmla="*/ 125 w 135"/>
                <a:gd name="T33" fmla="*/ 205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256">
                  <a:moveTo>
                    <a:pt x="125" y="205"/>
                  </a:moveTo>
                  <a:cubicBezTo>
                    <a:pt x="125" y="209"/>
                    <a:pt x="131" y="245"/>
                    <a:pt x="131" y="245"/>
                  </a:cubicBezTo>
                  <a:cubicBezTo>
                    <a:pt x="131" y="245"/>
                    <a:pt x="124" y="251"/>
                    <a:pt x="117" y="254"/>
                  </a:cubicBezTo>
                  <a:cubicBezTo>
                    <a:pt x="114" y="256"/>
                    <a:pt x="107" y="256"/>
                    <a:pt x="97" y="255"/>
                  </a:cubicBezTo>
                  <a:cubicBezTo>
                    <a:pt x="80" y="254"/>
                    <a:pt x="56" y="250"/>
                    <a:pt x="40" y="240"/>
                  </a:cubicBezTo>
                  <a:cubicBezTo>
                    <a:pt x="26" y="232"/>
                    <a:pt x="16" y="225"/>
                    <a:pt x="11" y="220"/>
                  </a:cubicBezTo>
                  <a:cubicBezTo>
                    <a:pt x="6" y="216"/>
                    <a:pt x="4" y="211"/>
                    <a:pt x="5" y="206"/>
                  </a:cubicBezTo>
                  <a:cubicBezTo>
                    <a:pt x="7" y="191"/>
                    <a:pt x="11" y="186"/>
                    <a:pt x="13" y="180"/>
                  </a:cubicBezTo>
                  <a:cubicBezTo>
                    <a:pt x="16" y="167"/>
                    <a:pt x="0" y="100"/>
                    <a:pt x="2" y="42"/>
                  </a:cubicBezTo>
                  <a:cubicBezTo>
                    <a:pt x="3" y="35"/>
                    <a:pt x="12" y="8"/>
                    <a:pt x="24" y="4"/>
                  </a:cubicBezTo>
                  <a:cubicBezTo>
                    <a:pt x="35" y="0"/>
                    <a:pt x="43" y="2"/>
                    <a:pt x="43" y="2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7"/>
                    <a:pt x="86" y="17"/>
                    <a:pt x="98" y="24"/>
                  </a:cubicBezTo>
                  <a:cubicBezTo>
                    <a:pt x="115" y="34"/>
                    <a:pt x="131" y="48"/>
                    <a:pt x="131" y="48"/>
                  </a:cubicBezTo>
                  <a:cubicBezTo>
                    <a:pt x="131" y="48"/>
                    <a:pt x="133" y="56"/>
                    <a:pt x="134" y="67"/>
                  </a:cubicBezTo>
                  <a:cubicBezTo>
                    <a:pt x="135" y="81"/>
                    <a:pt x="135" y="101"/>
                    <a:pt x="131" y="119"/>
                  </a:cubicBezTo>
                  <a:cubicBezTo>
                    <a:pt x="122" y="152"/>
                    <a:pt x="124" y="201"/>
                    <a:pt x="125" y="205"/>
                  </a:cubicBezTo>
                </a:path>
              </a:pathLst>
            </a:custGeom>
            <a:solidFill>
              <a:srgbClr val="703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275">
              <a:extLst>
                <a:ext uri="{FF2B5EF4-FFF2-40B4-BE49-F238E27FC236}">
                  <a16:creationId xmlns:a16="http://schemas.microsoft.com/office/drawing/2014/main" id="{83580681-ED1D-449C-9B39-AA402A88A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" y="1233"/>
              <a:ext cx="183" cy="266"/>
            </a:xfrm>
            <a:custGeom>
              <a:avLst/>
              <a:gdLst>
                <a:gd name="T0" fmla="*/ 45 w 46"/>
                <a:gd name="T1" fmla="*/ 26 h 67"/>
                <a:gd name="T2" fmla="*/ 45 w 46"/>
                <a:gd name="T3" fmla="*/ 29 h 67"/>
                <a:gd name="T4" fmla="*/ 43 w 46"/>
                <a:gd name="T5" fmla="*/ 52 h 67"/>
                <a:gd name="T6" fmla="*/ 43 w 46"/>
                <a:gd name="T7" fmla="*/ 55 h 67"/>
                <a:gd name="T8" fmla="*/ 43 w 46"/>
                <a:gd name="T9" fmla="*/ 58 h 67"/>
                <a:gd name="T10" fmla="*/ 39 w 46"/>
                <a:gd name="T11" fmla="*/ 63 h 67"/>
                <a:gd name="T12" fmla="*/ 19 w 46"/>
                <a:gd name="T13" fmla="*/ 66 h 67"/>
                <a:gd name="T14" fmla="*/ 2 w 46"/>
                <a:gd name="T15" fmla="*/ 53 h 67"/>
                <a:gd name="T16" fmla="*/ 2 w 46"/>
                <a:gd name="T17" fmla="*/ 52 h 67"/>
                <a:gd name="T18" fmla="*/ 2 w 46"/>
                <a:gd name="T19" fmla="*/ 51 h 67"/>
                <a:gd name="T20" fmla="*/ 2 w 46"/>
                <a:gd name="T21" fmla="*/ 46 h 67"/>
                <a:gd name="T22" fmla="*/ 3 w 46"/>
                <a:gd name="T23" fmla="*/ 29 h 67"/>
                <a:gd name="T24" fmla="*/ 17 w 46"/>
                <a:gd name="T25" fmla="*/ 1 h 67"/>
                <a:gd name="T26" fmla="*/ 45 w 46"/>
                <a:gd name="T27" fmla="*/ 2 h 67"/>
                <a:gd name="T28" fmla="*/ 45 w 46"/>
                <a:gd name="T29" fmla="*/ 2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" h="67">
                  <a:moveTo>
                    <a:pt x="45" y="26"/>
                  </a:moveTo>
                  <a:cubicBezTo>
                    <a:pt x="45" y="28"/>
                    <a:pt x="45" y="29"/>
                    <a:pt x="45" y="29"/>
                  </a:cubicBezTo>
                  <a:cubicBezTo>
                    <a:pt x="44" y="31"/>
                    <a:pt x="43" y="43"/>
                    <a:pt x="43" y="52"/>
                  </a:cubicBezTo>
                  <a:cubicBezTo>
                    <a:pt x="43" y="53"/>
                    <a:pt x="43" y="54"/>
                    <a:pt x="43" y="55"/>
                  </a:cubicBezTo>
                  <a:cubicBezTo>
                    <a:pt x="43" y="56"/>
                    <a:pt x="43" y="57"/>
                    <a:pt x="43" y="58"/>
                  </a:cubicBezTo>
                  <a:cubicBezTo>
                    <a:pt x="43" y="60"/>
                    <a:pt x="41" y="62"/>
                    <a:pt x="39" y="63"/>
                  </a:cubicBezTo>
                  <a:cubicBezTo>
                    <a:pt x="35" y="65"/>
                    <a:pt x="30" y="67"/>
                    <a:pt x="19" y="66"/>
                  </a:cubicBezTo>
                  <a:cubicBezTo>
                    <a:pt x="14" y="66"/>
                    <a:pt x="0" y="58"/>
                    <a:pt x="2" y="53"/>
                  </a:cubicBezTo>
                  <a:cubicBezTo>
                    <a:pt x="2" y="53"/>
                    <a:pt x="2" y="52"/>
                    <a:pt x="2" y="52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0"/>
                    <a:pt x="2" y="48"/>
                    <a:pt x="2" y="46"/>
                  </a:cubicBezTo>
                  <a:cubicBezTo>
                    <a:pt x="3" y="39"/>
                    <a:pt x="3" y="29"/>
                    <a:pt x="3" y="29"/>
                  </a:cubicBezTo>
                  <a:cubicBezTo>
                    <a:pt x="3" y="29"/>
                    <a:pt x="17" y="2"/>
                    <a:pt x="17" y="1"/>
                  </a:cubicBezTo>
                  <a:cubicBezTo>
                    <a:pt x="18" y="0"/>
                    <a:pt x="45" y="2"/>
                    <a:pt x="45" y="2"/>
                  </a:cubicBezTo>
                  <a:cubicBezTo>
                    <a:pt x="46" y="2"/>
                    <a:pt x="46" y="19"/>
                    <a:pt x="45" y="26"/>
                  </a:cubicBezTo>
                </a:path>
              </a:pathLst>
            </a:custGeom>
            <a:solidFill>
              <a:srgbClr val="FFD5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276">
              <a:extLst>
                <a:ext uri="{FF2B5EF4-FFF2-40B4-BE49-F238E27FC236}">
                  <a16:creationId xmlns:a16="http://schemas.microsoft.com/office/drawing/2014/main" id="{37803C7F-7391-4557-8F6B-189084B3F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384"/>
              <a:ext cx="4" cy="4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7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277">
              <a:extLst>
                <a:ext uri="{FF2B5EF4-FFF2-40B4-BE49-F238E27FC236}">
                  <a16:creationId xmlns:a16="http://schemas.microsoft.com/office/drawing/2014/main" id="{523612D8-8B3F-464E-9C4C-5FAAB2782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1272"/>
              <a:ext cx="159" cy="168"/>
            </a:xfrm>
            <a:custGeom>
              <a:avLst/>
              <a:gdLst>
                <a:gd name="T0" fmla="*/ 32 w 40"/>
                <a:gd name="T1" fmla="*/ 0 h 42"/>
                <a:gd name="T2" fmla="*/ 30 w 40"/>
                <a:gd name="T3" fmla="*/ 2 h 42"/>
                <a:gd name="T4" fmla="*/ 10 w 40"/>
                <a:gd name="T5" fmla="*/ 26 h 42"/>
                <a:gd name="T6" fmla="*/ 9 w 40"/>
                <a:gd name="T7" fmla="*/ 27 h 42"/>
                <a:gd name="T8" fmla="*/ 1 w 40"/>
                <a:gd name="T9" fmla="*/ 29 h 42"/>
                <a:gd name="T10" fmla="*/ 0 w 40"/>
                <a:gd name="T11" fmla="*/ 28 h 42"/>
                <a:gd name="T12" fmla="*/ 0 w 40"/>
                <a:gd name="T13" fmla="*/ 29 h 42"/>
                <a:gd name="T14" fmla="*/ 8 w 40"/>
                <a:gd name="T15" fmla="*/ 31 h 42"/>
                <a:gd name="T16" fmla="*/ 18 w 40"/>
                <a:gd name="T17" fmla="*/ 29 h 42"/>
                <a:gd name="T18" fmla="*/ 20 w 40"/>
                <a:gd name="T19" fmla="*/ 28 h 42"/>
                <a:gd name="T20" fmla="*/ 30 w 40"/>
                <a:gd name="T21" fmla="*/ 35 h 42"/>
                <a:gd name="T22" fmla="*/ 39 w 40"/>
                <a:gd name="T23" fmla="*/ 42 h 42"/>
                <a:gd name="T24" fmla="*/ 40 w 40"/>
                <a:gd name="T25" fmla="*/ 42 h 42"/>
                <a:gd name="T26" fmla="*/ 40 w 40"/>
                <a:gd name="T27" fmla="*/ 28 h 42"/>
                <a:gd name="T28" fmla="*/ 38 w 40"/>
                <a:gd name="T29" fmla="*/ 22 h 42"/>
                <a:gd name="T30" fmla="*/ 37 w 40"/>
                <a:gd name="T31" fmla="*/ 6 h 42"/>
                <a:gd name="T32" fmla="*/ 32 w 40"/>
                <a:gd name="T3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" h="42">
                  <a:moveTo>
                    <a:pt x="32" y="0"/>
                  </a:moveTo>
                  <a:cubicBezTo>
                    <a:pt x="32" y="1"/>
                    <a:pt x="31" y="1"/>
                    <a:pt x="30" y="2"/>
                  </a:cubicBezTo>
                  <a:cubicBezTo>
                    <a:pt x="21" y="11"/>
                    <a:pt x="26" y="19"/>
                    <a:pt x="10" y="26"/>
                  </a:cubicBezTo>
                  <a:cubicBezTo>
                    <a:pt x="10" y="26"/>
                    <a:pt x="9" y="27"/>
                    <a:pt x="9" y="27"/>
                  </a:cubicBezTo>
                  <a:cubicBezTo>
                    <a:pt x="6" y="28"/>
                    <a:pt x="3" y="29"/>
                    <a:pt x="1" y="29"/>
                  </a:cubicBezTo>
                  <a:cubicBezTo>
                    <a:pt x="1" y="29"/>
                    <a:pt x="0" y="29"/>
                    <a:pt x="0" y="2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" y="30"/>
                    <a:pt x="4" y="31"/>
                    <a:pt x="8" y="31"/>
                  </a:cubicBezTo>
                  <a:cubicBezTo>
                    <a:pt x="10" y="31"/>
                    <a:pt x="14" y="30"/>
                    <a:pt x="18" y="29"/>
                  </a:cubicBezTo>
                  <a:cubicBezTo>
                    <a:pt x="19" y="28"/>
                    <a:pt x="20" y="28"/>
                    <a:pt x="20" y="28"/>
                  </a:cubicBezTo>
                  <a:cubicBezTo>
                    <a:pt x="23" y="28"/>
                    <a:pt x="27" y="32"/>
                    <a:pt x="30" y="35"/>
                  </a:cubicBezTo>
                  <a:cubicBezTo>
                    <a:pt x="33" y="38"/>
                    <a:pt x="36" y="42"/>
                    <a:pt x="39" y="42"/>
                  </a:cubicBezTo>
                  <a:cubicBezTo>
                    <a:pt x="39" y="42"/>
                    <a:pt x="40" y="42"/>
                    <a:pt x="40" y="42"/>
                  </a:cubicBezTo>
                  <a:cubicBezTo>
                    <a:pt x="40" y="37"/>
                    <a:pt x="40" y="32"/>
                    <a:pt x="40" y="28"/>
                  </a:cubicBezTo>
                  <a:cubicBezTo>
                    <a:pt x="39" y="27"/>
                    <a:pt x="38" y="25"/>
                    <a:pt x="38" y="22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5" y="5"/>
                    <a:pt x="33" y="3"/>
                    <a:pt x="32" y="0"/>
                  </a:cubicBezTo>
                </a:path>
              </a:pathLst>
            </a:custGeom>
            <a:solidFill>
              <a:srgbClr val="F7BD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278">
              <a:extLst>
                <a:ext uri="{FF2B5EF4-FFF2-40B4-BE49-F238E27FC236}">
                  <a16:creationId xmlns:a16="http://schemas.microsoft.com/office/drawing/2014/main" id="{F13D91F4-CFB4-4FC9-ACBB-A5D82D2FD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" y="1009"/>
              <a:ext cx="331" cy="395"/>
            </a:xfrm>
            <a:custGeom>
              <a:avLst/>
              <a:gdLst>
                <a:gd name="T0" fmla="*/ 44 w 83"/>
                <a:gd name="T1" fmla="*/ 1 h 99"/>
                <a:gd name="T2" fmla="*/ 27 w 83"/>
                <a:gd name="T3" fmla="*/ 0 h 99"/>
                <a:gd name="T4" fmla="*/ 1 w 83"/>
                <a:gd name="T5" fmla="*/ 24 h 99"/>
                <a:gd name="T6" fmla="*/ 14 w 83"/>
                <a:gd name="T7" fmla="*/ 65 h 99"/>
                <a:gd name="T8" fmla="*/ 45 w 83"/>
                <a:gd name="T9" fmla="*/ 62 h 99"/>
                <a:gd name="T10" fmla="*/ 46 w 83"/>
                <a:gd name="T11" fmla="*/ 88 h 99"/>
                <a:gd name="T12" fmla="*/ 63 w 83"/>
                <a:gd name="T13" fmla="*/ 98 h 99"/>
                <a:gd name="T14" fmla="*/ 74 w 83"/>
                <a:gd name="T15" fmla="*/ 95 h 99"/>
                <a:gd name="T16" fmla="*/ 80 w 83"/>
                <a:gd name="T17" fmla="*/ 56 h 99"/>
                <a:gd name="T18" fmla="*/ 77 w 83"/>
                <a:gd name="T19" fmla="*/ 23 h 99"/>
                <a:gd name="T20" fmla="*/ 61 w 83"/>
                <a:gd name="T21" fmla="*/ 6 h 99"/>
                <a:gd name="T22" fmla="*/ 44 w 83"/>
                <a:gd name="T23" fmla="*/ 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3" h="99">
                  <a:moveTo>
                    <a:pt x="44" y="1"/>
                  </a:moveTo>
                  <a:cubicBezTo>
                    <a:pt x="43" y="0"/>
                    <a:pt x="27" y="0"/>
                    <a:pt x="27" y="0"/>
                  </a:cubicBezTo>
                  <a:cubicBezTo>
                    <a:pt x="27" y="0"/>
                    <a:pt x="1" y="22"/>
                    <a:pt x="1" y="24"/>
                  </a:cubicBezTo>
                  <a:cubicBezTo>
                    <a:pt x="0" y="25"/>
                    <a:pt x="11" y="65"/>
                    <a:pt x="14" y="65"/>
                  </a:cubicBezTo>
                  <a:cubicBezTo>
                    <a:pt x="16" y="65"/>
                    <a:pt x="45" y="62"/>
                    <a:pt x="45" y="62"/>
                  </a:cubicBezTo>
                  <a:cubicBezTo>
                    <a:pt x="46" y="88"/>
                    <a:pt x="46" y="88"/>
                    <a:pt x="46" y="88"/>
                  </a:cubicBezTo>
                  <a:cubicBezTo>
                    <a:pt x="48" y="97"/>
                    <a:pt x="56" y="99"/>
                    <a:pt x="63" y="98"/>
                  </a:cubicBezTo>
                  <a:cubicBezTo>
                    <a:pt x="66" y="98"/>
                    <a:pt x="73" y="97"/>
                    <a:pt x="74" y="95"/>
                  </a:cubicBezTo>
                  <a:cubicBezTo>
                    <a:pt x="76" y="86"/>
                    <a:pt x="83" y="69"/>
                    <a:pt x="80" y="56"/>
                  </a:cubicBezTo>
                  <a:cubicBezTo>
                    <a:pt x="78" y="50"/>
                    <a:pt x="75" y="42"/>
                    <a:pt x="77" y="23"/>
                  </a:cubicBezTo>
                  <a:cubicBezTo>
                    <a:pt x="77" y="23"/>
                    <a:pt x="78" y="7"/>
                    <a:pt x="61" y="6"/>
                  </a:cubicBezTo>
                  <a:cubicBezTo>
                    <a:pt x="44" y="4"/>
                    <a:pt x="44" y="1"/>
                    <a:pt x="44" y="1"/>
                  </a:cubicBezTo>
                </a:path>
              </a:pathLst>
            </a:custGeom>
            <a:solidFill>
              <a:srgbClr val="FFD5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279">
              <a:extLst>
                <a:ext uri="{FF2B5EF4-FFF2-40B4-BE49-F238E27FC236}">
                  <a16:creationId xmlns:a16="http://schemas.microsoft.com/office/drawing/2014/main" id="{F14F6639-1A56-4559-BED9-ED6B5D47D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" y="906"/>
              <a:ext cx="371" cy="494"/>
            </a:xfrm>
            <a:custGeom>
              <a:avLst/>
              <a:gdLst>
                <a:gd name="T0" fmla="*/ 76 w 93"/>
                <a:gd name="T1" fmla="*/ 64 h 124"/>
                <a:gd name="T2" fmla="*/ 73 w 93"/>
                <a:gd name="T3" fmla="*/ 78 h 124"/>
                <a:gd name="T4" fmla="*/ 73 w 93"/>
                <a:gd name="T5" fmla="*/ 90 h 124"/>
                <a:gd name="T6" fmla="*/ 69 w 93"/>
                <a:gd name="T7" fmla="*/ 92 h 124"/>
                <a:gd name="T8" fmla="*/ 53 w 93"/>
                <a:gd name="T9" fmla="*/ 94 h 124"/>
                <a:gd name="T10" fmla="*/ 33 w 93"/>
                <a:gd name="T11" fmla="*/ 118 h 124"/>
                <a:gd name="T12" fmla="*/ 32 w 93"/>
                <a:gd name="T13" fmla="*/ 119 h 124"/>
                <a:gd name="T14" fmla="*/ 19 w 93"/>
                <a:gd name="T15" fmla="*/ 115 h 124"/>
                <a:gd name="T16" fmla="*/ 3 w 93"/>
                <a:gd name="T17" fmla="*/ 79 h 124"/>
                <a:gd name="T18" fmla="*/ 1 w 93"/>
                <a:gd name="T19" fmla="*/ 73 h 124"/>
                <a:gd name="T20" fmla="*/ 0 w 93"/>
                <a:gd name="T21" fmla="*/ 61 h 124"/>
                <a:gd name="T22" fmla="*/ 20 w 93"/>
                <a:gd name="T23" fmla="*/ 19 h 124"/>
                <a:gd name="T24" fmla="*/ 73 w 93"/>
                <a:gd name="T25" fmla="*/ 14 h 124"/>
                <a:gd name="T26" fmla="*/ 92 w 93"/>
                <a:gd name="T27" fmla="*/ 33 h 124"/>
                <a:gd name="T28" fmla="*/ 93 w 93"/>
                <a:gd name="T29" fmla="*/ 38 h 124"/>
                <a:gd name="T30" fmla="*/ 76 w 93"/>
                <a:gd name="T31" fmla="*/ 6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24">
                  <a:moveTo>
                    <a:pt x="76" y="64"/>
                  </a:moveTo>
                  <a:cubicBezTo>
                    <a:pt x="76" y="64"/>
                    <a:pt x="73" y="70"/>
                    <a:pt x="73" y="78"/>
                  </a:cubicBezTo>
                  <a:cubicBezTo>
                    <a:pt x="74" y="85"/>
                    <a:pt x="73" y="90"/>
                    <a:pt x="73" y="90"/>
                  </a:cubicBezTo>
                  <a:cubicBezTo>
                    <a:pt x="69" y="92"/>
                    <a:pt x="69" y="92"/>
                    <a:pt x="69" y="92"/>
                  </a:cubicBezTo>
                  <a:cubicBezTo>
                    <a:pt x="69" y="92"/>
                    <a:pt x="62" y="85"/>
                    <a:pt x="53" y="94"/>
                  </a:cubicBezTo>
                  <a:cubicBezTo>
                    <a:pt x="44" y="103"/>
                    <a:pt x="49" y="111"/>
                    <a:pt x="33" y="118"/>
                  </a:cubicBezTo>
                  <a:cubicBezTo>
                    <a:pt x="33" y="118"/>
                    <a:pt x="32" y="119"/>
                    <a:pt x="32" y="119"/>
                  </a:cubicBezTo>
                  <a:cubicBezTo>
                    <a:pt x="18" y="124"/>
                    <a:pt x="19" y="115"/>
                    <a:pt x="19" y="115"/>
                  </a:cubicBezTo>
                  <a:cubicBezTo>
                    <a:pt x="19" y="115"/>
                    <a:pt x="4" y="81"/>
                    <a:pt x="3" y="79"/>
                  </a:cubicBezTo>
                  <a:cubicBezTo>
                    <a:pt x="3" y="78"/>
                    <a:pt x="2" y="76"/>
                    <a:pt x="1" y="73"/>
                  </a:cubicBezTo>
                  <a:cubicBezTo>
                    <a:pt x="1" y="70"/>
                    <a:pt x="0" y="66"/>
                    <a:pt x="0" y="61"/>
                  </a:cubicBezTo>
                  <a:cubicBezTo>
                    <a:pt x="0" y="48"/>
                    <a:pt x="3" y="30"/>
                    <a:pt x="20" y="19"/>
                  </a:cubicBezTo>
                  <a:cubicBezTo>
                    <a:pt x="48" y="0"/>
                    <a:pt x="68" y="12"/>
                    <a:pt x="73" y="14"/>
                  </a:cubicBezTo>
                  <a:cubicBezTo>
                    <a:pt x="78" y="16"/>
                    <a:pt x="85" y="20"/>
                    <a:pt x="92" y="33"/>
                  </a:cubicBezTo>
                  <a:cubicBezTo>
                    <a:pt x="92" y="33"/>
                    <a:pt x="92" y="35"/>
                    <a:pt x="93" y="38"/>
                  </a:cubicBezTo>
                  <a:cubicBezTo>
                    <a:pt x="93" y="44"/>
                    <a:pt x="92" y="56"/>
                    <a:pt x="76" y="64"/>
                  </a:cubicBezTo>
                </a:path>
              </a:pathLst>
            </a:custGeom>
            <a:solidFill>
              <a:srgbClr val="9A7F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 280">
              <a:extLst>
                <a:ext uri="{FF2B5EF4-FFF2-40B4-BE49-F238E27FC236}">
                  <a16:creationId xmlns:a16="http://schemas.microsoft.com/office/drawing/2014/main" id="{09DDEE61-8647-4A88-8487-FA2BC4A37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" y="1033"/>
              <a:ext cx="251" cy="347"/>
            </a:xfrm>
            <a:custGeom>
              <a:avLst/>
              <a:gdLst>
                <a:gd name="T0" fmla="*/ 46 w 63"/>
                <a:gd name="T1" fmla="*/ 32 h 87"/>
                <a:gd name="T2" fmla="*/ 43 w 63"/>
                <a:gd name="T3" fmla="*/ 46 h 87"/>
                <a:gd name="T4" fmla="*/ 43 w 63"/>
                <a:gd name="T5" fmla="*/ 58 h 87"/>
                <a:gd name="T6" fmla="*/ 39 w 63"/>
                <a:gd name="T7" fmla="*/ 60 h 87"/>
                <a:gd name="T8" fmla="*/ 23 w 63"/>
                <a:gd name="T9" fmla="*/ 62 h 87"/>
                <a:gd name="T10" fmla="*/ 3 w 63"/>
                <a:gd name="T11" fmla="*/ 86 h 87"/>
                <a:gd name="T12" fmla="*/ 2 w 63"/>
                <a:gd name="T13" fmla="*/ 87 h 87"/>
                <a:gd name="T14" fmla="*/ 9 w 63"/>
                <a:gd name="T15" fmla="*/ 66 h 87"/>
                <a:gd name="T16" fmla="*/ 36 w 63"/>
                <a:gd name="T17" fmla="*/ 2 h 87"/>
                <a:gd name="T18" fmla="*/ 63 w 63"/>
                <a:gd name="T19" fmla="*/ 6 h 87"/>
                <a:gd name="T20" fmla="*/ 46 w 63"/>
                <a:gd name="T21" fmla="*/ 3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" h="87">
                  <a:moveTo>
                    <a:pt x="46" y="32"/>
                  </a:moveTo>
                  <a:cubicBezTo>
                    <a:pt x="46" y="32"/>
                    <a:pt x="43" y="38"/>
                    <a:pt x="43" y="46"/>
                  </a:cubicBezTo>
                  <a:cubicBezTo>
                    <a:pt x="44" y="53"/>
                    <a:pt x="43" y="58"/>
                    <a:pt x="43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60"/>
                    <a:pt x="32" y="53"/>
                    <a:pt x="23" y="62"/>
                  </a:cubicBezTo>
                  <a:cubicBezTo>
                    <a:pt x="14" y="71"/>
                    <a:pt x="19" y="79"/>
                    <a:pt x="3" y="86"/>
                  </a:cubicBezTo>
                  <a:cubicBezTo>
                    <a:pt x="3" y="86"/>
                    <a:pt x="2" y="87"/>
                    <a:pt x="2" y="87"/>
                  </a:cubicBezTo>
                  <a:cubicBezTo>
                    <a:pt x="5" y="82"/>
                    <a:pt x="8" y="76"/>
                    <a:pt x="9" y="66"/>
                  </a:cubicBezTo>
                  <a:cubicBezTo>
                    <a:pt x="11" y="46"/>
                    <a:pt x="0" y="0"/>
                    <a:pt x="36" y="2"/>
                  </a:cubicBezTo>
                  <a:cubicBezTo>
                    <a:pt x="46" y="3"/>
                    <a:pt x="55" y="4"/>
                    <a:pt x="63" y="6"/>
                  </a:cubicBezTo>
                  <a:cubicBezTo>
                    <a:pt x="63" y="12"/>
                    <a:pt x="62" y="24"/>
                    <a:pt x="46" y="32"/>
                  </a:cubicBezTo>
                </a:path>
              </a:pathLst>
            </a:custGeom>
            <a:solidFill>
              <a:srgbClr val="7859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281">
              <a:extLst>
                <a:ext uri="{FF2B5EF4-FFF2-40B4-BE49-F238E27FC236}">
                  <a16:creationId xmlns:a16="http://schemas.microsoft.com/office/drawing/2014/main" id="{CB21D6E7-4763-411B-82E7-50394C0C2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1193"/>
              <a:ext cx="71" cy="115"/>
            </a:xfrm>
            <a:custGeom>
              <a:avLst/>
              <a:gdLst>
                <a:gd name="T0" fmla="*/ 18 w 18"/>
                <a:gd name="T1" fmla="*/ 21 h 29"/>
                <a:gd name="T2" fmla="*/ 10 w 18"/>
                <a:gd name="T3" fmla="*/ 3 h 29"/>
                <a:gd name="T4" fmla="*/ 0 w 18"/>
                <a:gd name="T5" fmla="*/ 11 h 29"/>
                <a:gd name="T6" fmla="*/ 7 w 18"/>
                <a:gd name="T7" fmla="*/ 26 h 29"/>
                <a:gd name="T8" fmla="*/ 12 w 18"/>
                <a:gd name="T9" fmla="*/ 26 h 29"/>
                <a:gd name="T10" fmla="*/ 18 w 18"/>
                <a:gd name="T11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9">
                  <a:moveTo>
                    <a:pt x="18" y="21"/>
                  </a:moveTo>
                  <a:cubicBezTo>
                    <a:pt x="18" y="21"/>
                    <a:pt x="15" y="6"/>
                    <a:pt x="10" y="3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6"/>
                    <a:pt x="3" y="23"/>
                    <a:pt x="7" y="26"/>
                  </a:cubicBezTo>
                  <a:cubicBezTo>
                    <a:pt x="12" y="29"/>
                    <a:pt x="12" y="26"/>
                    <a:pt x="12" y="26"/>
                  </a:cubicBezTo>
                  <a:cubicBezTo>
                    <a:pt x="18" y="21"/>
                    <a:pt x="18" y="21"/>
                    <a:pt x="18" y="21"/>
                  </a:cubicBezTo>
                </a:path>
              </a:pathLst>
            </a:custGeom>
            <a:solidFill>
              <a:srgbClr val="FFD5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2" name="Freeform 282">
              <a:extLst>
                <a:ext uri="{FF2B5EF4-FFF2-40B4-BE49-F238E27FC236}">
                  <a16:creationId xmlns:a16="http://schemas.microsoft.com/office/drawing/2014/main" id="{9A976FDE-57DF-452F-B281-0FF0C0D11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974"/>
              <a:ext cx="187" cy="143"/>
            </a:xfrm>
            <a:custGeom>
              <a:avLst/>
              <a:gdLst>
                <a:gd name="T0" fmla="*/ 44 w 47"/>
                <a:gd name="T1" fmla="*/ 22 h 36"/>
                <a:gd name="T2" fmla="*/ 11 w 47"/>
                <a:gd name="T3" fmla="*/ 36 h 36"/>
                <a:gd name="T4" fmla="*/ 8 w 47"/>
                <a:gd name="T5" fmla="*/ 27 h 36"/>
                <a:gd name="T6" fmla="*/ 0 w 47"/>
                <a:gd name="T7" fmla="*/ 7 h 36"/>
                <a:gd name="T8" fmla="*/ 23 w 47"/>
                <a:gd name="T9" fmla="*/ 1 h 36"/>
                <a:gd name="T10" fmla="*/ 42 w 47"/>
                <a:gd name="T11" fmla="*/ 11 h 36"/>
                <a:gd name="T12" fmla="*/ 45 w 47"/>
                <a:gd name="T13" fmla="*/ 15 h 36"/>
                <a:gd name="T14" fmla="*/ 44 w 47"/>
                <a:gd name="T15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6">
                  <a:moveTo>
                    <a:pt x="44" y="22"/>
                  </a:moveTo>
                  <a:cubicBezTo>
                    <a:pt x="11" y="36"/>
                    <a:pt x="11" y="36"/>
                    <a:pt x="11" y="36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17" y="0"/>
                    <a:pt x="23" y="1"/>
                  </a:cubicBezTo>
                  <a:cubicBezTo>
                    <a:pt x="28" y="2"/>
                    <a:pt x="37" y="6"/>
                    <a:pt x="42" y="11"/>
                  </a:cubicBezTo>
                  <a:cubicBezTo>
                    <a:pt x="43" y="13"/>
                    <a:pt x="44" y="14"/>
                    <a:pt x="45" y="15"/>
                  </a:cubicBezTo>
                  <a:cubicBezTo>
                    <a:pt x="47" y="20"/>
                    <a:pt x="44" y="22"/>
                    <a:pt x="44" y="22"/>
                  </a:cubicBezTo>
                  <a:close/>
                </a:path>
              </a:pathLst>
            </a:custGeom>
            <a:solidFill>
              <a:srgbClr val="FFE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3" name="Freeform 283">
              <a:extLst>
                <a:ext uri="{FF2B5EF4-FFF2-40B4-BE49-F238E27FC236}">
                  <a16:creationId xmlns:a16="http://schemas.microsoft.com/office/drawing/2014/main" id="{1D38EABB-9A4E-4E97-A45C-75E3B977E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974"/>
              <a:ext cx="167" cy="107"/>
            </a:xfrm>
            <a:custGeom>
              <a:avLst/>
              <a:gdLst>
                <a:gd name="T0" fmla="*/ 42 w 42"/>
                <a:gd name="T1" fmla="*/ 11 h 27"/>
                <a:gd name="T2" fmla="*/ 8 w 42"/>
                <a:gd name="T3" fmla="*/ 27 h 27"/>
                <a:gd name="T4" fmla="*/ 0 w 42"/>
                <a:gd name="T5" fmla="*/ 7 h 27"/>
                <a:gd name="T6" fmla="*/ 23 w 42"/>
                <a:gd name="T7" fmla="*/ 1 h 27"/>
                <a:gd name="T8" fmla="*/ 42 w 42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27">
                  <a:moveTo>
                    <a:pt x="42" y="11"/>
                  </a:moveTo>
                  <a:cubicBezTo>
                    <a:pt x="42" y="11"/>
                    <a:pt x="23" y="23"/>
                    <a:pt x="8" y="2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17" y="0"/>
                    <a:pt x="23" y="1"/>
                  </a:cubicBezTo>
                  <a:cubicBezTo>
                    <a:pt x="28" y="2"/>
                    <a:pt x="37" y="6"/>
                    <a:pt x="42" y="11"/>
                  </a:cubicBezTo>
                  <a:close/>
                </a:path>
              </a:pathLst>
            </a:custGeom>
            <a:solidFill>
              <a:srgbClr val="F9FF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2" name="Freeform 284">
              <a:extLst>
                <a:ext uri="{FF2B5EF4-FFF2-40B4-BE49-F238E27FC236}">
                  <a16:creationId xmlns:a16="http://schemas.microsoft.com/office/drawing/2014/main" id="{F5A88F50-9AEF-4C66-94E5-57B75BC39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" y="1149"/>
              <a:ext cx="188" cy="84"/>
            </a:xfrm>
            <a:custGeom>
              <a:avLst/>
              <a:gdLst>
                <a:gd name="T0" fmla="*/ 46 w 47"/>
                <a:gd name="T1" fmla="*/ 11 h 21"/>
                <a:gd name="T2" fmla="*/ 41 w 47"/>
                <a:gd name="T3" fmla="*/ 19 h 21"/>
                <a:gd name="T4" fmla="*/ 22 w 47"/>
                <a:gd name="T5" fmla="*/ 19 h 21"/>
                <a:gd name="T6" fmla="*/ 1 w 47"/>
                <a:gd name="T7" fmla="*/ 12 h 21"/>
                <a:gd name="T8" fmla="*/ 0 w 47"/>
                <a:gd name="T9" fmla="*/ 0 h 21"/>
                <a:gd name="T10" fmla="*/ 22 w 47"/>
                <a:gd name="T11" fmla="*/ 0 h 21"/>
                <a:gd name="T12" fmla="*/ 46 w 47"/>
                <a:gd name="T13" fmla="*/ 1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21">
                  <a:moveTo>
                    <a:pt x="46" y="11"/>
                  </a:moveTo>
                  <a:cubicBezTo>
                    <a:pt x="47" y="14"/>
                    <a:pt x="41" y="19"/>
                    <a:pt x="41" y="19"/>
                  </a:cubicBezTo>
                  <a:cubicBezTo>
                    <a:pt x="41" y="19"/>
                    <a:pt x="29" y="21"/>
                    <a:pt x="22" y="19"/>
                  </a:cubicBezTo>
                  <a:cubicBezTo>
                    <a:pt x="16" y="17"/>
                    <a:pt x="7" y="15"/>
                    <a:pt x="1" y="12"/>
                  </a:cubicBezTo>
                  <a:cubicBezTo>
                    <a:pt x="1" y="9"/>
                    <a:pt x="0" y="5"/>
                    <a:pt x="0" y="0"/>
                  </a:cubicBezTo>
                  <a:cubicBezTo>
                    <a:pt x="7" y="0"/>
                    <a:pt x="22" y="0"/>
                    <a:pt x="22" y="0"/>
                  </a:cubicBezTo>
                  <a:cubicBezTo>
                    <a:pt x="23" y="1"/>
                    <a:pt x="46" y="7"/>
                    <a:pt x="46" y="11"/>
                  </a:cubicBezTo>
                  <a:close/>
                </a:path>
              </a:pathLst>
            </a:custGeom>
            <a:solidFill>
              <a:srgbClr val="7859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285">
              <a:extLst>
                <a:ext uri="{FF2B5EF4-FFF2-40B4-BE49-F238E27FC236}">
                  <a16:creationId xmlns:a16="http://schemas.microsoft.com/office/drawing/2014/main" id="{1498FC48-C598-484E-9C5D-C981EB408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" y="918"/>
              <a:ext cx="399" cy="303"/>
            </a:xfrm>
            <a:custGeom>
              <a:avLst/>
              <a:gdLst>
                <a:gd name="T0" fmla="*/ 97 w 100"/>
                <a:gd name="T1" fmla="*/ 50 h 76"/>
                <a:gd name="T2" fmla="*/ 61 w 100"/>
                <a:gd name="T3" fmla="*/ 71 h 76"/>
                <a:gd name="T4" fmla="*/ 33 w 100"/>
                <a:gd name="T5" fmla="*/ 76 h 76"/>
                <a:gd name="T6" fmla="*/ 3 w 100"/>
                <a:gd name="T7" fmla="*/ 65 h 76"/>
                <a:gd name="T8" fmla="*/ 46 w 100"/>
                <a:gd name="T9" fmla="*/ 2 h 76"/>
                <a:gd name="T10" fmla="*/ 92 w 100"/>
                <a:gd name="T11" fmla="*/ 20 h 76"/>
                <a:gd name="T12" fmla="*/ 97 w 100"/>
                <a:gd name="T13" fmla="*/ 5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76">
                  <a:moveTo>
                    <a:pt x="97" y="50"/>
                  </a:moveTo>
                  <a:cubicBezTo>
                    <a:pt x="97" y="50"/>
                    <a:pt x="95" y="56"/>
                    <a:pt x="61" y="71"/>
                  </a:cubicBezTo>
                  <a:cubicBezTo>
                    <a:pt x="51" y="75"/>
                    <a:pt x="41" y="76"/>
                    <a:pt x="33" y="76"/>
                  </a:cubicBezTo>
                  <a:cubicBezTo>
                    <a:pt x="15" y="75"/>
                    <a:pt x="3" y="65"/>
                    <a:pt x="3" y="65"/>
                  </a:cubicBezTo>
                  <a:cubicBezTo>
                    <a:pt x="0" y="20"/>
                    <a:pt x="27" y="5"/>
                    <a:pt x="46" y="2"/>
                  </a:cubicBezTo>
                  <a:cubicBezTo>
                    <a:pt x="60" y="0"/>
                    <a:pt x="85" y="10"/>
                    <a:pt x="92" y="20"/>
                  </a:cubicBezTo>
                  <a:cubicBezTo>
                    <a:pt x="100" y="33"/>
                    <a:pt x="97" y="50"/>
                    <a:pt x="97" y="50"/>
                  </a:cubicBezTo>
                  <a:close/>
                </a:path>
              </a:pathLst>
            </a:custGeom>
            <a:solidFill>
              <a:srgbClr val="FFE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286">
              <a:extLst>
                <a:ext uri="{FF2B5EF4-FFF2-40B4-BE49-F238E27FC236}">
                  <a16:creationId xmlns:a16="http://schemas.microsoft.com/office/drawing/2014/main" id="{B01450A3-59A9-4BFA-8195-3A02F4FC7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" y="1101"/>
              <a:ext cx="76" cy="88"/>
            </a:xfrm>
            <a:custGeom>
              <a:avLst/>
              <a:gdLst>
                <a:gd name="T0" fmla="*/ 18 w 19"/>
                <a:gd name="T1" fmla="*/ 20 h 22"/>
                <a:gd name="T2" fmla="*/ 1 w 19"/>
                <a:gd name="T3" fmla="*/ 15 h 22"/>
                <a:gd name="T4" fmla="*/ 4 w 19"/>
                <a:gd name="T5" fmla="*/ 0 h 22"/>
                <a:gd name="T6" fmla="*/ 5 w 19"/>
                <a:gd name="T7" fmla="*/ 0 h 22"/>
                <a:gd name="T8" fmla="*/ 17 w 19"/>
                <a:gd name="T9" fmla="*/ 6 h 22"/>
                <a:gd name="T10" fmla="*/ 18 w 19"/>
                <a:gd name="T1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2">
                  <a:moveTo>
                    <a:pt x="18" y="20"/>
                  </a:moveTo>
                  <a:cubicBezTo>
                    <a:pt x="16" y="22"/>
                    <a:pt x="3" y="17"/>
                    <a:pt x="1" y="15"/>
                  </a:cubicBezTo>
                  <a:cubicBezTo>
                    <a:pt x="1" y="15"/>
                    <a:pt x="0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0" y="1"/>
                    <a:pt x="16" y="4"/>
                    <a:pt x="17" y="6"/>
                  </a:cubicBezTo>
                  <a:cubicBezTo>
                    <a:pt x="18" y="8"/>
                    <a:pt x="19" y="18"/>
                    <a:pt x="18" y="20"/>
                  </a:cubicBezTo>
                  <a:close/>
                </a:path>
              </a:pathLst>
            </a:custGeom>
            <a:solidFill>
              <a:srgbClr val="7859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287">
              <a:extLst>
                <a:ext uri="{FF2B5EF4-FFF2-40B4-BE49-F238E27FC236}">
                  <a16:creationId xmlns:a16="http://schemas.microsoft.com/office/drawing/2014/main" id="{B7F6F676-A46F-4C99-A8DA-230C46B09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1101"/>
              <a:ext cx="68" cy="80"/>
            </a:xfrm>
            <a:custGeom>
              <a:avLst/>
              <a:gdLst>
                <a:gd name="T0" fmla="*/ 16 w 17"/>
                <a:gd name="T1" fmla="*/ 20 h 20"/>
                <a:gd name="T2" fmla="*/ 0 w 17"/>
                <a:gd name="T3" fmla="*/ 14 h 20"/>
                <a:gd name="T4" fmla="*/ 2 w 17"/>
                <a:gd name="T5" fmla="*/ 0 h 20"/>
                <a:gd name="T6" fmla="*/ 3 w 17"/>
                <a:gd name="T7" fmla="*/ 0 h 20"/>
                <a:gd name="T8" fmla="*/ 15 w 17"/>
                <a:gd name="T9" fmla="*/ 6 h 20"/>
                <a:gd name="T10" fmla="*/ 16 w 17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20">
                  <a:moveTo>
                    <a:pt x="16" y="20"/>
                  </a:moveTo>
                  <a:cubicBezTo>
                    <a:pt x="11" y="19"/>
                    <a:pt x="2" y="16"/>
                    <a:pt x="0" y="14"/>
                  </a:cubicBezTo>
                  <a:cubicBezTo>
                    <a:pt x="0" y="14"/>
                    <a:pt x="0" y="5"/>
                    <a:pt x="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1"/>
                    <a:pt x="14" y="4"/>
                    <a:pt x="15" y="6"/>
                  </a:cubicBezTo>
                  <a:cubicBezTo>
                    <a:pt x="16" y="8"/>
                    <a:pt x="17" y="18"/>
                    <a:pt x="16" y="20"/>
                  </a:cubicBezTo>
                  <a:close/>
                </a:path>
              </a:pathLst>
            </a:custGeom>
            <a:solidFill>
              <a:srgbClr val="9A7F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" name="Freeform 288">
              <a:extLst>
                <a:ext uri="{FF2B5EF4-FFF2-40B4-BE49-F238E27FC236}">
                  <a16:creationId xmlns:a16="http://schemas.microsoft.com/office/drawing/2014/main" id="{0F1E4DCC-4F3D-4023-83B7-FA165340A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" y="962"/>
              <a:ext cx="283" cy="259"/>
            </a:xfrm>
            <a:custGeom>
              <a:avLst/>
              <a:gdLst>
                <a:gd name="T0" fmla="*/ 69 w 71"/>
                <a:gd name="T1" fmla="*/ 39 h 65"/>
                <a:gd name="T2" fmla="*/ 33 w 71"/>
                <a:gd name="T3" fmla="*/ 60 h 65"/>
                <a:gd name="T4" fmla="*/ 5 w 71"/>
                <a:gd name="T5" fmla="*/ 65 h 65"/>
                <a:gd name="T6" fmla="*/ 26 w 71"/>
                <a:gd name="T7" fmla="*/ 12 h 65"/>
                <a:gd name="T8" fmla="*/ 27 w 71"/>
                <a:gd name="T9" fmla="*/ 11 h 65"/>
                <a:gd name="T10" fmla="*/ 70 w 71"/>
                <a:gd name="T11" fmla="*/ 38 h 65"/>
                <a:gd name="T12" fmla="*/ 69 w 71"/>
                <a:gd name="T13" fmla="*/ 3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65">
                  <a:moveTo>
                    <a:pt x="69" y="39"/>
                  </a:moveTo>
                  <a:cubicBezTo>
                    <a:pt x="69" y="39"/>
                    <a:pt x="67" y="45"/>
                    <a:pt x="33" y="60"/>
                  </a:cubicBezTo>
                  <a:cubicBezTo>
                    <a:pt x="23" y="64"/>
                    <a:pt x="13" y="65"/>
                    <a:pt x="5" y="65"/>
                  </a:cubicBezTo>
                  <a:cubicBezTo>
                    <a:pt x="3" y="55"/>
                    <a:pt x="0" y="28"/>
                    <a:pt x="26" y="12"/>
                  </a:cubicBezTo>
                  <a:cubicBezTo>
                    <a:pt x="26" y="12"/>
                    <a:pt x="27" y="12"/>
                    <a:pt x="27" y="11"/>
                  </a:cubicBezTo>
                  <a:cubicBezTo>
                    <a:pt x="47" y="0"/>
                    <a:pt x="71" y="15"/>
                    <a:pt x="70" y="38"/>
                  </a:cubicBezTo>
                  <a:cubicBezTo>
                    <a:pt x="69" y="39"/>
                    <a:pt x="69" y="39"/>
                    <a:pt x="69" y="39"/>
                  </a:cubicBezTo>
                  <a:close/>
                </a:path>
              </a:pathLst>
            </a:custGeom>
            <a:solidFill>
              <a:srgbClr val="FFC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7" name="Freeform 289">
              <a:extLst>
                <a:ext uri="{FF2B5EF4-FFF2-40B4-BE49-F238E27FC236}">
                  <a16:creationId xmlns:a16="http://schemas.microsoft.com/office/drawing/2014/main" id="{DAD29833-072F-4AA9-BA5A-B4E39A145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1217"/>
              <a:ext cx="47" cy="75"/>
            </a:xfrm>
            <a:custGeom>
              <a:avLst/>
              <a:gdLst>
                <a:gd name="T0" fmla="*/ 5 w 12"/>
                <a:gd name="T1" fmla="*/ 0 h 19"/>
                <a:gd name="T2" fmla="*/ 4 w 12"/>
                <a:gd name="T3" fmla="*/ 0 h 19"/>
                <a:gd name="T4" fmla="*/ 2 w 12"/>
                <a:gd name="T5" fmla="*/ 9 h 19"/>
                <a:gd name="T6" fmla="*/ 9 w 12"/>
                <a:gd name="T7" fmla="*/ 19 h 19"/>
                <a:gd name="T8" fmla="*/ 9 w 12"/>
                <a:gd name="T9" fmla="*/ 19 h 19"/>
                <a:gd name="T10" fmla="*/ 9 w 12"/>
                <a:gd name="T11" fmla="*/ 12 h 19"/>
                <a:gd name="T12" fmla="*/ 9 w 12"/>
                <a:gd name="T13" fmla="*/ 9 h 19"/>
                <a:gd name="T14" fmla="*/ 5 w 12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9">
                  <a:moveTo>
                    <a:pt x="5" y="0"/>
                  </a:moveTo>
                  <a:cubicBezTo>
                    <a:pt x="5" y="0"/>
                    <a:pt x="4" y="0"/>
                    <a:pt x="4" y="0"/>
                  </a:cubicBezTo>
                  <a:cubicBezTo>
                    <a:pt x="0" y="2"/>
                    <a:pt x="1" y="6"/>
                    <a:pt x="2" y="9"/>
                  </a:cubicBezTo>
                  <a:cubicBezTo>
                    <a:pt x="3" y="12"/>
                    <a:pt x="7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2" y="19"/>
                    <a:pt x="9" y="12"/>
                    <a:pt x="9" y="12"/>
                  </a:cubicBezTo>
                  <a:cubicBezTo>
                    <a:pt x="9" y="12"/>
                    <a:pt x="8" y="10"/>
                    <a:pt x="9" y="9"/>
                  </a:cubicBezTo>
                  <a:cubicBezTo>
                    <a:pt x="10" y="8"/>
                    <a:pt x="8" y="0"/>
                    <a:pt x="5" y="0"/>
                  </a:cubicBezTo>
                </a:path>
              </a:pathLst>
            </a:custGeom>
            <a:solidFill>
              <a:srgbClr val="F7BD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Freeform 290">
              <a:extLst>
                <a:ext uri="{FF2B5EF4-FFF2-40B4-BE49-F238E27FC236}">
                  <a16:creationId xmlns:a16="http://schemas.microsoft.com/office/drawing/2014/main" id="{A6EC169B-166E-4FAD-8C32-336A52B6C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" y="1416"/>
              <a:ext cx="211" cy="103"/>
            </a:xfrm>
            <a:custGeom>
              <a:avLst/>
              <a:gdLst>
                <a:gd name="T0" fmla="*/ 47 w 53"/>
                <a:gd name="T1" fmla="*/ 21 h 26"/>
                <a:gd name="T2" fmla="*/ 22 w 53"/>
                <a:gd name="T3" fmla="*/ 24 h 26"/>
                <a:gd name="T4" fmla="*/ 2 w 53"/>
                <a:gd name="T5" fmla="*/ 6 h 26"/>
                <a:gd name="T6" fmla="*/ 7 w 53"/>
                <a:gd name="T7" fmla="*/ 0 h 26"/>
                <a:gd name="T8" fmla="*/ 7 w 53"/>
                <a:gd name="T9" fmla="*/ 5 h 26"/>
                <a:gd name="T10" fmla="*/ 7 w 53"/>
                <a:gd name="T11" fmla="*/ 7 h 26"/>
                <a:gd name="T12" fmla="*/ 24 w 53"/>
                <a:gd name="T13" fmla="*/ 20 h 26"/>
                <a:gd name="T14" fmla="*/ 44 w 53"/>
                <a:gd name="T15" fmla="*/ 17 h 26"/>
                <a:gd name="T16" fmla="*/ 48 w 53"/>
                <a:gd name="T17" fmla="*/ 12 h 26"/>
                <a:gd name="T18" fmla="*/ 48 w 53"/>
                <a:gd name="T19" fmla="*/ 9 h 26"/>
                <a:gd name="T20" fmla="*/ 50 w 53"/>
                <a:gd name="T21" fmla="*/ 10 h 26"/>
                <a:gd name="T22" fmla="*/ 52 w 53"/>
                <a:gd name="T23" fmla="*/ 13 h 26"/>
                <a:gd name="T24" fmla="*/ 47 w 53"/>
                <a:gd name="T25" fmla="*/ 2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" h="26">
                  <a:moveTo>
                    <a:pt x="47" y="21"/>
                  </a:moveTo>
                  <a:cubicBezTo>
                    <a:pt x="42" y="24"/>
                    <a:pt x="35" y="26"/>
                    <a:pt x="22" y="24"/>
                  </a:cubicBezTo>
                  <a:cubicBezTo>
                    <a:pt x="9" y="23"/>
                    <a:pt x="0" y="12"/>
                    <a:pt x="2" y="6"/>
                  </a:cubicBezTo>
                  <a:cubicBezTo>
                    <a:pt x="3" y="2"/>
                    <a:pt x="5" y="2"/>
                    <a:pt x="7" y="0"/>
                  </a:cubicBezTo>
                  <a:cubicBezTo>
                    <a:pt x="7" y="2"/>
                    <a:pt x="7" y="4"/>
                    <a:pt x="7" y="5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5" y="12"/>
                    <a:pt x="19" y="20"/>
                    <a:pt x="24" y="20"/>
                  </a:cubicBezTo>
                  <a:cubicBezTo>
                    <a:pt x="35" y="21"/>
                    <a:pt x="40" y="19"/>
                    <a:pt x="44" y="17"/>
                  </a:cubicBezTo>
                  <a:cubicBezTo>
                    <a:pt x="46" y="16"/>
                    <a:pt x="48" y="14"/>
                    <a:pt x="48" y="12"/>
                  </a:cubicBezTo>
                  <a:cubicBezTo>
                    <a:pt x="48" y="11"/>
                    <a:pt x="48" y="10"/>
                    <a:pt x="48" y="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3" y="12"/>
                    <a:pt x="52" y="11"/>
                    <a:pt x="52" y="13"/>
                  </a:cubicBezTo>
                  <a:cubicBezTo>
                    <a:pt x="53" y="15"/>
                    <a:pt x="51" y="19"/>
                    <a:pt x="47" y="21"/>
                  </a:cubicBezTo>
                </a:path>
              </a:pathLst>
            </a:custGeom>
            <a:solidFill>
              <a:srgbClr val="512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Freeform 291">
              <a:extLst>
                <a:ext uri="{FF2B5EF4-FFF2-40B4-BE49-F238E27FC236}">
                  <a16:creationId xmlns:a16="http://schemas.microsoft.com/office/drawing/2014/main" id="{65D11FF3-1FAA-4375-AA36-9F197EBC1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440"/>
              <a:ext cx="163" cy="55"/>
            </a:xfrm>
            <a:custGeom>
              <a:avLst/>
              <a:gdLst>
                <a:gd name="T0" fmla="*/ 0 w 41"/>
                <a:gd name="T1" fmla="*/ 0 h 14"/>
                <a:gd name="T2" fmla="*/ 0 w 41"/>
                <a:gd name="T3" fmla="*/ 0 h 14"/>
                <a:gd name="T4" fmla="*/ 0 w 41"/>
                <a:gd name="T5" fmla="*/ 1 h 14"/>
                <a:gd name="T6" fmla="*/ 0 w 41"/>
                <a:gd name="T7" fmla="*/ 2 h 14"/>
                <a:gd name="T8" fmla="*/ 17 w 41"/>
                <a:gd name="T9" fmla="*/ 14 h 14"/>
                <a:gd name="T10" fmla="*/ 17 w 41"/>
                <a:gd name="T11" fmla="*/ 14 h 14"/>
                <a:gd name="T12" fmla="*/ 18 w 41"/>
                <a:gd name="T13" fmla="*/ 14 h 14"/>
                <a:gd name="T14" fmla="*/ 18 w 41"/>
                <a:gd name="T15" fmla="*/ 14 h 14"/>
                <a:gd name="T16" fmla="*/ 22 w 41"/>
                <a:gd name="T17" fmla="*/ 14 h 14"/>
                <a:gd name="T18" fmla="*/ 22 w 41"/>
                <a:gd name="T19" fmla="*/ 14 h 14"/>
                <a:gd name="T20" fmla="*/ 22 w 41"/>
                <a:gd name="T21" fmla="*/ 14 h 14"/>
                <a:gd name="T22" fmla="*/ 37 w 41"/>
                <a:gd name="T23" fmla="*/ 11 h 14"/>
                <a:gd name="T24" fmla="*/ 37 w 41"/>
                <a:gd name="T25" fmla="*/ 11 h 14"/>
                <a:gd name="T26" fmla="*/ 37 w 41"/>
                <a:gd name="T27" fmla="*/ 11 h 14"/>
                <a:gd name="T28" fmla="*/ 37 w 41"/>
                <a:gd name="T29" fmla="*/ 11 h 14"/>
                <a:gd name="T30" fmla="*/ 37 w 41"/>
                <a:gd name="T31" fmla="*/ 11 h 14"/>
                <a:gd name="T32" fmla="*/ 41 w 41"/>
                <a:gd name="T33" fmla="*/ 6 h 14"/>
                <a:gd name="T34" fmla="*/ 22 w 41"/>
                <a:gd name="T35" fmla="*/ 12 h 14"/>
                <a:gd name="T36" fmla="*/ 19 w 41"/>
                <a:gd name="T37" fmla="*/ 12 h 14"/>
                <a:gd name="T38" fmla="*/ 0 w 41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" h="14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7"/>
                    <a:pt x="12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9" y="14"/>
                    <a:pt x="20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9" y="14"/>
                    <a:pt x="33" y="13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9" y="10"/>
                    <a:pt x="41" y="8"/>
                    <a:pt x="41" y="6"/>
                  </a:cubicBezTo>
                  <a:cubicBezTo>
                    <a:pt x="39" y="9"/>
                    <a:pt x="32" y="12"/>
                    <a:pt x="22" y="12"/>
                  </a:cubicBezTo>
                  <a:cubicBezTo>
                    <a:pt x="21" y="12"/>
                    <a:pt x="20" y="12"/>
                    <a:pt x="19" y="12"/>
                  </a:cubicBezTo>
                  <a:cubicBezTo>
                    <a:pt x="6" y="11"/>
                    <a:pt x="0" y="0"/>
                    <a:pt x="0" y="0"/>
                  </a:cubicBezTo>
                </a:path>
              </a:pathLst>
            </a:custGeom>
            <a:solidFill>
              <a:srgbClr val="F7BD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292">
              <a:extLst>
                <a:ext uri="{FF2B5EF4-FFF2-40B4-BE49-F238E27FC236}">
                  <a16:creationId xmlns:a16="http://schemas.microsoft.com/office/drawing/2014/main" id="{DD29BE75-0693-4267-9C50-341F0A6193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7" y="1440"/>
              <a:ext cx="147" cy="55"/>
            </a:xfrm>
            <a:custGeom>
              <a:avLst/>
              <a:gdLst>
                <a:gd name="T0" fmla="*/ 22 w 37"/>
                <a:gd name="T1" fmla="*/ 14 h 14"/>
                <a:gd name="T2" fmla="*/ 22 w 37"/>
                <a:gd name="T3" fmla="*/ 14 h 14"/>
                <a:gd name="T4" fmla="*/ 22 w 37"/>
                <a:gd name="T5" fmla="*/ 14 h 14"/>
                <a:gd name="T6" fmla="*/ 22 w 37"/>
                <a:gd name="T7" fmla="*/ 14 h 14"/>
                <a:gd name="T8" fmla="*/ 18 w 37"/>
                <a:gd name="T9" fmla="*/ 14 h 14"/>
                <a:gd name="T10" fmla="*/ 22 w 37"/>
                <a:gd name="T11" fmla="*/ 14 h 14"/>
                <a:gd name="T12" fmla="*/ 18 w 37"/>
                <a:gd name="T13" fmla="*/ 14 h 14"/>
                <a:gd name="T14" fmla="*/ 17 w 37"/>
                <a:gd name="T15" fmla="*/ 14 h 14"/>
                <a:gd name="T16" fmla="*/ 18 w 37"/>
                <a:gd name="T17" fmla="*/ 14 h 14"/>
                <a:gd name="T18" fmla="*/ 17 w 37"/>
                <a:gd name="T19" fmla="*/ 14 h 14"/>
                <a:gd name="T20" fmla="*/ 37 w 37"/>
                <a:gd name="T21" fmla="*/ 11 h 14"/>
                <a:gd name="T22" fmla="*/ 37 w 37"/>
                <a:gd name="T23" fmla="*/ 11 h 14"/>
                <a:gd name="T24" fmla="*/ 37 w 37"/>
                <a:gd name="T25" fmla="*/ 11 h 14"/>
                <a:gd name="T26" fmla="*/ 37 w 37"/>
                <a:gd name="T27" fmla="*/ 11 h 14"/>
                <a:gd name="T28" fmla="*/ 37 w 37"/>
                <a:gd name="T29" fmla="*/ 11 h 14"/>
                <a:gd name="T30" fmla="*/ 37 w 37"/>
                <a:gd name="T31" fmla="*/ 11 h 14"/>
                <a:gd name="T32" fmla="*/ 0 w 37"/>
                <a:gd name="T33" fmla="*/ 1 h 14"/>
                <a:gd name="T34" fmla="*/ 0 w 37"/>
                <a:gd name="T35" fmla="*/ 1 h 14"/>
                <a:gd name="T36" fmla="*/ 0 w 37"/>
                <a:gd name="T37" fmla="*/ 2 h 14"/>
                <a:gd name="T38" fmla="*/ 0 w 37"/>
                <a:gd name="T39" fmla="*/ 1 h 14"/>
                <a:gd name="T40" fmla="*/ 0 w 37"/>
                <a:gd name="T41" fmla="*/ 1 h 14"/>
                <a:gd name="T42" fmla="*/ 0 w 37"/>
                <a:gd name="T43" fmla="*/ 0 h 14"/>
                <a:gd name="T44" fmla="*/ 0 w 37"/>
                <a:gd name="T45" fmla="*/ 0 h 14"/>
                <a:gd name="T46" fmla="*/ 0 w 37"/>
                <a:gd name="T47" fmla="*/ 0 h 14"/>
                <a:gd name="T48" fmla="*/ 0 w 37"/>
                <a:gd name="T49" fmla="*/ 0 h 14"/>
                <a:gd name="T50" fmla="*/ 0 w 37"/>
                <a:gd name="T51" fmla="*/ 0 h 14"/>
                <a:gd name="T52" fmla="*/ 0 w 37"/>
                <a:gd name="T5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14">
                  <a:moveTo>
                    <a:pt x="22" y="14"/>
                  </a:move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moveTo>
                    <a:pt x="18" y="14"/>
                  </a:moveTo>
                  <a:cubicBezTo>
                    <a:pt x="19" y="14"/>
                    <a:pt x="20" y="14"/>
                    <a:pt x="22" y="14"/>
                  </a:cubicBezTo>
                  <a:cubicBezTo>
                    <a:pt x="20" y="14"/>
                    <a:pt x="19" y="14"/>
                    <a:pt x="18" y="14"/>
                  </a:cubicBezTo>
                  <a:moveTo>
                    <a:pt x="17" y="14"/>
                  </a:move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7" y="14"/>
                  </a:cubicBezTo>
                  <a:moveTo>
                    <a:pt x="37" y="11"/>
                  </a:move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moveTo>
                    <a:pt x="37" y="11"/>
                  </a:move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D3D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1" name="Freeform 293">
              <a:extLst>
                <a:ext uri="{FF2B5EF4-FFF2-40B4-BE49-F238E27FC236}">
                  <a16:creationId xmlns:a16="http://schemas.microsoft.com/office/drawing/2014/main" id="{AB3796A8-41E6-42F1-8D54-4A49A8722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1647"/>
              <a:ext cx="152" cy="753"/>
            </a:xfrm>
            <a:custGeom>
              <a:avLst/>
              <a:gdLst>
                <a:gd name="T0" fmla="*/ 37 w 38"/>
                <a:gd name="T1" fmla="*/ 0 h 189"/>
                <a:gd name="T2" fmla="*/ 4 w 38"/>
                <a:gd name="T3" fmla="*/ 38 h 189"/>
                <a:gd name="T4" fmla="*/ 12 w 38"/>
                <a:gd name="T5" fmla="*/ 115 h 189"/>
                <a:gd name="T6" fmla="*/ 0 w 38"/>
                <a:gd name="T7" fmla="*/ 188 h 189"/>
                <a:gd name="T8" fmla="*/ 8 w 38"/>
                <a:gd name="T9" fmla="*/ 189 h 189"/>
                <a:gd name="T10" fmla="*/ 20 w 38"/>
                <a:gd name="T11" fmla="*/ 187 h 189"/>
                <a:gd name="T12" fmla="*/ 34 w 38"/>
                <a:gd name="T13" fmla="*/ 178 h 189"/>
                <a:gd name="T14" fmla="*/ 28 w 38"/>
                <a:gd name="T15" fmla="*/ 138 h 189"/>
                <a:gd name="T16" fmla="*/ 27 w 38"/>
                <a:gd name="T17" fmla="*/ 117 h 189"/>
                <a:gd name="T18" fmla="*/ 34 w 38"/>
                <a:gd name="T19" fmla="*/ 52 h 189"/>
                <a:gd name="T20" fmla="*/ 38 w 38"/>
                <a:gd name="T21" fmla="*/ 18 h 189"/>
                <a:gd name="T22" fmla="*/ 37 w 38"/>
                <a:gd name="T23" fmla="*/ 0 h 189"/>
                <a:gd name="T24" fmla="*/ 37 w 38"/>
                <a:gd name="T25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189">
                  <a:moveTo>
                    <a:pt x="37" y="0"/>
                  </a:move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12" y="94"/>
                    <a:pt x="12" y="115"/>
                  </a:cubicBezTo>
                  <a:cubicBezTo>
                    <a:pt x="11" y="133"/>
                    <a:pt x="17" y="175"/>
                    <a:pt x="0" y="188"/>
                  </a:cubicBezTo>
                  <a:cubicBezTo>
                    <a:pt x="3" y="189"/>
                    <a:pt x="6" y="189"/>
                    <a:pt x="8" y="189"/>
                  </a:cubicBezTo>
                  <a:cubicBezTo>
                    <a:pt x="14" y="189"/>
                    <a:pt x="18" y="188"/>
                    <a:pt x="20" y="187"/>
                  </a:cubicBezTo>
                  <a:cubicBezTo>
                    <a:pt x="27" y="184"/>
                    <a:pt x="34" y="178"/>
                    <a:pt x="34" y="178"/>
                  </a:cubicBezTo>
                  <a:cubicBezTo>
                    <a:pt x="34" y="178"/>
                    <a:pt x="28" y="142"/>
                    <a:pt x="28" y="138"/>
                  </a:cubicBezTo>
                  <a:cubicBezTo>
                    <a:pt x="28" y="136"/>
                    <a:pt x="27" y="128"/>
                    <a:pt x="27" y="117"/>
                  </a:cubicBezTo>
                  <a:cubicBezTo>
                    <a:pt x="27" y="99"/>
                    <a:pt x="28" y="72"/>
                    <a:pt x="34" y="52"/>
                  </a:cubicBezTo>
                  <a:cubicBezTo>
                    <a:pt x="37" y="41"/>
                    <a:pt x="38" y="29"/>
                    <a:pt x="38" y="18"/>
                  </a:cubicBezTo>
                  <a:cubicBezTo>
                    <a:pt x="38" y="11"/>
                    <a:pt x="37" y="5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</a:path>
              </a:pathLst>
            </a:custGeom>
            <a:solidFill>
              <a:srgbClr val="703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2" name="Freeform 294">
              <a:extLst>
                <a:ext uri="{FF2B5EF4-FFF2-40B4-BE49-F238E27FC236}">
                  <a16:creationId xmlns:a16="http://schemas.microsoft.com/office/drawing/2014/main" id="{3696D219-E6CC-4B54-B052-89BC90E04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" y="1766"/>
              <a:ext cx="0" cy="4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CE9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3" name="Freeform 295">
              <a:extLst>
                <a:ext uri="{FF2B5EF4-FFF2-40B4-BE49-F238E27FC236}">
                  <a16:creationId xmlns:a16="http://schemas.microsoft.com/office/drawing/2014/main" id="{C08D4F7E-0AB5-42C0-B3FD-09E91175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" y="1766"/>
              <a:ext cx="4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solidFill>
              <a:srgbClr val="BE75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4" name="Freeform 296">
              <a:extLst>
                <a:ext uri="{FF2B5EF4-FFF2-40B4-BE49-F238E27FC236}">
                  <a16:creationId xmlns:a16="http://schemas.microsoft.com/office/drawing/2014/main" id="{8AB30EE0-A634-45F1-9435-67DED9E52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" y="1766"/>
              <a:ext cx="47" cy="76"/>
            </a:xfrm>
            <a:custGeom>
              <a:avLst/>
              <a:gdLst>
                <a:gd name="T0" fmla="*/ 1 w 12"/>
                <a:gd name="T1" fmla="*/ 0 h 19"/>
                <a:gd name="T2" fmla="*/ 1 w 12"/>
                <a:gd name="T3" fmla="*/ 0 h 19"/>
                <a:gd name="T4" fmla="*/ 0 w 12"/>
                <a:gd name="T5" fmla="*/ 0 h 19"/>
                <a:gd name="T6" fmla="*/ 0 w 12"/>
                <a:gd name="T7" fmla="*/ 1 h 19"/>
                <a:gd name="T8" fmla="*/ 0 w 12"/>
                <a:gd name="T9" fmla="*/ 1 h 19"/>
                <a:gd name="T10" fmla="*/ 10 w 12"/>
                <a:gd name="T11" fmla="*/ 19 h 19"/>
                <a:gd name="T12" fmla="*/ 11 w 12"/>
                <a:gd name="T13" fmla="*/ 17 h 19"/>
                <a:gd name="T14" fmla="*/ 8 w 12"/>
                <a:gd name="T15" fmla="*/ 5 h 19"/>
                <a:gd name="T16" fmla="*/ 1 w 12"/>
                <a:gd name="T1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9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4"/>
                    <a:pt x="10" y="10"/>
                    <a:pt x="10" y="19"/>
                  </a:cubicBezTo>
                  <a:cubicBezTo>
                    <a:pt x="11" y="18"/>
                    <a:pt x="11" y="18"/>
                    <a:pt x="11" y="17"/>
                  </a:cubicBezTo>
                  <a:cubicBezTo>
                    <a:pt x="12" y="13"/>
                    <a:pt x="11" y="10"/>
                    <a:pt x="8" y="5"/>
                  </a:cubicBezTo>
                  <a:cubicBezTo>
                    <a:pt x="5" y="0"/>
                    <a:pt x="1" y="0"/>
                    <a:pt x="1" y="0"/>
                  </a:cubicBezTo>
                </a:path>
              </a:pathLst>
            </a:custGeom>
            <a:solidFill>
              <a:srgbClr val="F4AD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7">
              <a:extLst>
                <a:ext uri="{FF2B5EF4-FFF2-40B4-BE49-F238E27FC236}">
                  <a16:creationId xmlns:a16="http://schemas.microsoft.com/office/drawing/2014/main" id="{BBCE4D39-E0CB-435B-9016-41B19DC20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58"/>
              <a:ext cx="358" cy="458"/>
            </a:xfrm>
            <a:custGeom>
              <a:avLst/>
              <a:gdLst>
                <a:gd name="T0" fmla="*/ 85 w 90"/>
                <a:gd name="T1" fmla="*/ 28 h 115"/>
                <a:gd name="T2" fmla="*/ 68 w 90"/>
                <a:gd name="T3" fmla="*/ 56 h 115"/>
                <a:gd name="T4" fmla="*/ 17 w 90"/>
                <a:gd name="T5" fmla="*/ 109 h 115"/>
                <a:gd name="T6" fmla="*/ 2 w 90"/>
                <a:gd name="T7" fmla="*/ 81 h 115"/>
                <a:gd name="T8" fmla="*/ 2 w 90"/>
                <a:gd name="T9" fmla="*/ 80 h 115"/>
                <a:gd name="T10" fmla="*/ 22 w 90"/>
                <a:gd name="T11" fmla="*/ 52 h 115"/>
                <a:gd name="T12" fmla="*/ 29 w 90"/>
                <a:gd name="T13" fmla="*/ 44 h 115"/>
                <a:gd name="T14" fmla="*/ 35 w 90"/>
                <a:gd name="T15" fmla="*/ 37 h 115"/>
                <a:gd name="T16" fmla="*/ 68 w 90"/>
                <a:gd name="T17" fmla="*/ 1 h 115"/>
                <a:gd name="T18" fmla="*/ 85 w 90"/>
                <a:gd name="T19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115">
                  <a:moveTo>
                    <a:pt x="85" y="28"/>
                  </a:moveTo>
                  <a:cubicBezTo>
                    <a:pt x="85" y="28"/>
                    <a:pt x="72" y="49"/>
                    <a:pt x="68" y="56"/>
                  </a:cubicBezTo>
                  <a:cubicBezTo>
                    <a:pt x="63" y="62"/>
                    <a:pt x="34" y="115"/>
                    <a:pt x="17" y="109"/>
                  </a:cubicBezTo>
                  <a:cubicBezTo>
                    <a:pt x="0" y="104"/>
                    <a:pt x="2" y="81"/>
                    <a:pt x="2" y="81"/>
                  </a:cubicBezTo>
                  <a:cubicBezTo>
                    <a:pt x="2" y="80"/>
                    <a:pt x="2" y="80"/>
                    <a:pt x="2" y="80"/>
                  </a:cubicBezTo>
                  <a:cubicBezTo>
                    <a:pt x="2" y="80"/>
                    <a:pt x="11" y="65"/>
                    <a:pt x="22" y="52"/>
                  </a:cubicBezTo>
                  <a:cubicBezTo>
                    <a:pt x="24" y="49"/>
                    <a:pt x="26" y="46"/>
                    <a:pt x="29" y="44"/>
                  </a:cubicBezTo>
                  <a:cubicBezTo>
                    <a:pt x="31" y="41"/>
                    <a:pt x="33" y="39"/>
                    <a:pt x="35" y="37"/>
                  </a:cubicBezTo>
                  <a:cubicBezTo>
                    <a:pt x="58" y="15"/>
                    <a:pt x="66" y="3"/>
                    <a:pt x="68" y="1"/>
                  </a:cubicBezTo>
                  <a:cubicBezTo>
                    <a:pt x="71" y="0"/>
                    <a:pt x="90" y="9"/>
                    <a:pt x="85" y="28"/>
                  </a:cubicBezTo>
                </a:path>
              </a:pathLst>
            </a:custGeom>
            <a:solidFill>
              <a:srgbClr val="512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6" name="Freeform 298">
              <a:extLst>
                <a:ext uri="{FF2B5EF4-FFF2-40B4-BE49-F238E27FC236}">
                  <a16:creationId xmlns:a16="http://schemas.microsoft.com/office/drawing/2014/main" id="{90BD266A-C2E5-49AF-978B-7075E9CA4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" y="1922"/>
              <a:ext cx="12" cy="12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0 w 3"/>
                <a:gd name="T7" fmla="*/ 3 h 3"/>
                <a:gd name="T8" fmla="*/ 0 w 3"/>
                <a:gd name="T9" fmla="*/ 3 h 3"/>
                <a:gd name="T10" fmla="*/ 3 w 3"/>
                <a:gd name="T11" fmla="*/ 0 h 3"/>
                <a:gd name="T12" fmla="*/ 3 w 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1" y="1"/>
                    <a:pt x="2" y="0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2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554F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" name="Freeform 299">
              <a:extLst>
                <a:ext uri="{FF2B5EF4-FFF2-40B4-BE49-F238E27FC236}">
                  <a16:creationId xmlns:a16="http://schemas.microsoft.com/office/drawing/2014/main" id="{C2A7D121-B36A-4978-BAC2-AF207C1C6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" y="1922"/>
              <a:ext cx="68" cy="191"/>
            </a:xfrm>
            <a:custGeom>
              <a:avLst/>
              <a:gdLst>
                <a:gd name="T0" fmla="*/ 6 w 17"/>
                <a:gd name="T1" fmla="*/ 0 h 48"/>
                <a:gd name="T2" fmla="*/ 3 w 17"/>
                <a:gd name="T3" fmla="*/ 3 h 48"/>
                <a:gd name="T4" fmla="*/ 3 w 17"/>
                <a:gd name="T5" fmla="*/ 3 h 48"/>
                <a:gd name="T6" fmla="*/ 1 w 17"/>
                <a:gd name="T7" fmla="*/ 25 h 48"/>
                <a:gd name="T8" fmla="*/ 5 w 17"/>
                <a:gd name="T9" fmla="*/ 48 h 48"/>
                <a:gd name="T10" fmla="*/ 8 w 17"/>
                <a:gd name="T11" fmla="*/ 46 h 48"/>
                <a:gd name="T12" fmla="*/ 9 w 17"/>
                <a:gd name="T13" fmla="*/ 45 h 48"/>
                <a:gd name="T14" fmla="*/ 6 w 17"/>
                <a:gd name="T15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48">
                  <a:moveTo>
                    <a:pt x="6" y="0"/>
                  </a:moveTo>
                  <a:cubicBezTo>
                    <a:pt x="5" y="1"/>
                    <a:pt x="4" y="2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4"/>
                    <a:pt x="1" y="15"/>
                    <a:pt x="1" y="25"/>
                  </a:cubicBezTo>
                  <a:cubicBezTo>
                    <a:pt x="0" y="36"/>
                    <a:pt x="1" y="48"/>
                    <a:pt x="5" y="48"/>
                  </a:cubicBezTo>
                  <a:cubicBezTo>
                    <a:pt x="6" y="48"/>
                    <a:pt x="7" y="47"/>
                    <a:pt x="8" y="46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7" y="42"/>
                    <a:pt x="8" y="6"/>
                    <a:pt x="6" y="0"/>
                  </a:cubicBezTo>
                </a:path>
              </a:pathLst>
            </a:custGeom>
            <a:solidFill>
              <a:srgbClr val="703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300">
              <a:extLst>
                <a:ext uri="{FF2B5EF4-FFF2-40B4-BE49-F238E27FC236}">
                  <a16:creationId xmlns:a16="http://schemas.microsoft.com/office/drawing/2014/main" id="{BE4287AC-6079-4979-9BDF-BE9DE7500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" y="1563"/>
              <a:ext cx="271" cy="634"/>
            </a:xfrm>
            <a:custGeom>
              <a:avLst/>
              <a:gdLst>
                <a:gd name="T0" fmla="*/ 68 w 68"/>
                <a:gd name="T1" fmla="*/ 135 h 159"/>
                <a:gd name="T2" fmla="*/ 60 w 68"/>
                <a:gd name="T3" fmla="*/ 155 h 159"/>
                <a:gd name="T4" fmla="*/ 49 w 68"/>
                <a:gd name="T5" fmla="*/ 158 h 159"/>
                <a:gd name="T6" fmla="*/ 25 w 68"/>
                <a:gd name="T7" fmla="*/ 127 h 159"/>
                <a:gd name="T8" fmla="*/ 2 w 68"/>
                <a:gd name="T9" fmla="*/ 59 h 159"/>
                <a:gd name="T10" fmla="*/ 9 w 68"/>
                <a:gd name="T11" fmla="*/ 22 h 159"/>
                <a:gd name="T12" fmla="*/ 32 w 68"/>
                <a:gd name="T13" fmla="*/ 1 h 159"/>
                <a:gd name="T14" fmla="*/ 46 w 68"/>
                <a:gd name="T15" fmla="*/ 34 h 159"/>
                <a:gd name="T16" fmla="*/ 61 w 68"/>
                <a:gd name="T17" fmla="*/ 89 h 159"/>
                <a:gd name="T18" fmla="*/ 62 w 68"/>
                <a:gd name="T19" fmla="*/ 93 h 159"/>
                <a:gd name="T20" fmla="*/ 68 w 68"/>
                <a:gd name="T21" fmla="*/ 120 h 159"/>
                <a:gd name="T22" fmla="*/ 68 w 68"/>
                <a:gd name="T23" fmla="*/ 13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159">
                  <a:moveTo>
                    <a:pt x="68" y="135"/>
                  </a:moveTo>
                  <a:cubicBezTo>
                    <a:pt x="67" y="143"/>
                    <a:pt x="65" y="152"/>
                    <a:pt x="60" y="155"/>
                  </a:cubicBezTo>
                  <a:cubicBezTo>
                    <a:pt x="57" y="157"/>
                    <a:pt x="53" y="158"/>
                    <a:pt x="49" y="158"/>
                  </a:cubicBezTo>
                  <a:cubicBezTo>
                    <a:pt x="41" y="159"/>
                    <a:pt x="33" y="152"/>
                    <a:pt x="25" y="127"/>
                  </a:cubicBezTo>
                  <a:cubicBezTo>
                    <a:pt x="15" y="91"/>
                    <a:pt x="2" y="59"/>
                    <a:pt x="2" y="59"/>
                  </a:cubicBezTo>
                  <a:cubicBezTo>
                    <a:pt x="2" y="59"/>
                    <a:pt x="0" y="35"/>
                    <a:pt x="9" y="22"/>
                  </a:cubicBezTo>
                  <a:cubicBezTo>
                    <a:pt x="17" y="9"/>
                    <a:pt x="30" y="0"/>
                    <a:pt x="32" y="1"/>
                  </a:cubicBezTo>
                  <a:cubicBezTo>
                    <a:pt x="34" y="3"/>
                    <a:pt x="38" y="7"/>
                    <a:pt x="46" y="34"/>
                  </a:cubicBezTo>
                  <a:cubicBezTo>
                    <a:pt x="51" y="48"/>
                    <a:pt x="56" y="71"/>
                    <a:pt x="61" y="89"/>
                  </a:cubicBezTo>
                  <a:cubicBezTo>
                    <a:pt x="61" y="90"/>
                    <a:pt x="61" y="92"/>
                    <a:pt x="62" y="93"/>
                  </a:cubicBezTo>
                  <a:cubicBezTo>
                    <a:pt x="65" y="108"/>
                    <a:pt x="68" y="119"/>
                    <a:pt x="68" y="120"/>
                  </a:cubicBezTo>
                  <a:cubicBezTo>
                    <a:pt x="68" y="120"/>
                    <a:pt x="68" y="128"/>
                    <a:pt x="68" y="135"/>
                  </a:cubicBezTo>
                  <a:close/>
                </a:path>
              </a:pathLst>
            </a:custGeom>
            <a:solidFill>
              <a:srgbClr val="512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37" name="TextBox 118">
            <a:extLst>
              <a:ext uri="{FF2B5EF4-FFF2-40B4-BE49-F238E27FC236}">
                <a16:creationId xmlns:a16="http://schemas.microsoft.com/office/drawing/2014/main" id="{843A1EB4-F8B8-4A37-8389-34FA064C0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13" y="1922777"/>
            <a:ext cx="4941674" cy="1323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2" tIns="45711" rIns="91422" bIns="4571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s-MX" altLang="es-MX" sz="16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El objetivo de elevar los precios: Algunas empresas tratan de aprovecharse de que ciertos compradores siempre estén dispuestos a pagar un precio mecho más alto que los demás, porque el producto presenta para ellos un gran valor actual.</a:t>
            </a:r>
            <a:endParaRPr lang="id-ID" altLang="es-MX" sz="1600" b="1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39" name="TextBox 120">
            <a:extLst>
              <a:ext uri="{FF2B5EF4-FFF2-40B4-BE49-F238E27FC236}">
                <a16:creationId xmlns:a16="http://schemas.microsoft.com/office/drawing/2014/main" id="{9CDA1738-BDC5-4E5E-B168-FBEC62097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4252888"/>
            <a:ext cx="5391149" cy="107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2" tIns="45711" rIns="91422" bIns="4571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r>
              <a:rPr lang="es-MX" altLang="es-MX" sz="16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El objetivo de penetración en el mercado: Hay empresas que ponen precios relativamente bajos para estimular el crecimiento del mercado y apoderarse una parte grande de él.</a:t>
            </a:r>
            <a:endParaRPr lang="id-ID" altLang="es-MX" sz="1600" b="1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2" name="TextBox 237">
            <a:extLst>
              <a:ext uri="{FF2B5EF4-FFF2-40B4-BE49-F238E27FC236}">
                <a16:creationId xmlns:a16="http://schemas.microsoft.com/office/drawing/2014/main" id="{06F6FF4C-D0EC-4F57-BE0C-C4E23072F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999447"/>
            <a:ext cx="11878467" cy="1162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2" tIns="45711" rIns="91422" bIns="4571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s-MX" altLang="es-MX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Para establecer el precio de  un producto se debe tomar en consideración aspectos de Macro y Microeconomía, Psicológicos, Sociológicos y de Costeo directo todo lo cual está fuera de los alcances de este trabajo; por lo cual sólo se presenta algunas consideraciones que se deben tomar en cuenta al fijar el precio de un producto.</a:t>
            </a:r>
            <a:endParaRPr lang="en-US" altLang="es-MX" sz="16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es-MX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3B76FBAD-F615-493D-8DC8-23C5372F11BA}"/>
              </a:ext>
            </a:extLst>
          </p:cNvPr>
          <p:cNvSpPr txBox="1"/>
          <p:nvPr/>
        </p:nvSpPr>
        <p:spPr>
          <a:xfrm>
            <a:off x="2773364" y="233532"/>
            <a:ext cx="6191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dirty="0">
                <a:solidFill>
                  <a:schemeClr val="bg1"/>
                </a:solidFill>
                <a:latin typeface="Impact" panose="020B0806030902050204" pitchFamily="34" charset="0"/>
              </a:rPr>
              <a:t>PRECIO</a:t>
            </a:r>
          </a:p>
        </p:txBody>
      </p:sp>
    </p:spTree>
    <p:extLst>
      <p:ext uri="{BB962C8B-B14F-4D97-AF65-F5344CB8AC3E}">
        <p14:creationId xmlns:p14="http://schemas.microsoft.com/office/powerpoint/2010/main" val="35311050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" grpId="0"/>
      <p:bldP spid="339" grpId="0"/>
      <p:bldP spid="342" grpId="0"/>
      <p:bldP spid="3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578F376-7D2B-4A19-9B70-C241CD477F8D}"/>
              </a:ext>
            </a:extLst>
          </p:cNvPr>
          <p:cNvSpPr/>
          <p:nvPr/>
        </p:nvSpPr>
        <p:spPr>
          <a:xfrm>
            <a:off x="0" y="537"/>
            <a:ext cx="12192000" cy="6857463"/>
          </a:xfrm>
          <a:prstGeom prst="rect">
            <a:avLst/>
          </a:prstGeom>
          <a:solidFill>
            <a:srgbClr val="01C6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2" name="TextBox 761">
            <a:extLst>
              <a:ext uri="{FF2B5EF4-FFF2-40B4-BE49-F238E27FC236}">
                <a16:creationId xmlns:a16="http://schemas.microsoft.com/office/drawing/2014/main" id="{EF6FA859-2D9F-4894-9B5A-7866F04E3817}"/>
              </a:ext>
            </a:extLst>
          </p:cNvPr>
          <p:cNvSpPr txBox="1"/>
          <p:nvPr/>
        </p:nvSpPr>
        <p:spPr>
          <a:xfrm>
            <a:off x="2243402" y="526217"/>
            <a:ext cx="6191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dirty="0">
                <a:solidFill>
                  <a:schemeClr val="bg1"/>
                </a:solidFill>
                <a:latin typeface="Impact" panose="020B0806030902050204" pitchFamily="34" charset="0"/>
              </a:rPr>
              <a:t>PROMOCIÓN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8CB0C8-6064-5D93-0DE6-BAD349970C75}"/>
              </a:ext>
            </a:extLst>
          </p:cNvPr>
          <p:cNvSpPr txBox="1"/>
          <p:nvPr/>
        </p:nvSpPr>
        <p:spPr>
          <a:xfrm>
            <a:off x="762000" y="1449547"/>
            <a:ext cx="10335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La finalidad de la promoción es informar, persuadir y recordar a los consumidores la mezcla comercial de la empresa.</a:t>
            </a:r>
            <a:endParaRPr lang="es-SV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C669EC-178F-8928-B8D3-23AC63646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345" y="1975227"/>
            <a:ext cx="4890655" cy="435655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9436EC3-043B-1936-38FB-157AC33EA827}"/>
              </a:ext>
            </a:extLst>
          </p:cNvPr>
          <p:cNvSpPr txBox="1"/>
          <p:nvPr/>
        </p:nvSpPr>
        <p:spPr>
          <a:xfrm>
            <a:off x="762000" y="2286000"/>
            <a:ext cx="5458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La promoción efectiva consiste en cuatro objetivos fundamentales e interrelacionadas. Ellos son: 1) Llamar la Atención; 2) Mantener el interés; 3) Hacer nacer el deseo; 4) Obtener Acción.</a:t>
            </a:r>
            <a:endParaRPr lang="es-SV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836E3AF-9A5C-00BD-843D-5EE229DC9B48}"/>
              </a:ext>
            </a:extLst>
          </p:cNvPr>
          <p:cNvSpPr txBox="1"/>
          <p:nvPr/>
        </p:nvSpPr>
        <p:spPr>
          <a:xfrm>
            <a:off x="484909" y="3726873"/>
            <a:ext cx="6151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r>
              <a:rPr lang="es-MX" dirty="0">
                <a:solidFill>
                  <a:schemeClr val="bg1"/>
                </a:solidFill>
              </a:rPr>
              <a:t>Para lograr una promoción eficiente o efectiva y alcanzar los objetivos</a:t>
            </a:r>
            <a:endParaRPr lang="es-SV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147A84C-31EA-D606-EB81-E0295EABDDF8}"/>
              </a:ext>
            </a:extLst>
          </p:cNvPr>
          <p:cNvSpPr txBox="1"/>
          <p:nvPr/>
        </p:nvSpPr>
        <p:spPr>
          <a:xfrm>
            <a:off x="637309" y="4650203"/>
            <a:ext cx="479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</a:rPr>
              <a:t>.Anuncio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5122B38-4A31-4FFC-E404-7EA6C2D426FB}"/>
              </a:ext>
            </a:extLst>
          </p:cNvPr>
          <p:cNvSpPr txBox="1"/>
          <p:nvPr/>
        </p:nvSpPr>
        <p:spPr>
          <a:xfrm>
            <a:off x="637309" y="5167745"/>
            <a:ext cx="1454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</a:rPr>
              <a:t>.Publicidad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fracture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2" grpId="0"/>
      <p:bldP spid="6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D3593AC-B43F-4113-8A54-3CD60A0A0D92}"/>
              </a:ext>
            </a:extLst>
          </p:cNvPr>
          <p:cNvSpPr/>
          <p:nvPr/>
        </p:nvSpPr>
        <p:spPr>
          <a:xfrm>
            <a:off x="0" y="0"/>
            <a:ext cx="12192000" cy="6857463"/>
          </a:xfrm>
          <a:prstGeom prst="rect">
            <a:avLst/>
          </a:prstGeom>
          <a:solidFill>
            <a:srgbClr val="2A3E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1E915FB-35E8-4A80-8A8B-F5D412149A53}"/>
              </a:ext>
            </a:extLst>
          </p:cNvPr>
          <p:cNvSpPr txBox="1"/>
          <p:nvPr/>
        </p:nvSpPr>
        <p:spPr>
          <a:xfrm>
            <a:off x="2895203" y="246151"/>
            <a:ext cx="6191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dirty="0">
                <a:solidFill>
                  <a:schemeClr val="bg1"/>
                </a:solidFill>
                <a:latin typeface="Impact" panose="020B0806030902050204" pitchFamily="34" charset="0"/>
              </a:rPr>
              <a:t> LA PLAZA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63C77A5-BB3C-8894-9FF7-E3476C7327FB}"/>
              </a:ext>
            </a:extLst>
          </p:cNvPr>
          <p:cNvSpPr txBox="1"/>
          <p:nvPr/>
        </p:nvSpPr>
        <p:spPr>
          <a:xfrm>
            <a:off x="468558" y="1051234"/>
            <a:ext cx="1102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Se entenderá por plaza de mercado al cual se busca hacer llegar y llevar, el producto de tal suerte que el usuario y consumidor pueda adquirirlo en el lugar y momento que lo necesite a un precio adecuado.</a:t>
            </a:r>
            <a:endParaRPr lang="es-SV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E9DBAD-DF7F-C1D9-6DE9-F978E3BFFB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68" b="20749"/>
          <a:stretch/>
        </p:blipFill>
        <p:spPr>
          <a:xfrm>
            <a:off x="1856509" y="2220715"/>
            <a:ext cx="6511636" cy="416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83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87D38D-8ED4-1BBF-DF95-501AABB9F8E3}"/>
              </a:ext>
            </a:extLst>
          </p:cNvPr>
          <p:cNvSpPr txBox="1"/>
          <p:nvPr/>
        </p:nvSpPr>
        <p:spPr>
          <a:xfrm>
            <a:off x="2410691" y="526473"/>
            <a:ext cx="7232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                                        </a:t>
            </a:r>
            <a:r>
              <a:rPr lang="es-SV" sz="3600" b="1" dirty="0">
                <a:solidFill>
                  <a:schemeClr val="bg1"/>
                </a:solidFill>
              </a:rPr>
              <a:t>2.Semicontrolables </a:t>
            </a:r>
            <a:endParaRPr lang="es-SV" b="1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B1E8CC-4DBA-15A0-29DC-111729AB9639}"/>
              </a:ext>
            </a:extLst>
          </p:cNvPr>
          <p:cNvSpPr txBox="1"/>
          <p:nvPr/>
        </p:nvSpPr>
        <p:spPr>
          <a:xfrm>
            <a:off x="651164" y="1172804"/>
            <a:ext cx="110836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Aquellas que las decisiones de los ejecutivos de mercadeo pueden controlar o modificar sólo hasta cierto grado, como: sus recursos humanos, materiales, financieros, técnicos y administrativos, sus ventajas diferenciales o competitivas, su localización, y prestigio, sus relaciones, etc.</a:t>
            </a:r>
            <a:endParaRPr lang="es-SV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E0D416-CB2E-C699-0D63-ED0F5302F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1" y="2875684"/>
            <a:ext cx="8659091" cy="378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6052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29ADF8A-6F3D-7A99-455E-81BD07727CB5}"/>
              </a:ext>
            </a:extLst>
          </p:cNvPr>
          <p:cNvSpPr txBox="1"/>
          <p:nvPr/>
        </p:nvSpPr>
        <p:spPr>
          <a:xfrm>
            <a:off x="3648075" y="391256"/>
            <a:ext cx="853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2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1.COMPETENCIA: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7FDEA7-4A52-F13A-F6CC-9BBFA8521F50}"/>
              </a:ext>
            </a:extLst>
          </p:cNvPr>
          <p:cNvSpPr txBox="1"/>
          <p:nvPr/>
        </p:nvSpPr>
        <p:spPr>
          <a:xfrm>
            <a:off x="374073" y="1189805"/>
            <a:ext cx="102246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</a:rPr>
              <a:t>.</a:t>
            </a:r>
            <a:r>
              <a:rPr lang="es-SV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ESTRATEGIAS DE LOS COMPETIDORES: Puedes analizar las estrategias de tus competidores y adaptar tus propias acciones en función de ellas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15D965-0C72-16C1-E665-688EA987098D}"/>
              </a:ext>
            </a:extLst>
          </p:cNvPr>
          <p:cNvSpPr txBox="1"/>
          <p:nvPr/>
        </p:nvSpPr>
        <p:spPr>
          <a:xfrm>
            <a:off x="360218" y="2159301"/>
            <a:ext cx="6982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2000" dirty="0">
                <a:solidFill>
                  <a:schemeClr val="bg1"/>
                </a:solidFill>
              </a:rPr>
              <a:t>. </a:t>
            </a:r>
            <a:r>
              <a:rPr lang="es-SV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POSICIONAMIENTO EN EL MERCADO: Puedes influir  en la percepción que los clientes tienen de tu marca en relación a la competencia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4CC12E-2BA2-F86B-8158-C04D3BD7DD3E}"/>
              </a:ext>
            </a:extLst>
          </p:cNvPr>
          <p:cNvSpPr txBox="1"/>
          <p:nvPr/>
        </p:nvSpPr>
        <p:spPr>
          <a:xfrm>
            <a:off x="374073" y="3233043"/>
            <a:ext cx="66363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</a:rPr>
              <a:t>.</a:t>
            </a:r>
            <a:r>
              <a:rPr lang="es-SV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PRESIÓN DE PRECIOS:  Puedes ajustar tus precios en respuestas a los cambios en los precios de la competencia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D36C3CE-3382-AACD-8421-3CA183DDE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4" y="4510316"/>
            <a:ext cx="6137563" cy="231575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9C35F9E-93D8-7A27-94E4-13E0ECC29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364" y="2159301"/>
            <a:ext cx="3733800" cy="304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277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B5B0EDD-F7C1-AD01-F8B7-3180BEE76311}"/>
              </a:ext>
            </a:extLst>
          </p:cNvPr>
          <p:cNvSpPr txBox="1"/>
          <p:nvPr/>
        </p:nvSpPr>
        <p:spPr>
          <a:xfrm>
            <a:off x="3796145" y="387927"/>
            <a:ext cx="7716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2800" dirty="0">
                <a:solidFill>
                  <a:schemeClr val="bg1"/>
                </a:solidFill>
              </a:rPr>
              <a:t>2.ENTORNO ECONÓMICO: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613A33-5B79-156A-DAAB-C22177CA43C0}"/>
              </a:ext>
            </a:extLst>
          </p:cNvPr>
          <p:cNvSpPr txBox="1"/>
          <p:nvPr/>
        </p:nvSpPr>
        <p:spPr>
          <a:xfrm>
            <a:off x="831273" y="1343891"/>
            <a:ext cx="6165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.</a:t>
            </a:r>
            <a:r>
              <a:rPr lang="es-SV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FLUCTUACIONES DE MERCADO: Puedes implementar estrategias para mitigar el impacto de las fluctuaciones económicas ,como diversificar productos  o servicios.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EB62726-105C-7E4F-07CD-53A41D25C4A0}"/>
              </a:ext>
            </a:extLst>
          </p:cNvPr>
          <p:cNvSpPr txBox="1"/>
          <p:nvPr/>
        </p:nvSpPr>
        <p:spPr>
          <a:xfrm>
            <a:off x="997527" y="2693737"/>
            <a:ext cx="572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.TASA DE INTERÉS: Puedes ajustar tus estrategias de financiación de las tasas de interés del mercado</a:t>
            </a:r>
            <a:r>
              <a:rPr lang="es-SV" dirty="0"/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57CD49-BACA-3BEA-7BF0-A3504D474A24}"/>
              </a:ext>
            </a:extLst>
          </p:cNvPr>
          <p:cNvSpPr txBox="1"/>
          <p:nvPr/>
        </p:nvSpPr>
        <p:spPr>
          <a:xfrm>
            <a:off x="997527" y="3766584"/>
            <a:ext cx="5444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.PODER ADQUISITIVO DEL CONSUMIDOR: Puedes ajustar tus precios o lanzar productos más accesibles para adaptarte al poder adquisitivo del consumidor.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714110-92F2-E98E-DDF2-7A27F207C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545" y="1343891"/>
            <a:ext cx="5124671" cy="403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790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2373265-E0D4-C1B1-96C9-B398E922041C}"/>
              </a:ext>
            </a:extLst>
          </p:cNvPr>
          <p:cNvSpPr txBox="1"/>
          <p:nvPr/>
        </p:nvSpPr>
        <p:spPr>
          <a:xfrm>
            <a:off x="4225636" y="415636"/>
            <a:ext cx="10432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LOCALIZACIÓN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DAD32A1-90BC-C428-4E22-1A4268F0104E}"/>
              </a:ext>
            </a:extLst>
          </p:cNvPr>
          <p:cNvSpPr txBox="1"/>
          <p:nvPr/>
        </p:nvSpPr>
        <p:spPr>
          <a:xfrm>
            <a:off x="858982" y="1468582"/>
            <a:ext cx="10432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el proceso de adaptar el contenido de un producto o de una campaña de marketing a un mercado específico y a su público. Se trata de asegurar que el mensaje sea escuchado y comprendido por todos los que puedan estar interesados en él.</a:t>
            </a:r>
            <a:endParaRPr lang="es-SV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4B3DEC-80CC-4656-8BFE-F4F19ED95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34" y="2747368"/>
            <a:ext cx="5384657" cy="369499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D620C85-3AC1-D2BF-28DB-31BE0402F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911" y="2699201"/>
            <a:ext cx="3456711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8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59A6947-F5A4-DE71-B303-7E37A33C33D0}"/>
              </a:ext>
            </a:extLst>
          </p:cNvPr>
          <p:cNvSpPr txBox="1"/>
          <p:nvPr/>
        </p:nvSpPr>
        <p:spPr>
          <a:xfrm>
            <a:off x="3768437" y="-152399"/>
            <a:ext cx="90054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3600" dirty="0"/>
              <a:t>                                                                           </a:t>
            </a:r>
            <a:r>
              <a:rPr lang="es-SV" sz="3600" dirty="0">
                <a:solidFill>
                  <a:schemeClr val="bg1"/>
                </a:solidFill>
              </a:rPr>
              <a:t>3.INCONTROLABLES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574EBCD-F6EB-F3DB-AA92-5A2A3D1AAE91}"/>
              </a:ext>
            </a:extLst>
          </p:cNvPr>
          <p:cNvSpPr txBox="1"/>
          <p:nvPr/>
        </p:nvSpPr>
        <p:spPr>
          <a:xfrm>
            <a:off x="228600" y="1302326"/>
            <a:ext cx="1173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Aquellas que las decisiones de los ejecutivos de mercadeo no pueden modificar, por ejemplo: el medio ambiente social, cultural, político , economía y la  legislación.</a:t>
            </a:r>
            <a:endParaRPr lang="es-SV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7333C42-07C8-2ADC-20F1-9820FA018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853" y="2775743"/>
            <a:ext cx="5816311" cy="309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310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5721C51-A983-9DC1-7435-EB297569220E}"/>
              </a:ext>
            </a:extLst>
          </p:cNvPr>
          <p:cNvSpPr txBox="1"/>
          <p:nvPr/>
        </p:nvSpPr>
        <p:spPr>
          <a:xfrm>
            <a:off x="3352800" y="503458"/>
            <a:ext cx="9836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2400" dirty="0">
                <a:solidFill>
                  <a:schemeClr val="bg1"/>
                </a:solidFill>
              </a:rPr>
              <a:t>1. ENTORNO POLÍTICO Y LEGAL: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70FEC0-6ACF-72C4-CB5F-2EA5CB66ACC8}"/>
              </a:ext>
            </a:extLst>
          </p:cNvPr>
          <p:cNvSpPr txBox="1"/>
          <p:nvPr/>
        </p:nvSpPr>
        <p:spPr>
          <a:xfrm>
            <a:off x="401781" y="1187669"/>
            <a:ext cx="11014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LEYES Y REGULACIONES: Las empresas deben cumplir con las leyes y regulaciones de los países en los que operan , lo que puede afectar sus estrategias de marketing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310C1C8-91B9-D645-E97D-5BE7D72ECC55}"/>
              </a:ext>
            </a:extLst>
          </p:cNvPr>
          <p:cNvSpPr txBox="1"/>
          <p:nvPr/>
        </p:nvSpPr>
        <p:spPr>
          <a:xfrm>
            <a:off x="207818" y="2125129"/>
            <a:ext cx="11055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POLÍTICAS GUBERNAMENTALES: Las políticas gubernamentales pueden influir en la economía , el comercio y el consumo , impactando las estrategias de marketing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CA251E-C34F-5069-A916-5AFFDF93964F}"/>
              </a:ext>
            </a:extLst>
          </p:cNvPr>
          <p:cNvSpPr txBox="1"/>
          <p:nvPr/>
        </p:nvSpPr>
        <p:spPr>
          <a:xfrm>
            <a:off x="304799" y="3062589"/>
            <a:ext cx="10861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.CAMBIOS EN LAS POLITICAS: Cambios inesperados en la políticas pueden generar incertidumbre y afectar las estrategias de marketing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130D417-C7CE-121E-3AE8-947BFA254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652" y="3810000"/>
            <a:ext cx="7143750" cy="28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6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AEEB043-DCFA-3F53-51FF-93D577A754B0}"/>
              </a:ext>
            </a:extLst>
          </p:cNvPr>
          <p:cNvSpPr txBox="1"/>
          <p:nvPr/>
        </p:nvSpPr>
        <p:spPr>
          <a:xfrm>
            <a:off x="4128655" y="458827"/>
            <a:ext cx="8201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ECONOMIA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CB620F-3681-0183-5E09-0B61AFD285B2}"/>
              </a:ext>
            </a:extLst>
          </p:cNvPr>
          <p:cNvSpPr txBox="1"/>
          <p:nvPr/>
        </p:nvSpPr>
        <p:spPr>
          <a:xfrm>
            <a:off x="706582" y="1371600"/>
            <a:ext cx="10141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Estudia cómo las sociedades utilizan sus recursos limitados para producir y distribuir bienes y servicios, desde las necesidades humanas más básicas hasta el comercio internacional y la innovación tecnológica, incidiendo directamente en la vida de las personas.</a:t>
            </a:r>
            <a:endParaRPr lang="es-SV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1A9C92-918F-BCAF-A3BA-4AF5CA1E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53"/>
          <a:stretch/>
        </p:blipFill>
        <p:spPr>
          <a:xfrm>
            <a:off x="1352983" y="2684483"/>
            <a:ext cx="7629525" cy="357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3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3FC76F4-12C3-4F26-977E-DF39FC0A143B}"/>
              </a:ext>
            </a:extLst>
          </p:cNvPr>
          <p:cNvSpPr>
            <a:spLocks/>
          </p:cNvSpPr>
          <p:nvPr/>
        </p:nvSpPr>
        <p:spPr bwMode="auto">
          <a:xfrm>
            <a:off x="1" y="1"/>
            <a:ext cx="6577361" cy="6857999"/>
          </a:xfrm>
          <a:custGeom>
            <a:avLst/>
            <a:gdLst>
              <a:gd name="T0" fmla="*/ 3079 w 4289"/>
              <a:gd name="T1" fmla="*/ 4472 h 4472"/>
              <a:gd name="T2" fmla="*/ 0 w 4289"/>
              <a:gd name="T3" fmla="*/ 4472 h 4472"/>
              <a:gd name="T4" fmla="*/ 0 w 4289"/>
              <a:gd name="T5" fmla="*/ 0 h 4472"/>
              <a:gd name="T6" fmla="*/ 4289 w 4289"/>
              <a:gd name="T7" fmla="*/ 0 h 4472"/>
              <a:gd name="T8" fmla="*/ 3079 w 4289"/>
              <a:gd name="T9" fmla="*/ 4472 h 4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89" h="4472">
                <a:moveTo>
                  <a:pt x="3079" y="4472"/>
                </a:moveTo>
                <a:lnTo>
                  <a:pt x="0" y="4472"/>
                </a:lnTo>
                <a:lnTo>
                  <a:pt x="0" y="0"/>
                </a:lnTo>
                <a:lnTo>
                  <a:pt x="4289" y="0"/>
                </a:lnTo>
                <a:lnTo>
                  <a:pt x="3079" y="44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D4982-CF60-48CF-9683-847BC7363E0F}"/>
              </a:ext>
            </a:extLst>
          </p:cNvPr>
          <p:cNvSpPr txBox="1"/>
          <p:nvPr/>
        </p:nvSpPr>
        <p:spPr>
          <a:xfrm>
            <a:off x="6355195" y="186449"/>
            <a:ext cx="59713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3C085E"/>
                </a:solidFill>
                <a:latin typeface="Impact" panose="020B0806030902050204" pitchFamily="34" charset="0"/>
              </a:rPr>
              <a:t>GRACIAS POR SU ATENCIÓN PRESTADA 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D178E34E-FBB5-4948-8CE4-308A7CC0B5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5900" y="2402707"/>
            <a:ext cx="5270499" cy="804863"/>
            <a:chOff x="124" y="1505"/>
            <a:chExt cx="3320" cy="507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F6B3AA2D-5CBC-49ED-BA77-F4533359C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" y="1505"/>
              <a:ext cx="303" cy="507"/>
            </a:xfrm>
            <a:custGeom>
              <a:avLst/>
              <a:gdLst>
                <a:gd name="T0" fmla="*/ 262 w 303"/>
                <a:gd name="T1" fmla="*/ 0 h 507"/>
                <a:gd name="T2" fmla="*/ 303 w 303"/>
                <a:gd name="T3" fmla="*/ 254 h 507"/>
                <a:gd name="T4" fmla="*/ 262 w 303"/>
                <a:gd name="T5" fmla="*/ 435 h 507"/>
                <a:gd name="T6" fmla="*/ 101 w 303"/>
                <a:gd name="T7" fmla="*/ 507 h 507"/>
                <a:gd name="T8" fmla="*/ 116 w 303"/>
                <a:gd name="T9" fmla="*/ 326 h 507"/>
                <a:gd name="T10" fmla="*/ 0 w 303"/>
                <a:gd name="T11" fmla="*/ 191 h 507"/>
                <a:gd name="T12" fmla="*/ 171 w 303"/>
                <a:gd name="T13" fmla="*/ 155 h 507"/>
                <a:gd name="T14" fmla="*/ 262 w 303"/>
                <a:gd name="T15" fmla="*/ 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3" h="507">
                  <a:moveTo>
                    <a:pt x="262" y="0"/>
                  </a:moveTo>
                  <a:lnTo>
                    <a:pt x="303" y="254"/>
                  </a:lnTo>
                  <a:lnTo>
                    <a:pt x="262" y="435"/>
                  </a:lnTo>
                  <a:lnTo>
                    <a:pt x="101" y="507"/>
                  </a:lnTo>
                  <a:lnTo>
                    <a:pt x="116" y="326"/>
                  </a:lnTo>
                  <a:lnTo>
                    <a:pt x="0" y="191"/>
                  </a:lnTo>
                  <a:lnTo>
                    <a:pt x="171" y="155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D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AE9FAB5-6459-465B-8430-E99BC7BC8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" y="1505"/>
              <a:ext cx="263" cy="507"/>
            </a:xfrm>
            <a:custGeom>
              <a:avLst/>
              <a:gdLst>
                <a:gd name="T0" fmla="*/ 141 w 263"/>
                <a:gd name="T1" fmla="*/ 326 h 507"/>
                <a:gd name="T2" fmla="*/ 162 w 263"/>
                <a:gd name="T3" fmla="*/ 507 h 507"/>
                <a:gd name="T4" fmla="*/ 0 w 263"/>
                <a:gd name="T5" fmla="*/ 435 h 507"/>
                <a:gd name="T6" fmla="*/ 0 w 263"/>
                <a:gd name="T7" fmla="*/ 0 h 507"/>
                <a:gd name="T8" fmla="*/ 86 w 263"/>
                <a:gd name="T9" fmla="*/ 155 h 507"/>
                <a:gd name="T10" fmla="*/ 263 w 263"/>
                <a:gd name="T11" fmla="*/ 191 h 507"/>
                <a:gd name="T12" fmla="*/ 141 w 263"/>
                <a:gd name="T13" fmla="*/ 326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" h="507">
                  <a:moveTo>
                    <a:pt x="141" y="326"/>
                  </a:moveTo>
                  <a:lnTo>
                    <a:pt x="162" y="507"/>
                  </a:lnTo>
                  <a:lnTo>
                    <a:pt x="0" y="435"/>
                  </a:lnTo>
                  <a:lnTo>
                    <a:pt x="0" y="0"/>
                  </a:lnTo>
                  <a:lnTo>
                    <a:pt x="86" y="155"/>
                  </a:lnTo>
                  <a:lnTo>
                    <a:pt x="263" y="191"/>
                  </a:lnTo>
                  <a:lnTo>
                    <a:pt x="141" y="326"/>
                  </a:lnTo>
                  <a:close/>
                </a:path>
              </a:pathLst>
            </a:custGeom>
            <a:solidFill>
              <a:srgbClr val="FFD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D0D8BD5-5324-4344-B14D-013C9B070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505"/>
              <a:ext cx="303" cy="507"/>
            </a:xfrm>
            <a:custGeom>
              <a:avLst/>
              <a:gdLst>
                <a:gd name="T0" fmla="*/ 263 w 303"/>
                <a:gd name="T1" fmla="*/ 0 h 507"/>
                <a:gd name="T2" fmla="*/ 303 w 303"/>
                <a:gd name="T3" fmla="*/ 254 h 507"/>
                <a:gd name="T4" fmla="*/ 263 w 303"/>
                <a:gd name="T5" fmla="*/ 435 h 507"/>
                <a:gd name="T6" fmla="*/ 101 w 303"/>
                <a:gd name="T7" fmla="*/ 507 h 507"/>
                <a:gd name="T8" fmla="*/ 121 w 303"/>
                <a:gd name="T9" fmla="*/ 326 h 507"/>
                <a:gd name="T10" fmla="*/ 0 w 303"/>
                <a:gd name="T11" fmla="*/ 191 h 507"/>
                <a:gd name="T12" fmla="*/ 177 w 303"/>
                <a:gd name="T13" fmla="*/ 155 h 507"/>
                <a:gd name="T14" fmla="*/ 263 w 303"/>
                <a:gd name="T15" fmla="*/ 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3" h="507">
                  <a:moveTo>
                    <a:pt x="263" y="0"/>
                  </a:moveTo>
                  <a:lnTo>
                    <a:pt x="303" y="254"/>
                  </a:lnTo>
                  <a:lnTo>
                    <a:pt x="263" y="435"/>
                  </a:lnTo>
                  <a:lnTo>
                    <a:pt x="101" y="507"/>
                  </a:lnTo>
                  <a:lnTo>
                    <a:pt x="121" y="326"/>
                  </a:lnTo>
                  <a:lnTo>
                    <a:pt x="0" y="191"/>
                  </a:lnTo>
                  <a:lnTo>
                    <a:pt x="177" y="155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FFD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31D6D974-D3D9-4C28-8066-56DB1032E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" y="1505"/>
              <a:ext cx="262" cy="507"/>
            </a:xfrm>
            <a:custGeom>
              <a:avLst/>
              <a:gdLst>
                <a:gd name="T0" fmla="*/ 146 w 262"/>
                <a:gd name="T1" fmla="*/ 326 h 507"/>
                <a:gd name="T2" fmla="*/ 161 w 262"/>
                <a:gd name="T3" fmla="*/ 507 h 507"/>
                <a:gd name="T4" fmla="*/ 0 w 262"/>
                <a:gd name="T5" fmla="*/ 435 h 507"/>
                <a:gd name="T6" fmla="*/ 0 w 262"/>
                <a:gd name="T7" fmla="*/ 0 h 507"/>
                <a:gd name="T8" fmla="*/ 90 w 262"/>
                <a:gd name="T9" fmla="*/ 155 h 507"/>
                <a:gd name="T10" fmla="*/ 262 w 262"/>
                <a:gd name="T11" fmla="*/ 191 h 507"/>
                <a:gd name="T12" fmla="*/ 146 w 262"/>
                <a:gd name="T13" fmla="*/ 326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2" h="507">
                  <a:moveTo>
                    <a:pt x="146" y="326"/>
                  </a:moveTo>
                  <a:lnTo>
                    <a:pt x="161" y="507"/>
                  </a:lnTo>
                  <a:lnTo>
                    <a:pt x="0" y="435"/>
                  </a:lnTo>
                  <a:lnTo>
                    <a:pt x="0" y="0"/>
                  </a:lnTo>
                  <a:lnTo>
                    <a:pt x="90" y="155"/>
                  </a:lnTo>
                  <a:lnTo>
                    <a:pt x="262" y="191"/>
                  </a:lnTo>
                  <a:lnTo>
                    <a:pt x="146" y="326"/>
                  </a:lnTo>
                  <a:close/>
                </a:path>
              </a:pathLst>
            </a:custGeom>
            <a:solidFill>
              <a:srgbClr val="FFD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E74F2B6A-B8A3-41BC-B1F3-371512A4D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1505"/>
              <a:ext cx="302" cy="507"/>
            </a:xfrm>
            <a:custGeom>
              <a:avLst/>
              <a:gdLst>
                <a:gd name="T0" fmla="*/ 262 w 302"/>
                <a:gd name="T1" fmla="*/ 0 h 507"/>
                <a:gd name="T2" fmla="*/ 302 w 302"/>
                <a:gd name="T3" fmla="*/ 254 h 507"/>
                <a:gd name="T4" fmla="*/ 262 w 302"/>
                <a:gd name="T5" fmla="*/ 435 h 507"/>
                <a:gd name="T6" fmla="*/ 100 w 302"/>
                <a:gd name="T7" fmla="*/ 507 h 507"/>
                <a:gd name="T8" fmla="*/ 116 w 302"/>
                <a:gd name="T9" fmla="*/ 326 h 507"/>
                <a:gd name="T10" fmla="*/ 0 w 302"/>
                <a:gd name="T11" fmla="*/ 191 h 507"/>
                <a:gd name="T12" fmla="*/ 171 w 302"/>
                <a:gd name="T13" fmla="*/ 155 h 507"/>
                <a:gd name="T14" fmla="*/ 262 w 302"/>
                <a:gd name="T15" fmla="*/ 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2" h="507">
                  <a:moveTo>
                    <a:pt x="262" y="0"/>
                  </a:moveTo>
                  <a:lnTo>
                    <a:pt x="302" y="254"/>
                  </a:lnTo>
                  <a:lnTo>
                    <a:pt x="262" y="435"/>
                  </a:lnTo>
                  <a:lnTo>
                    <a:pt x="100" y="507"/>
                  </a:lnTo>
                  <a:lnTo>
                    <a:pt x="116" y="326"/>
                  </a:lnTo>
                  <a:lnTo>
                    <a:pt x="0" y="191"/>
                  </a:lnTo>
                  <a:lnTo>
                    <a:pt x="171" y="155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D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DAC4429-1079-4AAF-8E76-62E5F4DC9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" y="1505"/>
              <a:ext cx="262" cy="507"/>
            </a:xfrm>
            <a:custGeom>
              <a:avLst/>
              <a:gdLst>
                <a:gd name="T0" fmla="*/ 141 w 262"/>
                <a:gd name="T1" fmla="*/ 326 h 507"/>
                <a:gd name="T2" fmla="*/ 161 w 262"/>
                <a:gd name="T3" fmla="*/ 507 h 507"/>
                <a:gd name="T4" fmla="*/ 0 w 262"/>
                <a:gd name="T5" fmla="*/ 435 h 507"/>
                <a:gd name="T6" fmla="*/ 0 w 262"/>
                <a:gd name="T7" fmla="*/ 0 h 507"/>
                <a:gd name="T8" fmla="*/ 86 w 262"/>
                <a:gd name="T9" fmla="*/ 155 h 507"/>
                <a:gd name="T10" fmla="*/ 262 w 262"/>
                <a:gd name="T11" fmla="*/ 191 h 507"/>
                <a:gd name="T12" fmla="*/ 141 w 262"/>
                <a:gd name="T13" fmla="*/ 326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2" h="507">
                  <a:moveTo>
                    <a:pt x="141" y="326"/>
                  </a:moveTo>
                  <a:lnTo>
                    <a:pt x="161" y="507"/>
                  </a:lnTo>
                  <a:lnTo>
                    <a:pt x="0" y="435"/>
                  </a:lnTo>
                  <a:lnTo>
                    <a:pt x="0" y="0"/>
                  </a:lnTo>
                  <a:lnTo>
                    <a:pt x="86" y="155"/>
                  </a:lnTo>
                  <a:lnTo>
                    <a:pt x="262" y="191"/>
                  </a:lnTo>
                  <a:lnTo>
                    <a:pt x="141" y="326"/>
                  </a:lnTo>
                  <a:close/>
                </a:path>
              </a:pathLst>
            </a:custGeom>
            <a:solidFill>
              <a:srgbClr val="FFD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D08CDC46-AFE6-435C-877C-0F20211C1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" y="1505"/>
              <a:ext cx="303" cy="507"/>
            </a:xfrm>
            <a:custGeom>
              <a:avLst/>
              <a:gdLst>
                <a:gd name="T0" fmla="*/ 262 w 303"/>
                <a:gd name="T1" fmla="*/ 0 h 507"/>
                <a:gd name="T2" fmla="*/ 303 w 303"/>
                <a:gd name="T3" fmla="*/ 254 h 507"/>
                <a:gd name="T4" fmla="*/ 262 w 303"/>
                <a:gd name="T5" fmla="*/ 435 h 507"/>
                <a:gd name="T6" fmla="*/ 101 w 303"/>
                <a:gd name="T7" fmla="*/ 507 h 507"/>
                <a:gd name="T8" fmla="*/ 121 w 303"/>
                <a:gd name="T9" fmla="*/ 326 h 507"/>
                <a:gd name="T10" fmla="*/ 0 w 303"/>
                <a:gd name="T11" fmla="*/ 191 h 507"/>
                <a:gd name="T12" fmla="*/ 177 w 303"/>
                <a:gd name="T13" fmla="*/ 155 h 507"/>
                <a:gd name="T14" fmla="*/ 262 w 303"/>
                <a:gd name="T15" fmla="*/ 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3" h="507">
                  <a:moveTo>
                    <a:pt x="262" y="0"/>
                  </a:moveTo>
                  <a:lnTo>
                    <a:pt x="303" y="254"/>
                  </a:lnTo>
                  <a:lnTo>
                    <a:pt x="262" y="435"/>
                  </a:lnTo>
                  <a:lnTo>
                    <a:pt x="101" y="507"/>
                  </a:lnTo>
                  <a:lnTo>
                    <a:pt x="121" y="326"/>
                  </a:lnTo>
                  <a:lnTo>
                    <a:pt x="0" y="191"/>
                  </a:lnTo>
                  <a:lnTo>
                    <a:pt x="177" y="155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D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7F524A3C-76A7-4470-9BF4-64177127E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1505"/>
              <a:ext cx="263" cy="507"/>
            </a:xfrm>
            <a:custGeom>
              <a:avLst/>
              <a:gdLst>
                <a:gd name="T0" fmla="*/ 147 w 263"/>
                <a:gd name="T1" fmla="*/ 326 h 507"/>
                <a:gd name="T2" fmla="*/ 167 w 263"/>
                <a:gd name="T3" fmla="*/ 507 h 507"/>
                <a:gd name="T4" fmla="*/ 0 w 263"/>
                <a:gd name="T5" fmla="*/ 435 h 507"/>
                <a:gd name="T6" fmla="*/ 0 w 263"/>
                <a:gd name="T7" fmla="*/ 0 h 507"/>
                <a:gd name="T8" fmla="*/ 91 w 263"/>
                <a:gd name="T9" fmla="*/ 155 h 507"/>
                <a:gd name="T10" fmla="*/ 263 w 263"/>
                <a:gd name="T11" fmla="*/ 191 h 507"/>
                <a:gd name="T12" fmla="*/ 147 w 263"/>
                <a:gd name="T13" fmla="*/ 326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" h="507">
                  <a:moveTo>
                    <a:pt x="147" y="326"/>
                  </a:moveTo>
                  <a:lnTo>
                    <a:pt x="167" y="507"/>
                  </a:lnTo>
                  <a:lnTo>
                    <a:pt x="0" y="435"/>
                  </a:lnTo>
                  <a:lnTo>
                    <a:pt x="0" y="0"/>
                  </a:lnTo>
                  <a:lnTo>
                    <a:pt x="91" y="155"/>
                  </a:lnTo>
                  <a:lnTo>
                    <a:pt x="263" y="191"/>
                  </a:lnTo>
                  <a:lnTo>
                    <a:pt x="147" y="326"/>
                  </a:lnTo>
                  <a:close/>
                </a:path>
              </a:pathLst>
            </a:custGeom>
            <a:solidFill>
              <a:srgbClr val="FFD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67BD8757-B4F6-4D0B-A0E9-9FD40FC6D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" y="1505"/>
              <a:ext cx="303" cy="507"/>
            </a:xfrm>
            <a:custGeom>
              <a:avLst/>
              <a:gdLst>
                <a:gd name="T0" fmla="*/ 263 w 303"/>
                <a:gd name="T1" fmla="*/ 0 h 507"/>
                <a:gd name="T2" fmla="*/ 303 w 303"/>
                <a:gd name="T3" fmla="*/ 254 h 507"/>
                <a:gd name="T4" fmla="*/ 263 w 303"/>
                <a:gd name="T5" fmla="*/ 435 h 507"/>
                <a:gd name="T6" fmla="*/ 101 w 303"/>
                <a:gd name="T7" fmla="*/ 507 h 507"/>
                <a:gd name="T8" fmla="*/ 121 w 303"/>
                <a:gd name="T9" fmla="*/ 326 h 507"/>
                <a:gd name="T10" fmla="*/ 0 w 303"/>
                <a:gd name="T11" fmla="*/ 191 h 507"/>
                <a:gd name="T12" fmla="*/ 172 w 303"/>
                <a:gd name="T13" fmla="*/ 155 h 507"/>
                <a:gd name="T14" fmla="*/ 263 w 303"/>
                <a:gd name="T15" fmla="*/ 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3" h="507">
                  <a:moveTo>
                    <a:pt x="263" y="0"/>
                  </a:moveTo>
                  <a:lnTo>
                    <a:pt x="303" y="254"/>
                  </a:lnTo>
                  <a:lnTo>
                    <a:pt x="263" y="435"/>
                  </a:lnTo>
                  <a:lnTo>
                    <a:pt x="101" y="507"/>
                  </a:lnTo>
                  <a:lnTo>
                    <a:pt x="121" y="326"/>
                  </a:lnTo>
                  <a:lnTo>
                    <a:pt x="0" y="191"/>
                  </a:lnTo>
                  <a:lnTo>
                    <a:pt x="172" y="155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FFD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D4390C24-6FE5-4116-AAEC-A3B0E623D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" y="1505"/>
              <a:ext cx="262" cy="507"/>
            </a:xfrm>
            <a:custGeom>
              <a:avLst/>
              <a:gdLst>
                <a:gd name="T0" fmla="*/ 141 w 262"/>
                <a:gd name="T1" fmla="*/ 326 h 507"/>
                <a:gd name="T2" fmla="*/ 161 w 262"/>
                <a:gd name="T3" fmla="*/ 507 h 507"/>
                <a:gd name="T4" fmla="*/ 0 w 262"/>
                <a:gd name="T5" fmla="*/ 435 h 507"/>
                <a:gd name="T6" fmla="*/ 0 w 262"/>
                <a:gd name="T7" fmla="*/ 0 h 507"/>
                <a:gd name="T8" fmla="*/ 91 w 262"/>
                <a:gd name="T9" fmla="*/ 155 h 507"/>
                <a:gd name="T10" fmla="*/ 262 w 262"/>
                <a:gd name="T11" fmla="*/ 191 h 507"/>
                <a:gd name="T12" fmla="*/ 141 w 262"/>
                <a:gd name="T13" fmla="*/ 326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2" h="507">
                  <a:moveTo>
                    <a:pt x="141" y="326"/>
                  </a:moveTo>
                  <a:lnTo>
                    <a:pt x="161" y="507"/>
                  </a:lnTo>
                  <a:lnTo>
                    <a:pt x="0" y="435"/>
                  </a:lnTo>
                  <a:lnTo>
                    <a:pt x="0" y="0"/>
                  </a:lnTo>
                  <a:lnTo>
                    <a:pt x="91" y="155"/>
                  </a:lnTo>
                  <a:lnTo>
                    <a:pt x="262" y="191"/>
                  </a:lnTo>
                  <a:lnTo>
                    <a:pt x="141" y="326"/>
                  </a:lnTo>
                  <a:close/>
                </a:path>
              </a:pathLst>
            </a:custGeom>
            <a:solidFill>
              <a:srgbClr val="FFD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FD80A35C-3ECA-6A83-F5B5-2E21EBFDE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9" t="32879" r="22578"/>
          <a:stretch/>
        </p:blipFill>
        <p:spPr>
          <a:xfrm>
            <a:off x="6745923" y="3429000"/>
            <a:ext cx="4032397" cy="306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897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9824</TotalTime>
  <Words>869</Words>
  <Application>Microsoft Office PowerPoint</Application>
  <PresentationFormat>Panorámica</PresentationFormat>
  <Paragraphs>51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Impact</vt:lpstr>
      <vt:lpstr>Source Sans Pro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Jolie Nayibe Serrano</dc:creator>
  <cp:lastModifiedBy>MINEDUCYT</cp:lastModifiedBy>
  <cp:revision>565</cp:revision>
  <dcterms:created xsi:type="dcterms:W3CDTF">2020-03-21T22:03:23Z</dcterms:created>
  <dcterms:modified xsi:type="dcterms:W3CDTF">2025-03-03T17:12:16Z</dcterms:modified>
</cp:coreProperties>
</file>